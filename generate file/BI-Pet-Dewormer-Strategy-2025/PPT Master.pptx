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8.xml" ContentType="application/vnd.openxmlformats-officedocument.presentationml.tags+xml"/>
  <Override PartName="/ppt/notesSlides/notesSlide20.xml" ContentType="application/vnd.openxmlformats-officedocument.presentationml.notesSlide+xml"/>
  <Override PartName="/ppt/tags/tag19.xml" ContentType="application/vnd.openxmlformats-officedocument.presentationml.tags+xml"/>
  <Override PartName="/ppt/notesSlides/notesSlide21.xml" ContentType="application/vnd.openxmlformats-officedocument.presentationml.notesSlide+xml"/>
  <Override PartName="/ppt/tags/tag20.xml" ContentType="application/vnd.openxmlformats-officedocument.presentationml.tags+xml"/>
  <Override PartName="/ppt/notesSlides/notesSlide22.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24.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25.xml" ContentType="application/vnd.openxmlformats-officedocument.presentationml.notesSlide+xml"/>
  <Override PartName="/ppt/tags/tag33.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28.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29.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30.xml" ContentType="application/vnd.openxmlformats-officedocument.presentationml.notesSlide+xml"/>
  <Override PartName="/ppt/tags/tag40.xml" ContentType="application/vnd.openxmlformats-officedocument.presentationml.tags+xml"/>
  <Override PartName="/ppt/notesSlides/notesSlide31.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32.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45.xml" ContentType="application/vnd.openxmlformats-officedocument.presentationml.tags+xml"/>
  <Override PartName="/ppt/notesSlides/notesSlide35.xml" ContentType="application/vnd.openxmlformats-officedocument.presentationml.notesSlide+xml"/>
  <Override PartName="/ppt/tags/tag46.xml" ContentType="application/vnd.openxmlformats-officedocument.presentationml.tags+xml"/>
  <Override PartName="/ppt/notesSlides/notesSlide3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47.xml" ContentType="application/vnd.openxmlformats-officedocument.presentationml.tags+xml"/>
  <Override PartName="/ppt/notesSlides/notesSlide3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48.xml" ContentType="application/vnd.openxmlformats-officedocument.presentationml.tags+xml"/>
  <Override PartName="/ppt/notesSlides/notesSlide3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49.xml" ContentType="application/vnd.openxmlformats-officedocument.presentationml.tags+xml"/>
  <Override PartName="/ppt/notesSlides/notesSlide3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4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41.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tags/tag58.xml" ContentType="application/vnd.openxmlformats-officedocument.presentationml.tags+xml"/>
  <Override PartName="/ppt/tags/tag59.xml" ContentType="application/vnd.openxmlformats-officedocument.presentationml.tags+xml"/>
  <Override PartName="/ppt/notesSlides/notesSlide42.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43.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44.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45.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46.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47.xml" ContentType="application/vnd.openxmlformats-officedocument.presentationml.notesSlide+xml"/>
  <Override PartName="/ppt/tags/tag70.xml" ContentType="application/vnd.openxmlformats-officedocument.presentationml.tags+xml"/>
  <Override PartName="/ppt/notesSlides/notesSlide48.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1" r:id="rId4"/>
  </p:sldMasterIdLst>
  <p:notesMasterIdLst>
    <p:notesMasterId r:id="rId55"/>
  </p:notesMasterIdLst>
  <p:handoutMasterIdLst>
    <p:handoutMasterId r:id="rId56"/>
  </p:handoutMasterIdLst>
  <p:sldIdLst>
    <p:sldId id="2145705761" r:id="rId5"/>
    <p:sldId id="2145705915" r:id="rId6"/>
    <p:sldId id="2145705916" r:id="rId7"/>
    <p:sldId id="2145705914" r:id="rId8"/>
    <p:sldId id="2145705814" r:id="rId9"/>
    <p:sldId id="2145705819" r:id="rId10"/>
    <p:sldId id="270" r:id="rId11"/>
    <p:sldId id="2595" r:id="rId12"/>
    <p:sldId id="2145705847" r:id="rId13"/>
    <p:sldId id="2145705715" r:id="rId14"/>
    <p:sldId id="3028" r:id="rId15"/>
    <p:sldId id="2145705837" r:id="rId16"/>
    <p:sldId id="2145705842" r:id="rId17"/>
    <p:sldId id="2145705770" r:id="rId18"/>
    <p:sldId id="2145705767" r:id="rId19"/>
    <p:sldId id="2145705852" r:id="rId20"/>
    <p:sldId id="2145705853" r:id="rId21"/>
    <p:sldId id="2558" r:id="rId22"/>
    <p:sldId id="2145705812" r:id="rId23"/>
    <p:sldId id="2134805890" r:id="rId24"/>
    <p:sldId id="2145705771" r:id="rId25"/>
    <p:sldId id="2145705840" r:id="rId26"/>
    <p:sldId id="2145705774" r:id="rId27"/>
    <p:sldId id="2955" r:id="rId28"/>
    <p:sldId id="2972" r:id="rId29"/>
    <p:sldId id="3104" r:id="rId30"/>
    <p:sldId id="2937" r:id="rId31"/>
    <p:sldId id="2145705737" r:id="rId32"/>
    <p:sldId id="3418" r:id="rId33"/>
    <p:sldId id="3265" r:id="rId34"/>
    <p:sldId id="3271" r:id="rId35"/>
    <p:sldId id="3281" r:id="rId36"/>
    <p:sldId id="3290" r:id="rId37"/>
    <p:sldId id="3303" r:id="rId38"/>
    <p:sldId id="2134805855" r:id="rId39"/>
    <p:sldId id="3193" r:id="rId40"/>
    <p:sldId id="3203" r:id="rId41"/>
    <p:sldId id="3216" r:id="rId42"/>
    <p:sldId id="3207" r:id="rId43"/>
    <p:sldId id="3225" r:id="rId44"/>
    <p:sldId id="2145705758" r:id="rId45"/>
    <p:sldId id="3344" r:id="rId46"/>
    <p:sldId id="3345" r:id="rId47"/>
    <p:sldId id="3140" r:id="rId48"/>
    <p:sldId id="2145705876" r:id="rId49"/>
    <p:sldId id="2145705875" r:id="rId50"/>
    <p:sldId id="3370" r:id="rId51"/>
    <p:sldId id="2145705865" r:id="rId52"/>
    <p:sldId id="2443" r:id="rId53"/>
    <p:sldId id="2145705908" r:id="rId54"/>
  </p:sldIdLst>
  <p:sldSz cx="12192000" cy="6858000"/>
  <p:notesSz cx="6858000" cy="9144000"/>
  <p:embeddedFontLst>
    <p:embeddedFont>
      <p:font typeface="Boehringer Forward Head" panose="020B0504030403020204" pitchFamily="2" charset="0"/>
      <p:regular r:id="rId57"/>
      <p:bold r:id="rId58"/>
      <p:italic r:id="rId59"/>
      <p:boldItalic r:id="rId60"/>
    </p:embeddedFont>
    <p:embeddedFont>
      <p:font typeface="Boehringer Forward Head Md" panose="020B0604030403020204" pitchFamily="2" charset="0"/>
      <p:regular r:id="rId61"/>
      <p:italic r:id="rId62"/>
    </p:embeddedFont>
    <p:embeddedFont>
      <p:font typeface="Boehringer Forward Text" panose="020B0504030403020204" pitchFamily="2" charset="0"/>
      <p:regular r:id="rId63"/>
      <p:bold r:id="rId64"/>
      <p:italic r:id="rId65"/>
      <p:boldItalic r:id="rId66"/>
    </p:embeddedFont>
    <p:embeddedFont>
      <p:font typeface="Open Sans Extrabold" panose="020B0906030804020204" pitchFamily="34" charset="0"/>
      <p:bold r:id="rId67"/>
      <p:italic r:id="rId68"/>
      <p:boldItalic r:id="rId69"/>
    </p:embeddedFont>
  </p:embeddedFontLst>
  <p:custDataLst>
    <p:tags r:id="rId7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4E3F5B00-FF7A-4FA2-9329-3390D206BCD0}">
          <p14:sldIdLst>
            <p14:sldId id="2145705761"/>
            <p14:sldId id="2145705915"/>
            <p14:sldId id="2145705916"/>
            <p14:sldId id="2145705914"/>
          </p14:sldIdLst>
        </p14:section>
        <p14:section name="Chapter with illustrations" id="{FA542AED-E5B6-4481-AEDC-31A5824AD084}">
          <p14:sldIdLst>
            <p14:sldId id="2145705814"/>
            <p14:sldId id="2145705819"/>
          </p14:sldIdLst>
        </p14:section>
        <p14:section name="Text elements" id="{2FBD42C8-F3DF-4691-B91D-199F9BCC0296}">
          <p14:sldIdLst>
            <p14:sldId id="270"/>
            <p14:sldId id="2595"/>
            <p14:sldId id="2145705847"/>
            <p14:sldId id="2145705715"/>
            <p14:sldId id="3028"/>
            <p14:sldId id="2145705837"/>
            <p14:sldId id="2145705842"/>
            <p14:sldId id="2145705770"/>
            <p14:sldId id="2145705767"/>
            <p14:sldId id="2145705852"/>
            <p14:sldId id="2145705853"/>
            <p14:sldId id="2558"/>
            <p14:sldId id="2145705812"/>
          </p14:sldIdLst>
        </p14:section>
        <p14:section name="Images" id="{D8B4B6C0-2570-4F35-963C-A21B9462D0E9}">
          <p14:sldIdLst>
            <p14:sldId id="2134805890"/>
            <p14:sldId id="2145705771"/>
            <p14:sldId id="2145705840"/>
            <p14:sldId id="2145705774"/>
            <p14:sldId id="2955"/>
            <p14:sldId id="2972"/>
            <p14:sldId id="3104"/>
          </p14:sldIdLst>
        </p14:section>
        <p14:section name="Processes and phases" id="{74A550FD-0026-4ECE-A9FB-E7B3669BCBB2}">
          <p14:sldIdLst>
            <p14:sldId id="2937"/>
            <p14:sldId id="2145705737"/>
          </p14:sldIdLst>
        </p14:section>
        <p14:section name="Project plans and timelines" id="{38EC3280-B20D-42C4-A1EF-3E573354439F}">
          <p14:sldIdLst>
            <p14:sldId id="3418"/>
            <p14:sldId id="3265"/>
          </p14:sldIdLst>
        </p14:section>
        <p14:section name="Organization" id="{46F6AB8C-71E6-49BE-BB9A-217198764CE0}">
          <p14:sldIdLst>
            <p14:sldId id="3271"/>
            <p14:sldId id="3281"/>
            <p14:sldId id="3290"/>
          </p14:sldIdLst>
        </p14:section>
        <p14:section name="Tables" id="{6A76B202-AFBE-45B9-8F25-54007BB1C8B4}">
          <p14:sldIdLst>
            <p14:sldId id="3303"/>
            <p14:sldId id="2134805855"/>
          </p14:sldIdLst>
        </p14:section>
        <p14:section name="Data visualization" id="{F69075F6-322E-40AD-837D-3BB0F7F74063}">
          <p14:sldIdLst>
            <p14:sldId id="3193"/>
            <p14:sldId id="3203"/>
            <p14:sldId id="3216"/>
            <p14:sldId id="3207"/>
            <p14:sldId id="3225"/>
            <p14:sldId id="2145705758"/>
          </p14:sldIdLst>
        </p14:section>
        <p14:section name="Static elements" id="{52D273A9-8C6E-4236-ACA1-D6B3CFB6C555}">
          <p14:sldIdLst>
            <p14:sldId id="3344"/>
            <p14:sldId id="3345"/>
            <p14:sldId id="3140"/>
            <p14:sldId id="2145705876"/>
            <p14:sldId id="2145705875"/>
            <p14:sldId id="3370"/>
          </p14:sldIdLst>
        </p14:section>
        <p14:section name="Dynamic elements" id="{8CF8B2C5-BE98-4D6D-BF6D-0FA75FB85BA2}">
          <p14:sldIdLst>
            <p14:sldId id="2145705865"/>
            <p14:sldId id="2443"/>
            <p14:sldId id="214570590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 initials="CV" lastIdx="3" clrIdx="0">
    <p:extLst>
      <p:ext uri="{19B8F6BF-5375-455C-9EA6-DF929625EA0E}">
        <p15:presenceInfo xmlns:p15="http://schemas.microsoft.com/office/powerpoint/2012/main" userId=" "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3227" autoAdjust="0"/>
  </p:normalViewPr>
  <p:slideViewPr>
    <p:cSldViewPr showGuides="1">
      <p:cViewPr varScale="1">
        <p:scale>
          <a:sx n="108" d="100"/>
          <a:sy n="108" d="100"/>
        </p:scale>
        <p:origin x="714" y="132"/>
      </p:cViewPr>
      <p:guideLst/>
    </p:cSldViewPr>
  </p:slideViewPr>
  <p:outlineViewPr>
    <p:cViewPr>
      <p:scale>
        <a:sx n="33" d="100"/>
        <a:sy n="33" d="100"/>
      </p:scale>
      <p:origin x="0" y="-3192"/>
    </p:cViewPr>
  </p:outlineViewPr>
  <p:notesTextViewPr>
    <p:cViewPr>
      <p:scale>
        <a:sx n="125" d="100"/>
        <a:sy n="125" d="100"/>
      </p:scale>
      <p:origin x="0" y="0"/>
    </p:cViewPr>
  </p:notesTextViewPr>
  <p:sorterViewPr>
    <p:cViewPr varScale="1">
      <p:scale>
        <a:sx n="1" d="1"/>
        <a:sy n="1" d="1"/>
      </p:scale>
      <p:origin x="0" y="-35429"/>
    </p:cViewPr>
  </p:sorterViewPr>
  <p:notesViewPr>
    <p:cSldViewPr showGuides="1">
      <p:cViewPr varScale="1">
        <p:scale>
          <a:sx n="78" d="100"/>
          <a:sy n="78" d="100"/>
        </p:scale>
        <p:origin x="2988"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7.fntdata"/><Relationship Id="rId68" Type="http://schemas.openxmlformats.org/officeDocument/2006/relationships/font" Target="fonts/font12.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font" Target="fonts/font2.fntdata"/><Relationship Id="rId66" Type="http://schemas.openxmlformats.org/officeDocument/2006/relationships/font" Target="fonts/font10.fntdata"/><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64" Type="http://schemas.openxmlformats.org/officeDocument/2006/relationships/font" Target="fonts/font8.fntdata"/><Relationship Id="rId69" Type="http://schemas.openxmlformats.org/officeDocument/2006/relationships/font" Target="fonts/font13.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6.fntdata"/><Relationship Id="rId70" Type="http://schemas.openxmlformats.org/officeDocument/2006/relationships/tags" Target="tags/tag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1.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de-DE" sz="1600" b="1" dirty="0"/>
              <a:t>Diagram title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de-DE"/>
        </a:p>
      </c:txPr>
    </c:title>
    <c:autoTitleDeleted val="0"/>
    <c:plotArea>
      <c:layout>
        <c:manualLayout>
          <c:layoutTarget val="inner"/>
          <c:xMode val="edge"/>
          <c:yMode val="edge"/>
          <c:x val="0"/>
          <c:y val="0.11542856154184308"/>
          <c:w val="0.85309481312009539"/>
          <c:h val="0.79495393743997034"/>
        </c:manualLayout>
      </c:layout>
      <c:barChart>
        <c:barDir val="col"/>
        <c:grouping val="clustered"/>
        <c:varyColors val="0"/>
        <c:ser>
          <c:idx val="0"/>
          <c:order val="0"/>
          <c:tx>
            <c:strRef>
              <c:f>Tabelle1!$B$1</c:f>
              <c:strCache>
                <c:ptCount val="1"/>
                <c:pt idx="0">
                  <c:v>Data series 1</c:v>
                </c:pt>
              </c:strCache>
            </c:strRef>
          </c:tx>
          <c:spPr>
            <a:solidFill>
              <a:schemeClr val="accent1"/>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Tabelle1!$B$2:$B$4</c:f>
              <c:numCache>
                <c:formatCode>General</c:formatCode>
                <c:ptCount val="3"/>
                <c:pt idx="0">
                  <c:v>4.3</c:v>
                </c:pt>
                <c:pt idx="1">
                  <c:v>2.5</c:v>
                </c:pt>
                <c:pt idx="2">
                  <c:v>3.5</c:v>
                </c:pt>
              </c:numCache>
            </c:numRef>
          </c:val>
          <c:extLst>
            <c:ext xmlns:c16="http://schemas.microsoft.com/office/drawing/2014/chart" uri="{C3380CC4-5D6E-409C-BE32-E72D297353CC}">
              <c16:uniqueId val="{00000000-5B35-4118-B150-5A5FBA7253C8}"/>
            </c:ext>
          </c:extLst>
        </c:ser>
        <c:ser>
          <c:idx val="1"/>
          <c:order val="1"/>
          <c:tx>
            <c:strRef>
              <c:f>Tabelle1!$C$1</c:f>
              <c:strCache>
                <c:ptCount val="1"/>
                <c:pt idx="0">
                  <c:v>Data series 2</c:v>
                </c:pt>
              </c:strCache>
            </c:strRef>
          </c:tx>
          <c:spPr>
            <a:solidFill>
              <a:schemeClr val="accent2"/>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1-5B35-4118-B150-5A5FBA7253C8}"/>
            </c:ext>
          </c:extLst>
        </c:ser>
        <c:ser>
          <c:idx val="2"/>
          <c:order val="2"/>
          <c:tx>
            <c:strRef>
              <c:f>Tabelle1!$D$1</c:f>
              <c:strCache>
                <c:ptCount val="1"/>
                <c:pt idx="0">
                  <c:v>Data series 3</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Tabelle1!$D$2:$D$4</c:f>
              <c:numCache>
                <c:formatCode>General</c:formatCode>
                <c:ptCount val="3"/>
                <c:pt idx="0">
                  <c:v>2</c:v>
                </c:pt>
                <c:pt idx="1">
                  <c:v>2</c:v>
                </c:pt>
                <c:pt idx="2">
                  <c:v>3</c:v>
                </c:pt>
              </c:numCache>
            </c:numRef>
          </c:val>
          <c:extLst>
            <c:ext xmlns:c16="http://schemas.microsoft.com/office/drawing/2014/chart" uri="{C3380CC4-5D6E-409C-BE32-E72D297353CC}">
              <c16:uniqueId val="{00000002-5B35-4118-B150-5A5FBA7253C8}"/>
            </c:ext>
          </c:extLst>
        </c:ser>
        <c:ser>
          <c:idx val="3"/>
          <c:order val="3"/>
          <c:tx>
            <c:strRef>
              <c:f>Tabelle1!$E$1</c:f>
              <c:strCache>
                <c:ptCount val="1"/>
                <c:pt idx="0">
                  <c:v>Data series 4</c:v>
                </c:pt>
              </c:strCache>
            </c:strRef>
          </c:tx>
          <c:spPr>
            <a:solidFill>
              <a:schemeClr val="accent4"/>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Tabelle1!$E$2:$E$4</c:f>
              <c:numCache>
                <c:formatCode>General</c:formatCode>
                <c:ptCount val="3"/>
                <c:pt idx="0">
                  <c:v>3.3</c:v>
                </c:pt>
                <c:pt idx="1">
                  <c:v>2.5</c:v>
                </c:pt>
                <c:pt idx="2">
                  <c:v>4.4000000000000004</c:v>
                </c:pt>
              </c:numCache>
            </c:numRef>
          </c:val>
          <c:extLst>
            <c:ext xmlns:c16="http://schemas.microsoft.com/office/drawing/2014/chart" uri="{C3380CC4-5D6E-409C-BE32-E72D297353CC}">
              <c16:uniqueId val="{00000003-5B35-4118-B150-5A5FBA7253C8}"/>
            </c:ext>
          </c:extLst>
        </c:ser>
        <c:ser>
          <c:idx val="4"/>
          <c:order val="4"/>
          <c:tx>
            <c:strRef>
              <c:f>Tabelle1!$F$1</c:f>
              <c:strCache>
                <c:ptCount val="1"/>
                <c:pt idx="0">
                  <c:v>Data series 5</c:v>
                </c:pt>
              </c:strCache>
            </c:strRef>
          </c:tx>
          <c:spPr>
            <a:solidFill>
              <a:schemeClr val="accent5"/>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Tabelle1!$F$2:$F$4</c:f>
              <c:numCache>
                <c:formatCode>General</c:formatCode>
                <c:ptCount val="3"/>
                <c:pt idx="0">
                  <c:v>5</c:v>
                </c:pt>
                <c:pt idx="1">
                  <c:v>4</c:v>
                </c:pt>
                <c:pt idx="2">
                  <c:v>6</c:v>
                </c:pt>
              </c:numCache>
            </c:numRef>
          </c:val>
          <c:extLst>
            <c:ext xmlns:c16="http://schemas.microsoft.com/office/drawing/2014/chart" uri="{C3380CC4-5D6E-409C-BE32-E72D297353CC}">
              <c16:uniqueId val="{00000004-5B35-4118-B150-5A5FBA7253C8}"/>
            </c:ext>
          </c:extLst>
        </c:ser>
        <c:ser>
          <c:idx val="5"/>
          <c:order val="5"/>
          <c:tx>
            <c:strRef>
              <c:f>Tabelle1!$G$1</c:f>
              <c:strCache>
                <c:ptCount val="1"/>
                <c:pt idx="0">
                  <c:v>Data series 6</c:v>
                </c:pt>
              </c:strCache>
            </c:strRef>
          </c:tx>
          <c:spPr>
            <a:solidFill>
              <a:schemeClr val="accent6"/>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Tabelle1!$G$2:$G$4</c:f>
              <c:numCache>
                <c:formatCode>General</c:formatCode>
                <c:ptCount val="3"/>
                <c:pt idx="0">
                  <c:v>4</c:v>
                </c:pt>
                <c:pt idx="1">
                  <c:v>4.3</c:v>
                </c:pt>
                <c:pt idx="2">
                  <c:v>6.2</c:v>
                </c:pt>
              </c:numCache>
            </c:numRef>
          </c:val>
          <c:extLst>
            <c:ext xmlns:c16="http://schemas.microsoft.com/office/drawing/2014/chart" uri="{C3380CC4-5D6E-409C-BE32-E72D297353CC}">
              <c16:uniqueId val="{00000005-5B35-4118-B150-5A5FBA7253C8}"/>
            </c:ext>
          </c:extLst>
        </c:ser>
        <c:dLbls>
          <c:showLegendKey val="0"/>
          <c:showVal val="1"/>
          <c:showCatName val="0"/>
          <c:showSerName val="0"/>
          <c:showPercent val="0"/>
          <c:showBubbleSize val="0"/>
        </c:dLbls>
        <c:gapWidth val="219"/>
        <c:overlap val="-27"/>
        <c:axId val="1358347264"/>
        <c:axId val="1358361344"/>
      </c:barChart>
      <c:catAx>
        <c:axId val="1358347264"/>
        <c:scaling>
          <c:orientation val="minMax"/>
        </c:scaling>
        <c:delete val="0"/>
        <c:axPos val="b"/>
        <c:numFmt formatCode="General" sourceLinked="0"/>
        <c:majorTickMark val="none"/>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58361344"/>
        <c:crosses val="autoZero"/>
        <c:auto val="1"/>
        <c:lblAlgn val="ctr"/>
        <c:lblOffset val="100"/>
        <c:noMultiLvlLbl val="0"/>
      </c:catAx>
      <c:valAx>
        <c:axId val="1358361344"/>
        <c:scaling>
          <c:orientation val="minMax"/>
        </c:scaling>
        <c:delete val="0"/>
        <c:axPos val="l"/>
        <c:majorGridlines>
          <c:spPr>
            <a:ln w="6350" cap="flat" cmpd="sng" algn="ctr">
              <a:solidFill>
                <a:srgbClr val="E5E3DE"/>
              </a:solid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583472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legend>
    <c:plotVisOnly val="1"/>
    <c:dispBlanksAs val="gap"/>
    <c:showDLblsOverMax val="0"/>
  </c:chart>
  <c:spPr>
    <a:noFill/>
    <a:ln>
      <a:noFill/>
    </a:ln>
    <a:effectLst/>
  </c:spPr>
  <c:txPr>
    <a:bodyPr/>
    <a:lstStyle/>
    <a:p>
      <a:pPr>
        <a:defRPr sz="1200">
          <a:solidFill>
            <a:schemeClr val="tx1"/>
          </a:solidFill>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de-DE" sz="1600" b="1" dirty="0"/>
              <a:t>Diagram title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de-DE"/>
        </a:p>
      </c:txPr>
    </c:title>
    <c:autoTitleDeleted val="0"/>
    <c:plotArea>
      <c:layout>
        <c:manualLayout>
          <c:layoutTarget val="inner"/>
          <c:xMode val="edge"/>
          <c:yMode val="edge"/>
          <c:x val="0.13088145355487998"/>
          <c:y val="0.11564870385804531"/>
          <c:w val="0.72198341515959463"/>
          <c:h val="0.88309509624453586"/>
        </c:manualLayout>
      </c:layout>
      <c:barChart>
        <c:barDir val="bar"/>
        <c:grouping val="percentStacked"/>
        <c:varyColors val="0"/>
        <c:ser>
          <c:idx val="0"/>
          <c:order val="0"/>
          <c:tx>
            <c:strRef>
              <c:f>Tabelle1!$B$1</c:f>
              <c:strCache>
                <c:ptCount val="1"/>
                <c:pt idx="0">
                  <c:v>Data series 1</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Tabelle1!$B$2:$B$4</c:f>
              <c:numCache>
                <c:formatCode>0.00%</c:formatCode>
                <c:ptCount val="3"/>
                <c:pt idx="0">
                  <c:v>0.2</c:v>
                </c:pt>
                <c:pt idx="1">
                  <c:v>0.1</c:v>
                </c:pt>
                <c:pt idx="2">
                  <c:v>0.3</c:v>
                </c:pt>
              </c:numCache>
            </c:numRef>
          </c:val>
          <c:extLst>
            <c:ext xmlns:c16="http://schemas.microsoft.com/office/drawing/2014/chart" uri="{C3380CC4-5D6E-409C-BE32-E72D297353CC}">
              <c16:uniqueId val="{00000000-7EEF-4E1F-91F3-08C59486888A}"/>
            </c:ext>
          </c:extLst>
        </c:ser>
        <c:ser>
          <c:idx val="1"/>
          <c:order val="1"/>
          <c:tx>
            <c:strRef>
              <c:f>Tabelle1!$C$1</c:f>
              <c:strCache>
                <c:ptCount val="1"/>
                <c:pt idx="0">
                  <c:v>Data series 2</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Tabelle1!$C$2:$C$4</c:f>
              <c:numCache>
                <c:formatCode>0.00%</c:formatCode>
                <c:ptCount val="3"/>
                <c:pt idx="0">
                  <c:v>0.15</c:v>
                </c:pt>
                <c:pt idx="1">
                  <c:v>0.2</c:v>
                </c:pt>
                <c:pt idx="2">
                  <c:v>0.1</c:v>
                </c:pt>
              </c:numCache>
            </c:numRef>
          </c:val>
          <c:extLst>
            <c:ext xmlns:c16="http://schemas.microsoft.com/office/drawing/2014/chart" uri="{C3380CC4-5D6E-409C-BE32-E72D297353CC}">
              <c16:uniqueId val="{00000001-7EEF-4E1F-91F3-08C59486888A}"/>
            </c:ext>
          </c:extLst>
        </c:ser>
        <c:ser>
          <c:idx val="2"/>
          <c:order val="2"/>
          <c:tx>
            <c:strRef>
              <c:f>Tabelle1!$D$1</c:f>
              <c:strCache>
                <c:ptCount val="1"/>
                <c:pt idx="0">
                  <c:v>Data series 3</c:v>
                </c:pt>
              </c:strCache>
            </c:strRef>
          </c:tx>
          <c:spPr>
            <a:solidFill>
              <a:schemeClr val="accent3"/>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Tabelle1!$D$2:$D$4</c:f>
              <c:numCache>
                <c:formatCode>0.00%</c:formatCode>
                <c:ptCount val="3"/>
                <c:pt idx="0">
                  <c:v>0.3</c:v>
                </c:pt>
                <c:pt idx="1">
                  <c:v>0.1</c:v>
                </c:pt>
                <c:pt idx="2">
                  <c:v>0.1</c:v>
                </c:pt>
              </c:numCache>
            </c:numRef>
          </c:val>
          <c:extLst>
            <c:ext xmlns:c16="http://schemas.microsoft.com/office/drawing/2014/chart" uri="{C3380CC4-5D6E-409C-BE32-E72D297353CC}">
              <c16:uniqueId val="{00000002-7EEF-4E1F-91F3-08C59486888A}"/>
            </c:ext>
          </c:extLst>
        </c:ser>
        <c:ser>
          <c:idx val="3"/>
          <c:order val="3"/>
          <c:tx>
            <c:strRef>
              <c:f>Tabelle1!$E$1</c:f>
              <c:strCache>
                <c:ptCount val="1"/>
                <c:pt idx="0">
                  <c:v>Data series 4</c:v>
                </c:pt>
              </c:strCache>
            </c:strRef>
          </c:tx>
          <c:spPr>
            <a:solidFill>
              <a:schemeClr val="accent4"/>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Tabelle1!$E$2:$E$4</c:f>
              <c:numCache>
                <c:formatCode>0.00%</c:formatCode>
                <c:ptCount val="3"/>
                <c:pt idx="0">
                  <c:v>0.05</c:v>
                </c:pt>
                <c:pt idx="1">
                  <c:v>0.15</c:v>
                </c:pt>
                <c:pt idx="2">
                  <c:v>0.05</c:v>
                </c:pt>
              </c:numCache>
            </c:numRef>
          </c:val>
          <c:extLst>
            <c:ext xmlns:c16="http://schemas.microsoft.com/office/drawing/2014/chart" uri="{C3380CC4-5D6E-409C-BE32-E72D297353CC}">
              <c16:uniqueId val="{00000003-7EEF-4E1F-91F3-08C59486888A}"/>
            </c:ext>
          </c:extLst>
        </c:ser>
        <c:ser>
          <c:idx val="4"/>
          <c:order val="4"/>
          <c:tx>
            <c:strRef>
              <c:f>Tabelle1!$F$1</c:f>
              <c:strCache>
                <c:ptCount val="1"/>
                <c:pt idx="0">
                  <c:v>Data series 5</c:v>
                </c:pt>
              </c:strCache>
            </c:strRef>
          </c:tx>
          <c:spPr>
            <a:solidFill>
              <a:schemeClr val="accent5"/>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Tabelle1!$F$2:$F$4</c:f>
              <c:numCache>
                <c:formatCode>0.00%</c:formatCode>
                <c:ptCount val="3"/>
                <c:pt idx="0">
                  <c:v>0.2</c:v>
                </c:pt>
                <c:pt idx="1">
                  <c:v>0.15</c:v>
                </c:pt>
                <c:pt idx="2">
                  <c:v>0.25</c:v>
                </c:pt>
              </c:numCache>
            </c:numRef>
          </c:val>
          <c:extLst>
            <c:ext xmlns:c16="http://schemas.microsoft.com/office/drawing/2014/chart" uri="{C3380CC4-5D6E-409C-BE32-E72D297353CC}">
              <c16:uniqueId val="{00000004-7EEF-4E1F-91F3-08C59486888A}"/>
            </c:ext>
          </c:extLst>
        </c:ser>
        <c:ser>
          <c:idx val="5"/>
          <c:order val="5"/>
          <c:tx>
            <c:strRef>
              <c:f>Tabelle1!$G$1</c:f>
              <c:strCache>
                <c:ptCount val="1"/>
                <c:pt idx="0">
                  <c:v>Data series 6</c:v>
                </c:pt>
              </c:strCache>
            </c:strRef>
          </c:tx>
          <c:spPr>
            <a:solidFill>
              <a:schemeClr val="accent6"/>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Tabelle1!$A$2:$A$4</c:f>
              <c:strCache>
                <c:ptCount val="3"/>
                <c:pt idx="0">
                  <c:v>Category 1</c:v>
                </c:pt>
                <c:pt idx="1">
                  <c:v>Category 2</c:v>
                </c:pt>
                <c:pt idx="2">
                  <c:v>Category 3</c:v>
                </c:pt>
              </c:strCache>
            </c:strRef>
          </c:cat>
          <c:val>
            <c:numRef>
              <c:f>Tabelle1!$G$2:$G$4</c:f>
              <c:numCache>
                <c:formatCode>0.00%</c:formatCode>
                <c:ptCount val="3"/>
                <c:pt idx="0">
                  <c:v>0.1</c:v>
                </c:pt>
                <c:pt idx="1">
                  <c:v>0.3</c:v>
                </c:pt>
                <c:pt idx="2">
                  <c:v>0.2</c:v>
                </c:pt>
              </c:numCache>
            </c:numRef>
          </c:val>
          <c:extLst>
            <c:ext xmlns:c16="http://schemas.microsoft.com/office/drawing/2014/chart" uri="{C3380CC4-5D6E-409C-BE32-E72D297353CC}">
              <c16:uniqueId val="{00000005-7EEF-4E1F-91F3-08C59486888A}"/>
            </c:ext>
          </c:extLst>
        </c:ser>
        <c:dLbls>
          <c:dLblPos val="ctr"/>
          <c:showLegendKey val="0"/>
          <c:showVal val="1"/>
          <c:showCatName val="0"/>
          <c:showSerName val="0"/>
          <c:showPercent val="0"/>
          <c:showBubbleSize val="0"/>
        </c:dLbls>
        <c:gapWidth val="150"/>
        <c:overlap val="100"/>
        <c:axId val="1380918016"/>
        <c:axId val="1380919552"/>
      </c:barChart>
      <c:catAx>
        <c:axId val="1380918016"/>
        <c:scaling>
          <c:orientation val="minMax"/>
        </c:scaling>
        <c:delete val="0"/>
        <c:axPos val="l"/>
        <c:numFmt formatCode="General" sourceLinked="0"/>
        <c:majorTickMark val="none"/>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80919552"/>
        <c:crosses val="autoZero"/>
        <c:auto val="1"/>
        <c:lblAlgn val="ctr"/>
        <c:lblOffset val="100"/>
        <c:noMultiLvlLbl val="0"/>
      </c:catAx>
      <c:valAx>
        <c:axId val="1380919552"/>
        <c:scaling>
          <c:orientation val="minMax"/>
        </c:scaling>
        <c:delete val="0"/>
        <c:axPos val="b"/>
        <c:majorGridlines>
          <c:spPr>
            <a:ln w="6350" cap="flat" cmpd="sng" algn="ctr">
              <a:solidFill>
                <a:srgbClr val="E5E3DE"/>
              </a:solidFill>
              <a:round/>
            </a:ln>
            <a:effectLst/>
          </c:spPr>
        </c:majorGridlines>
        <c:numFmt formatCode="0%" sourceLinked="0"/>
        <c:majorTickMark val="none"/>
        <c:minorTickMark val="none"/>
        <c:tickLblPos val="none"/>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809180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legend>
    <c:plotVisOnly val="1"/>
    <c:dispBlanksAs val="gap"/>
    <c:showDLblsOverMax val="0"/>
  </c:chart>
  <c:spPr>
    <a:noFill/>
    <a:ln>
      <a:noFill/>
    </a:ln>
    <a:effectLst/>
  </c:spPr>
  <c:txPr>
    <a:bodyPr/>
    <a:lstStyle/>
    <a:p>
      <a:pPr>
        <a:defRPr sz="1200">
          <a:solidFill>
            <a:schemeClr val="tx1"/>
          </a:solidFill>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de-DE" sz="1600" b="1" dirty="0"/>
              <a:t>Diagram title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de-DE"/>
        </a:p>
      </c:txPr>
    </c:title>
    <c:autoTitleDeleted val="0"/>
    <c:plotArea>
      <c:layout>
        <c:manualLayout>
          <c:layoutTarget val="inner"/>
          <c:xMode val="edge"/>
          <c:yMode val="edge"/>
          <c:x val="4.6393518518518521E-2"/>
          <c:y val="0.11419512713730984"/>
          <c:w val="0.80577157787441633"/>
          <c:h val="0.79618099750649551"/>
        </c:manualLayout>
      </c:layout>
      <c:bubbleChart>
        <c:varyColors val="0"/>
        <c:ser>
          <c:idx val="0"/>
          <c:order val="0"/>
          <c:tx>
            <c:strRef>
              <c:f>Tabelle1!$B$1</c:f>
              <c:strCache>
                <c:ptCount val="1"/>
                <c:pt idx="0">
                  <c:v>Data series 1</c:v>
                </c:pt>
              </c:strCache>
            </c:strRef>
          </c:tx>
          <c:spPr>
            <a:solidFill>
              <a:schemeClr val="accent1"/>
            </a:solidFill>
            <a:ln>
              <a:noFill/>
            </a:ln>
            <a:effectLst/>
          </c:spPr>
          <c:invertIfNegative val="0"/>
          <c:xVal>
            <c:numRef>
              <c:f>Tabelle1!$A$2:$A$7</c:f>
              <c:numCache>
                <c:formatCode>General</c:formatCode>
                <c:ptCount val="6"/>
                <c:pt idx="0">
                  <c:v>2015</c:v>
                </c:pt>
                <c:pt idx="1">
                  <c:v>2016</c:v>
                </c:pt>
                <c:pt idx="2">
                  <c:v>2017</c:v>
                </c:pt>
                <c:pt idx="3">
                  <c:v>2018</c:v>
                </c:pt>
                <c:pt idx="4">
                  <c:v>2019</c:v>
                </c:pt>
                <c:pt idx="5">
                  <c:v>2020</c:v>
                </c:pt>
              </c:numCache>
            </c:numRef>
          </c:xVal>
          <c:yVal>
            <c:numRef>
              <c:f>Tabelle1!$B$2:$B$7</c:f>
              <c:numCache>
                <c:formatCode>General</c:formatCode>
                <c:ptCount val="6"/>
                <c:pt idx="0">
                  <c:v>20</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0-E9A5-45BF-9C55-FB2B1EED3A33}"/>
            </c:ext>
          </c:extLst>
        </c:ser>
        <c:ser>
          <c:idx val="1"/>
          <c:order val="1"/>
          <c:tx>
            <c:strRef>
              <c:f>Tabelle1!$C$1</c:f>
              <c:strCache>
                <c:ptCount val="1"/>
                <c:pt idx="0">
                  <c:v>Data series 2</c:v>
                </c:pt>
              </c:strCache>
            </c:strRef>
          </c:tx>
          <c:spPr>
            <a:solidFill>
              <a:schemeClr val="accent2"/>
            </a:solidFill>
            <a:ln>
              <a:noFill/>
            </a:ln>
            <a:effectLst/>
          </c:spPr>
          <c:invertIfNegative val="0"/>
          <c:xVal>
            <c:numRef>
              <c:f>Tabelle1!$A$2:$A$7</c:f>
              <c:numCache>
                <c:formatCode>General</c:formatCode>
                <c:ptCount val="6"/>
                <c:pt idx="0">
                  <c:v>2015</c:v>
                </c:pt>
                <c:pt idx="1">
                  <c:v>2016</c:v>
                </c:pt>
                <c:pt idx="2">
                  <c:v>2017</c:v>
                </c:pt>
                <c:pt idx="3">
                  <c:v>2018</c:v>
                </c:pt>
                <c:pt idx="4">
                  <c:v>2019</c:v>
                </c:pt>
                <c:pt idx="5">
                  <c:v>2020</c:v>
                </c:pt>
              </c:numCache>
            </c:numRef>
          </c:xVal>
          <c:yVal>
            <c:numRef>
              <c:f>Tabelle1!$C$2:$C$7</c:f>
              <c:numCache>
                <c:formatCode>General</c:formatCode>
                <c:ptCount val="6"/>
                <c:pt idx="1">
                  <c:v>39</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1-E9A5-45BF-9C55-FB2B1EED3A33}"/>
            </c:ext>
          </c:extLst>
        </c:ser>
        <c:ser>
          <c:idx val="2"/>
          <c:order val="2"/>
          <c:tx>
            <c:strRef>
              <c:f>Tabelle1!$D$1</c:f>
              <c:strCache>
                <c:ptCount val="1"/>
                <c:pt idx="0">
                  <c:v>Data series 3</c:v>
                </c:pt>
              </c:strCache>
            </c:strRef>
          </c:tx>
          <c:spPr>
            <a:solidFill>
              <a:schemeClr val="accent3"/>
            </a:solidFill>
            <a:ln>
              <a:noFill/>
            </a:ln>
            <a:effectLst/>
          </c:spPr>
          <c:invertIfNegative val="0"/>
          <c:xVal>
            <c:numRef>
              <c:f>Tabelle1!$A$2:$A$7</c:f>
              <c:numCache>
                <c:formatCode>General</c:formatCode>
                <c:ptCount val="6"/>
                <c:pt idx="0">
                  <c:v>2015</c:v>
                </c:pt>
                <c:pt idx="1">
                  <c:v>2016</c:v>
                </c:pt>
                <c:pt idx="2">
                  <c:v>2017</c:v>
                </c:pt>
                <c:pt idx="3">
                  <c:v>2018</c:v>
                </c:pt>
                <c:pt idx="4">
                  <c:v>2019</c:v>
                </c:pt>
                <c:pt idx="5">
                  <c:v>2020</c:v>
                </c:pt>
              </c:numCache>
            </c:numRef>
          </c:xVal>
          <c:yVal>
            <c:numRef>
              <c:f>Tabelle1!$D$2:$D$7</c:f>
              <c:numCache>
                <c:formatCode>General</c:formatCode>
                <c:ptCount val="6"/>
                <c:pt idx="2">
                  <c:v>45</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2-E9A5-45BF-9C55-FB2B1EED3A33}"/>
            </c:ext>
          </c:extLst>
        </c:ser>
        <c:ser>
          <c:idx val="3"/>
          <c:order val="3"/>
          <c:tx>
            <c:strRef>
              <c:f>Tabelle1!$E$1</c:f>
              <c:strCache>
                <c:ptCount val="1"/>
                <c:pt idx="0">
                  <c:v>Data series 4</c:v>
                </c:pt>
              </c:strCache>
            </c:strRef>
          </c:tx>
          <c:spPr>
            <a:solidFill>
              <a:schemeClr val="accent4"/>
            </a:solidFill>
            <a:ln>
              <a:noFill/>
            </a:ln>
            <a:effectLst/>
          </c:spPr>
          <c:invertIfNegative val="0"/>
          <c:xVal>
            <c:numRef>
              <c:f>Tabelle1!$A$2:$A$7</c:f>
              <c:numCache>
                <c:formatCode>General</c:formatCode>
                <c:ptCount val="6"/>
                <c:pt idx="0">
                  <c:v>2015</c:v>
                </c:pt>
                <c:pt idx="1">
                  <c:v>2016</c:v>
                </c:pt>
                <c:pt idx="2">
                  <c:v>2017</c:v>
                </c:pt>
                <c:pt idx="3">
                  <c:v>2018</c:v>
                </c:pt>
                <c:pt idx="4">
                  <c:v>2019</c:v>
                </c:pt>
                <c:pt idx="5">
                  <c:v>2020</c:v>
                </c:pt>
              </c:numCache>
            </c:numRef>
          </c:xVal>
          <c:yVal>
            <c:numRef>
              <c:f>Tabelle1!$E$2:$E$7</c:f>
              <c:numCache>
                <c:formatCode>General</c:formatCode>
                <c:ptCount val="6"/>
                <c:pt idx="3">
                  <c:v>95</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3-E9A5-45BF-9C55-FB2B1EED3A33}"/>
            </c:ext>
          </c:extLst>
        </c:ser>
        <c:ser>
          <c:idx val="4"/>
          <c:order val="4"/>
          <c:tx>
            <c:strRef>
              <c:f>Tabelle1!$F$1</c:f>
              <c:strCache>
                <c:ptCount val="1"/>
                <c:pt idx="0">
                  <c:v>Data series 5</c:v>
                </c:pt>
              </c:strCache>
            </c:strRef>
          </c:tx>
          <c:spPr>
            <a:solidFill>
              <a:schemeClr val="accent5"/>
            </a:solidFill>
            <a:ln>
              <a:noFill/>
            </a:ln>
            <a:effectLst/>
          </c:spPr>
          <c:invertIfNegative val="0"/>
          <c:dPt>
            <c:idx val="4"/>
            <c:invertIfNegative val="0"/>
            <c:bubble3D val="0"/>
            <c:extLst>
              <c:ext xmlns:c16="http://schemas.microsoft.com/office/drawing/2014/chart" uri="{C3380CC4-5D6E-409C-BE32-E72D297353CC}">
                <c16:uniqueId val="{00000004-E9A5-45BF-9C55-FB2B1EED3A33}"/>
              </c:ext>
            </c:extLst>
          </c:dPt>
          <c:xVal>
            <c:numRef>
              <c:f>Tabelle1!$A$2:$A$7</c:f>
              <c:numCache>
                <c:formatCode>General</c:formatCode>
                <c:ptCount val="6"/>
                <c:pt idx="0">
                  <c:v>2015</c:v>
                </c:pt>
                <c:pt idx="1">
                  <c:v>2016</c:v>
                </c:pt>
                <c:pt idx="2">
                  <c:v>2017</c:v>
                </c:pt>
                <c:pt idx="3">
                  <c:v>2018</c:v>
                </c:pt>
                <c:pt idx="4">
                  <c:v>2019</c:v>
                </c:pt>
                <c:pt idx="5">
                  <c:v>2020</c:v>
                </c:pt>
              </c:numCache>
            </c:numRef>
          </c:xVal>
          <c:yVal>
            <c:numRef>
              <c:f>Tabelle1!$F$2:$F$7</c:f>
              <c:numCache>
                <c:formatCode>General</c:formatCode>
                <c:ptCount val="6"/>
                <c:pt idx="4">
                  <c:v>65</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5-E9A5-45BF-9C55-FB2B1EED3A33}"/>
            </c:ext>
          </c:extLst>
        </c:ser>
        <c:ser>
          <c:idx val="5"/>
          <c:order val="5"/>
          <c:tx>
            <c:strRef>
              <c:f>Tabelle1!$G$1</c:f>
              <c:strCache>
                <c:ptCount val="1"/>
                <c:pt idx="0">
                  <c:v>Data series 6</c:v>
                </c:pt>
              </c:strCache>
            </c:strRef>
          </c:tx>
          <c:spPr>
            <a:solidFill>
              <a:schemeClr val="accent6"/>
            </a:solidFill>
            <a:ln>
              <a:noFill/>
            </a:ln>
            <a:effectLst/>
          </c:spPr>
          <c:invertIfNegative val="0"/>
          <c:xVal>
            <c:numRef>
              <c:f>Tabelle1!$A$2:$A$7</c:f>
              <c:numCache>
                <c:formatCode>General</c:formatCode>
                <c:ptCount val="6"/>
                <c:pt idx="0">
                  <c:v>2015</c:v>
                </c:pt>
                <c:pt idx="1">
                  <c:v>2016</c:v>
                </c:pt>
                <c:pt idx="2">
                  <c:v>2017</c:v>
                </c:pt>
                <c:pt idx="3">
                  <c:v>2018</c:v>
                </c:pt>
                <c:pt idx="4">
                  <c:v>2019</c:v>
                </c:pt>
                <c:pt idx="5">
                  <c:v>2020</c:v>
                </c:pt>
              </c:numCache>
            </c:numRef>
          </c:xVal>
          <c:yVal>
            <c:numRef>
              <c:f>Tabelle1!$G$2:$G$7</c:f>
              <c:numCache>
                <c:formatCode>General</c:formatCode>
                <c:ptCount val="6"/>
                <c:pt idx="5">
                  <c:v>45</c:v>
                </c:pt>
              </c:numCache>
            </c:numRef>
          </c:yVal>
          <c:bubbleSize>
            <c:numLit>
              <c:formatCode>General</c:formatCode>
              <c:ptCount val="6"/>
              <c:pt idx="0">
                <c:v>1</c:v>
              </c:pt>
              <c:pt idx="1">
                <c:v>1</c:v>
              </c:pt>
              <c:pt idx="2">
                <c:v>1</c:v>
              </c:pt>
              <c:pt idx="3">
                <c:v>1</c:v>
              </c:pt>
              <c:pt idx="4">
                <c:v>1</c:v>
              </c:pt>
              <c:pt idx="5">
                <c:v>1</c:v>
              </c:pt>
            </c:numLit>
          </c:bubbleSize>
          <c:bubble3D val="0"/>
          <c:extLst>
            <c:ext xmlns:c16="http://schemas.microsoft.com/office/drawing/2014/chart" uri="{C3380CC4-5D6E-409C-BE32-E72D297353CC}">
              <c16:uniqueId val="{00000006-E9A5-45BF-9C55-FB2B1EED3A33}"/>
            </c:ext>
          </c:extLst>
        </c:ser>
        <c:dLbls>
          <c:showLegendKey val="0"/>
          <c:showVal val="0"/>
          <c:showCatName val="0"/>
          <c:showSerName val="0"/>
          <c:showPercent val="0"/>
          <c:showBubbleSize val="0"/>
        </c:dLbls>
        <c:bubbleScale val="80"/>
        <c:showNegBubbles val="0"/>
        <c:axId val="1399299456"/>
        <c:axId val="1399321728"/>
      </c:bubbleChart>
      <c:valAx>
        <c:axId val="1399299456"/>
        <c:scaling>
          <c:orientation val="minMax"/>
        </c:scaling>
        <c:delete val="0"/>
        <c:axPos val="b"/>
        <c:majorGridlines>
          <c:spPr>
            <a:ln w="6350" cap="flat" cmpd="sng" algn="ctr">
              <a:solidFill>
                <a:srgbClr val="E5E3DE"/>
              </a:solidFill>
              <a:round/>
            </a:ln>
            <a:effectLst/>
          </c:spPr>
        </c:majorGridlines>
        <c:numFmt formatCode="General" sourceLinked="1"/>
        <c:majorTickMark val="none"/>
        <c:minorTickMark val="none"/>
        <c:tickLblPos val="low"/>
        <c:spPr>
          <a:noFill/>
          <a:ln w="12700"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99321728"/>
        <c:crosses val="autoZero"/>
        <c:crossBetween val="midCat"/>
      </c:valAx>
      <c:valAx>
        <c:axId val="1399321728"/>
        <c:scaling>
          <c:orientation val="minMax"/>
        </c:scaling>
        <c:delete val="0"/>
        <c:axPos val="l"/>
        <c:majorGridlines>
          <c:spPr>
            <a:ln w="6350" cap="flat" cmpd="sng" algn="ctr">
              <a:solidFill>
                <a:srgbClr val="E5E3DE"/>
              </a:solidFill>
              <a:round/>
            </a:ln>
            <a:effectLst/>
          </c:spPr>
        </c:majorGridlines>
        <c:numFmt formatCode="General" sourceLinked="0"/>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1399299456"/>
        <c:crosses val="autoZero"/>
        <c:crossBetween val="midCat"/>
      </c:valAx>
      <c:spPr>
        <a:noFill/>
        <a:ln w="6350">
          <a:solidFill>
            <a:srgbClr val="E5E3DE"/>
          </a:solid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legend>
    <c:plotVisOnly val="1"/>
    <c:dispBlanksAs val="gap"/>
    <c:showDLblsOverMax val="0"/>
  </c:chart>
  <c:spPr>
    <a:noFill/>
    <a:ln>
      <a:noFill/>
    </a:ln>
    <a:effectLst/>
  </c:spPr>
  <c:txPr>
    <a:bodyPr/>
    <a:lstStyle/>
    <a:p>
      <a:pPr>
        <a:defRPr sz="1200">
          <a:solidFill>
            <a:schemeClr val="tx1"/>
          </a:solidFill>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en-US" sz="1600" b="1" dirty="0"/>
              <a:t>Diagram title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de-DE"/>
        </a:p>
      </c:txPr>
    </c:title>
    <c:autoTitleDeleted val="0"/>
    <c:plotArea>
      <c:layout>
        <c:manualLayout>
          <c:layoutTarget val="inner"/>
          <c:xMode val="edge"/>
          <c:yMode val="edge"/>
          <c:x val="0.29460854702376449"/>
          <c:y val="0.17338199381552621"/>
          <c:w val="0.29691333241343704"/>
          <c:h val="0.75929110987013892"/>
        </c:manualLayout>
      </c:layout>
      <c:pieChart>
        <c:varyColors val="1"/>
        <c:ser>
          <c:idx val="0"/>
          <c:order val="0"/>
          <c:tx>
            <c:strRef>
              <c:f>Tabelle1!$B$1</c:f>
              <c:strCache>
                <c:ptCount val="1"/>
                <c:pt idx="0">
                  <c:v>Datenreihe 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0553-479D-B07E-78148DB22C4E}"/>
              </c:ext>
            </c:extLst>
          </c:dPt>
          <c:dPt>
            <c:idx val="1"/>
            <c:bubble3D val="0"/>
            <c:spPr>
              <a:solidFill>
                <a:schemeClr val="accent2"/>
              </a:solidFill>
              <a:ln w="19050">
                <a:noFill/>
              </a:ln>
              <a:effectLst/>
            </c:spPr>
            <c:extLst>
              <c:ext xmlns:c16="http://schemas.microsoft.com/office/drawing/2014/chart" uri="{C3380CC4-5D6E-409C-BE32-E72D297353CC}">
                <c16:uniqueId val="{00000003-0553-479D-B07E-78148DB22C4E}"/>
              </c:ext>
            </c:extLst>
          </c:dPt>
          <c:dPt>
            <c:idx val="2"/>
            <c:bubble3D val="0"/>
            <c:spPr>
              <a:solidFill>
                <a:schemeClr val="accent3"/>
              </a:solidFill>
              <a:ln w="19050">
                <a:noFill/>
              </a:ln>
              <a:effectLst/>
            </c:spPr>
            <c:extLst>
              <c:ext xmlns:c16="http://schemas.microsoft.com/office/drawing/2014/chart" uri="{C3380CC4-5D6E-409C-BE32-E72D297353CC}">
                <c16:uniqueId val="{00000005-0553-479D-B07E-78148DB22C4E}"/>
              </c:ext>
            </c:extLst>
          </c:dPt>
          <c:dPt>
            <c:idx val="3"/>
            <c:bubble3D val="0"/>
            <c:spPr>
              <a:solidFill>
                <a:schemeClr val="accent4"/>
              </a:solidFill>
              <a:ln w="19050">
                <a:noFill/>
              </a:ln>
              <a:effectLst/>
            </c:spPr>
            <c:extLst>
              <c:ext xmlns:c16="http://schemas.microsoft.com/office/drawing/2014/chart" uri="{C3380CC4-5D6E-409C-BE32-E72D297353CC}">
                <c16:uniqueId val="{00000007-0553-479D-B07E-78148DB22C4E}"/>
              </c:ext>
            </c:extLst>
          </c:dPt>
          <c:dPt>
            <c:idx val="4"/>
            <c:bubble3D val="0"/>
            <c:spPr>
              <a:solidFill>
                <a:schemeClr val="accent5"/>
              </a:solidFill>
              <a:ln w="19050">
                <a:noFill/>
              </a:ln>
              <a:effectLst/>
            </c:spPr>
            <c:extLst>
              <c:ext xmlns:c16="http://schemas.microsoft.com/office/drawing/2014/chart" uri="{C3380CC4-5D6E-409C-BE32-E72D297353CC}">
                <c16:uniqueId val="{00000009-0553-479D-B07E-78148DB22C4E}"/>
              </c:ext>
            </c:extLst>
          </c:dPt>
          <c:dLbls>
            <c:numFmt formatCode="#,##0.0" sourceLinked="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Tabelle1!$A$2:$A$6</c:f>
              <c:strCache>
                <c:ptCount val="5"/>
                <c:pt idx="0">
                  <c:v>Data series 1</c:v>
                </c:pt>
                <c:pt idx="1">
                  <c:v>Data series 2</c:v>
                </c:pt>
                <c:pt idx="2">
                  <c:v>Data series 3</c:v>
                </c:pt>
                <c:pt idx="3">
                  <c:v>Data series 4</c:v>
                </c:pt>
                <c:pt idx="4">
                  <c:v>Data series 5</c:v>
                </c:pt>
              </c:strCache>
            </c:strRef>
          </c:cat>
          <c:val>
            <c:numRef>
              <c:f>Tabelle1!$B$2:$B$6</c:f>
              <c:numCache>
                <c:formatCode>0.0</c:formatCode>
                <c:ptCount val="5"/>
                <c:pt idx="0">
                  <c:v>25</c:v>
                </c:pt>
                <c:pt idx="1">
                  <c:v>18.3</c:v>
                </c:pt>
                <c:pt idx="2">
                  <c:v>13.9</c:v>
                </c:pt>
                <c:pt idx="3">
                  <c:v>8.5</c:v>
                </c:pt>
                <c:pt idx="4">
                  <c:v>3</c:v>
                </c:pt>
              </c:numCache>
            </c:numRef>
          </c:val>
          <c:extLst>
            <c:ext xmlns:c16="http://schemas.microsoft.com/office/drawing/2014/chart" uri="{C3380CC4-5D6E-409C-BE32-E72D297353CC}">
              <c16:uniqueId val="{0000000B-0553-479D-B07E-78148DB22C4E}"/>
            </c:ext>
          </c:extLst>
        </c:ser>
        <c:dLbls>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de-DE"/>
        </a:p>
      </c:txPr>
    </c:legend>
    <c:plotVisOnly val="1"/>
    <c:dispBlanksAs val="zero"/>
    <c:showDLblsOverMax val="0"/>
  </c:chart>
  <c:spPr>
    <a:noFill/>
    <a:ln>
      <a:noFill/>
    </a:ln>
    <a:effectLst/>
  </c:spPr>
  <c:txPr>
    <a:bodyPr/>
    <a:lstStyle/>
    <a:p>
      <a:pPr>
        <a:defRPr>
          <a:solidFill>
            <a:schemeClr val="tx1"/>
          </a:solidFill>
        </a:defRPr>
      </a:pPr>
      <a:endParaRPr lang="de-D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3.1250000000000002E-3"/>
          <c:w val="1"/>
          <c:h val="0.99375000000000002"/>
        </c:manualLayout>
      </c:layout>
      <c:barChart>
        <c:barDir val="bar"/>
        <c:grouping val="percentStacked"/>
        <c:varyColors val="0"/>
        <c:ser>
          <c:idx val="0"/>
          <c:order val="0"/>
          <c:tx>
            <c:strRef>
              <c:f>Tabelle1!$B$1</c:f>
              <c:strCache>
                <c:ptCount val="1"/>
                <c:pt idx="0">
                  <c:v>Data series 1</c:v>
                </c:pt>
              </c:strCache>
            </c:strRef>
          </c:tx>
          <c:spPr>
            <a:solidFill>
              <a:schemeClr val="accent1"/>
            </a:solidFill>
            <a:ln>
              <a:noFill/>
            </a:ln>
          </c:spPr>
          <c:invertIfNegative val="0"/>
          <c:cat>
            <c:strRef>
              <c:f>Tabelle1!$A$2</c:f>
              <c:strCache>
                <c:ptCount val="1"/>
                <c:pt idx="0">
                  <c:v>Category 1</c:v>
                </c:pt>
              </c:strCache>
            </c:strRef>
          </c:cat>
          <c:val>
            <c:numRef>
              <c:f>Tabelle1!$B$2</c:f>
              <c:numCache>
                <c:formatCode>General</c:formatCode>
                <c:ptCount val="1"/>
                <c:pt idx="0">
                  <c:v>0.67</c:v>
                </c:pt>
              </c:numCache>
            </c:numRef>
          </c:val>
          <c:extLst>
            <c:ext xmlns:c16="http://schemas.microsoft.com/office/drawing/2014/chart" uri="{C3380CC4-5D6E-409C-BE32-E72D297353CC}">
              <c16:uniqueId val="{00000000-13D7-4E90-B868-606CA46E18E9}"/>
            </c:ext>
          </c:extLst>
        </c:ser>
        <c:ser>
          <c:idx val="1"/>
          <c:order val="1"/>
          <c:tx>
            <c:strRef>
              <c:f>Tabelle1!$C$1</c:f>
              <c:strCache>
                <c:ptCount val="1"/>
                <c:pt idx="0">
                  <c:v>Data series 2</c:v>
                </c:pt>
              </c:strCache>
            </c:strRef>
          </c:tx>
          <c:spPr>
            <a:solidFill>
              <a:srgbClr val="E5E3DE"/>
            </a:solidFill>
            <a:ln>
              <a:noFill/>
            </a:ln>
          </c:spPr>
          <c:invertIfNegative val="0"/>
          <c:dPt>
            <c:idx val="0"/>
            <c:invertIfNegative val="0"/>
            <c:bubble3D val="0"/>
            <c:extLst>
              <c:ext xmlns:c16="http://schemas.microsoft.com/office/drawing/2014/chart" uri="{C3380CC4-5D6E-409C-BE32-E72D297353CC}">
                <c16:uniqueId val="{00000001-13D7-4E90-B868-606CA46E18E9}"/>
              </c:ext>
            </c:extLst>
          </c:dPt>
          <c:cat>
            <c:strRef>
              <c:f>Tabelle1!$A$2</c:f>
              <c:strCache>
                <c:ptCount val="1"/>
                <c:pt idx="0">
                  <c:v>Category 1</c:v>
                </c:pt>
              </c:strCache>
            </c:strRef>
          </c:cat>
          <c:val>
            <c:numRef>
              <c:f>Tabelle1!$C$2</c:f>
              <c:numCache>
                <c:formatCode>General</c:formatCode>
                <c:ptCount val="1"/>
                <c:pt idx="0">
                  <c:v>0.32999999999999996</c:v>
                </c:pt>
              </c:numCache>
            </c:numRef>
          </c:val>
          <c:extLst>
            <c:ext xmlns:c16="http://schemas.microsoft.com/office/drawing/2014/chart" uri="{C3380CC4-5D6E-409C-BE32-E72D297353CC}">
              <c16:uniqueId val="{00000002-13D7-4E90-B868-606CA46E18E9}"/>
            </c:ext>
          </c:extLst>
        </c:ser>
        <c:dLbls>
          <c:showLegendKey val="0"/>
          <c:showVal val="0"/>
          <c:showCatName val="0"/>
          <c:showSerName val="0"/>
          <c:showPercent val="0"/>
          <c:showBubbleSize val="0"/>
        </c:dLbls>
        <c:gapWidth val="0"/>
        <c:overlap val="100"/>
        <c:axId val="1400850304"/>
        <c:axId val="1400851840"/>
      </c:barChart>
      <c:catAx>
        <c:axId val="1400850304"/>
        <c:scaling>
          <c:orientation val="minMax"/>
        </c:scaling>
        <c:delete val="1"/>
        <c:axPos val="l"/>
        <c:numFmt formatCode="General" sourceLinked="0"/>
        <c:majorTickMark val="out"/>
        <c:minorTickMark val="none"/>
        <c:tickLblPos val="nextTo"/>
        <c:crossAx val="1400851840"/>
        <c:crosses val="autoZero"/>
        <c:auto val="1"/>
        <c:lblAlgn val="ctr"/>
        <c:lblOffset val="100"/>
        <c:noMultiLvlLbl val="0"/>
      </c:catAx>
      <c:valAx>
        <c:axId val="1400851840"/>
        <c:scaling>
          <c:orientation val="minMax"/>
          <c:max val="1"/>
          <c:min val="0"/>
        </c:scaling>
        <c:delete val="1"/>
        <c:axPos val="b"/>
        <c:numFmt formatCode="0%" sourceLinked="1"/>
        <c:majorTickMark val="out"/>
        <c:minorTickMark val="none"/>
        <c:tickLblPos val="nextTo"/>
        <c:crossAx val="1400850304"/>
        <c:crosses val="autoZero"/>
        <c:crossBetween val="between"/>
      </c:valAx>
    </c:plotArea>
    <c:plotVisOnly val="1"/>
    <c:dispBlanksAs val="gap"/>
    <c:showDLblsOverMax val="0"/>
  </c:chart>
  <c:txPr>
    <a:bodyPr/>
    <a:lstStyle/>
    <a:p>
      <a:pPr>
        <a:defRPr sz="1800"/>
      </a:pPr>
      <a:endParaRPr lang="de-DE"/>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3.1250000000000002E-3"/>
          <c:w val="1"/>
          <c:h val="0.99375000000000002"/>
        </c:manualLayout>
      </c:layout>
      <c:barChart>
        <c:barDir val="bar"/>
        <c:grouping val="percentStacked"/>
        <c:varyColors val="0"/>
        <c:ser>
          <c:idx val="0"/>
          <c:order val="0"/>
          <c:tx>
            <c:strRef>
              <c:f>Tabelle1!$B$1</c:f>
              <c:strCache>
                <c:ptCount val="1"/>
                <c:pt idx="0">
                  <c:v>Data series 1</c:v>
                </c:pt>
              </c:strCache>
            </c:strRef>
          </c:tx>
          <c:spPr>
            <a:solidFill>
              <a:schemeClr val="accent2"/>
            </a:solidFill>
            <a:ln>
              <a:noFill/>
            </a:ln>
          </c:spPr>
          <c:invertIfNegative val="0"/>
          <c:dPt>
            <c:idx val="0"/>
            <c:invertIfNegative val="0"/>
            <c:bubble3D val="0"/>
            <c:extLst>
              <c:ext xmlns:c16="http://schemas.microsoft.com/office/drawing/2014/chart" uri="{C3380CC4-5D6E-409C-BE32-E72D297353CC}">
                <c16:uniqueId val="{00000000-CDB9-4BE6-808C-9DF1B249A27E}"/>
              </c:ext>
            </c:extLst>
          </c:dPt>
          <c:cat>
            <c:strRef>
              <c:f>Tabelle1!$A$2</c:f>
              <c:strCache>
                <c:ptCount val="1"/>
                <c:pt idx="0">
                  <c:v>Category 1</c:v>
                </c:pt>
              </c:strCache>
            </c:strRef>
          </c:cat>
          <c:val>
            <c:numRef>
              <c:f>Tabelle1!$B$2</c:f>
              <c:numCache>
                <c:formatCode>General</c:formatCode>
                <c:ptCount val="1"/>
                <c:pt idx="0">
                  <c:v>0.83</c:v>
                </c:pt>
              </c:numCache>
            </c:numRef>
          </c:val>
          <c:extLst>
            <c:ext xmlns:c16="http://schemas.microsoft.com/office/drawing/2014/chart" uri="{C3380CC4-5D6E-409C-BE32-E72D297353CC}">
              <c16:uniqueId val="{00000001-CDB9-4BE6-808C-9DF1B249A27E}"/>
            </c:ext>
          </c:extLst>
        </c:ser>
        <c:ser>
          <c:idx val="1"/>
          <c:order val="1"/>
          <c:tx>
            <c:strRef>
              <c:f>Tabelle1!$C$1</c:f>
              <c:strCache>
                <c:ptCount val="1"/>
                <c:pt idx="0">
                  <c:v>Data series 2</c:v>
                </c:pt>
              </c:strCache>
            </c:strRef>
          </c:tx>
          <c:spPr>
            <a:solidFill>
              <a:srgbClr val="E5E3DE"/>
            </a:solidFill>
            <a:ln>
              <a:noFill/>
            </a:ln>
          </c:spPr>
          <c:invertIfNegative val="0"/>
          <c:dPt>
            <c:idx val="0"/>
            <c:invertIfNegative val="0"/>
            <c:bubble3D val="0"/>
            <c:extLst>
              <c:ext xmlns:c16="http://schemas.microsoft.com/office/drawing/2014/chart" uri="{C3380CC4-5D6E-409C-BE32-E72D297353CC}">
                <c16:uniqueId val="{00000002-CDB9-4BE6-808C-9DF1B249A27E}"/>
              </c:ext>
            </c:extLst>
          </c:dPt>
          <c:cat>
            <c:strRef>
              <c:f>Tabelle1!$A$2</c:f>
              <c:strCache>
                <c:ptCount val="1"/>
                <c:pt idx="0">
                  <c:v>Category 1</c:v>
                </c:pt>
              </c:strCache>
            </c:strRef>
          </c:cat>
          <c:val>
            <c:numRef>
              <c:f>Tabelle1!$C$2</c:f>
              <c:numCache>
                <c:formatCode>General</c:formatCode>
                <c:ptCount val="1"/>
                <c:pt idx="0">
                  <c:v>0.17000000000000004</c:v>
                </c:pt>
              </c:numCache>
            </c:numRef>
          </c:val>
          <c:extLst>
            <c:ext xmlns:c16="http://schemas.microsoft.com/office/drawing/2014/chart" uri="{C3380CC4-5D6E-409C-BE32-E72D297353CC}">
              <c16:uniqueId val="{00000003-CDB9-4BE6-808C-9DF1B249A27E}"/>
            </c:ext>
          </c:extLst>
        </c:ser>
        <c:dLbls>
          <c:showLegendKey val="0"/>
          <c:showVal val="0"/>
          <c:showCatName val="0"/>
          <c:showSerName val="0"/>
          <c:showPercent val="0"/>
          <c:showBubbleSize val="0"/>
        </c:dLbls>
        <c:gapWidth val="0"/>
        <c:overlap val="100"/>
        <c:axId val="1400939648"/>
        <c:axId val="1400941184"/>
      </c:barChart>
      <c:catAx>
        <c:axId val="1400939648"/>
        <c:scaling>
          <c:orientation val="minMax"/>
        </c:scaling>
        <c:delete val="1"/>
        <c:axPos val="l"/>
        <c:numFmt formatCode="General" sourceLinked="0"/>
        <c:majorTickMark val="out"/>
        <c:minorTickMark val="none"/>
        <c:tickLblPos val="nextTo"/>
        <c:crossAx val="1400941184"/>
        <c:crosses val="autoZero"/>
        <c:auto val="1"/>
        <c:lblAlgn val="ctr"/>
        <c:lblOffset val="100"/>
        <c:noMultiLvlLbl val="0"/>
      </c:catAx>
      <c:valAx>
        <c:axId val="1400941184"/>
        <c:scaling>
          <c:orientation val="minMax"/>
          <c:max val="1"/>
          <c:min val="0"/>
        </c:scaling>
        <c:delete val="1"/>
        <c:axPos val="b"/>
        <c:numFmt formatCode="0%" sourceLinked="1"/>
        <c:majorTickMark val="out"/>
        <c:minorTickMark val="none"/>
        <c:tickLblPos val="nextTo"/>
        <c:crossAx val="1400939648"/>
        <c:crosses val="autoZero"/>
        <c:crossBetween val="between"/>
      </c:valAx>
    </c:plotArea>
    <c:plotVisOnly val="1"/>
    <c:dispBlanksAs val="gap"/>
    <c:showDLblsOverMax val="0"/>
  </c:chart>
  <c:spPr>
    <a:ln>
      <a:noFill/>
    </a:ln>
  </c:spPr>
  <c:txPr>
    <a:bodyPr/>
    <a:lstStyle/>
    <a:p>
      <a:pPr>
        <a:defRPr sz="1800"/>
      </a:pPr>
      <a:endParaRPr lang="de-DE"/>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
          <c:y val="3.1250000000000002E-3"/>
          <c:w val="1"/>
          <c:h val="0.99375000000000002"/>
        </c:manualLayout>
      </c:layout>
      <c:barChart>
        <c:barDir val="bar"/>
        <c:grouping val="percentStacked"/>
        <c:varyColors val="0"/>
        <c:ser>
          <c:idx val="0"/>
          <c:order val="0"/>
          <c:tx>
            <c:strRef>
              <c:f>Tabelle1!$B$1</c:f>
              <c:strCache>
                <c:ptCount val="1"/>
                <c:pt idx="0">
                  <c:v>Data series 1</c:v>
                </c:pt>
              </c:strCache>
            </c:strRef>
          </c:tx>
          <c:spPr>
            <a:solidFill>
              <a:schemeClr val="accent1"/>
            </a:solidFill>
          </c:spPr>
          <c:invertIfNegative val="0"/>
          <c:dPt>
            <c:idx val="0"/>
            <c:invertIfNegative val="0"/>
            <c:bubble3D val="0"/>
            <c:spPr>
              <a:solidFill>
                <a:schemeClr val="accent3"/>
              </a:solidFill>
              <a:ln>
                <a:noFill/>
              </a:ln>
            </c:spPr>
            <c:extLst>
              <c:ext xmlns:c16="http://schemas.microsoft.com/office/drawing/2014/chart" uri="{C3380CC4-5D6E-409C-BE32-E72D297353CC}">
                <c16:uniqueId val="{00000001-D328-4C6E-B5BE-D7029D67F91A}"/>
              </c:ext>
            </c:extLst>
          </c:dPt>
          <c:cat>
            <c:strRef>
              <c:f>Tabelle1!$A$2</c:f>
              <c:strCache>
                <c:ptCount val="1"/>
                <c:pt idx="0">
                  <c:v>Category 1</c:v>
                </c:pt>
              </c:strCache>
            </c:strRef>
          </c:cat>
          <c:val>
            <c:numRef>
              <c:f>Tabelle1!$B$2</c:f>
              <c:numCache>
                <c:formatCode>General</c:formatCode>
                <c:ptCount val="1"/>
                <c:pt idx="0">
                  <c:v>0.93</c:v>
                </c:pt>
              </c:numCache>
            </c:numRef>
          </c:val>
          <c:extLst>
            <c:ext xmlns:c16="http://schemas.microsoft.com/office/drawing/2014/chart" uri="{C3380CC4-5D6E-409C-BE32-E72D297353CC}">
              <c16:uniqueId val="{00000002-D328-4C6E-B5BE-D7029D67F91A}"/>
            </c:ext>
          </c:extLst>
        </c:ser>
        <c:ser>
          <c:idx val="1"/>
          <c:order val="1"/>
          <c:tx>
            <c:strRef>
              <c:f>Tabelle1!$C$1</c:f>
              <c:strCache>
                <c:ptCount val="1"/>
                <c:pt idx="0">
                  <c:v>Data series 2</c:v>
                </c:pt>
              </c:strCache>
            </c:strRef>
          </c:tx>
          <c:spPr>
            <a:solidFill>
              <a:schemeClr val="bg2">
                <a:lumMod val="20000"/>
                <a:lumOff val="80000"/>
              </a:schemeClr>
            </a:solidFill>
            <a:ln>
              <a:noFill/>
            </a:ln>
          </c:spPr>
          <c:invertIfNegative val="0"/>
          <c:dPt>
            <c:idx val="0"/>
            <c:invertIfNegative val="0"/>
            <c:bubble3D val="0"/>
            <c:spPr>
              <a:solidFill>
                <a:srgbClr val="E5E3DE"/>
              </a:solidFill>
              <a:ln>
                <a:noFill/>
              </a:ln>
            </c:spPr>
            <c:extLst>
              <c:ext xmlns:c16="http://schemas.microsoft.com/office/drawing/2014/chart" uri="{C3380CC4-5D6E-409C-BE32-E72D297353CC}">
                <c16:uniqueId val="{00000004-D328-4C6E-B5BE-D7029D67F91A}"/>
              </c:ext>
            </c:extLst>
          </c:dPt>
          <c:cat>
            <c:strRef>
              <c:f>Tabelle1!$A$2</c:f>
              <c:strCache>
                <c:ptCount val="1"/>
                <c:pt idx="0">
                  <c:v>Category 1</c:v>
                </c:pt>
              </c:strCache>
            </c:strRef>
          </c:cat>
          <c:val>
            <c:numRef>
              <c:f>Tabelle1!$C$2</c:f>
              <c:numCache>
                <c:formatCode>General</c:formatCode>
                <c:ptCount val="1"/>
                <c:pt idx="0">
                  <c:v>6.9999999999999951E-2</c:v>
                </c:pt>
              </c:numCache>
            </c:numRef>
          </c:val>
          <c:extLst>
            <c:ext xmlns:c16="http://schemas.microsoft.com/office/drawing/2014/chart" uri="{C3380CC4-5D6E-409C-BE32-E72D297353CC}">
              <c16:uniqueId val="{00000005-D328-4C6E-B5BE-D7029D67F91A}"/>
            </c:ext>
          </c:extLst>
        </c:ser>
        <c:dLbls>
          <c:showLegendKey val="0"/>
          <c:showVal val="0"/>
          <c:showCatName val="0"/>
          <c:showSerName val="0"/>
          <c:showPercent val="0"/>
          <c:showBubbleSize val="0"/>
        </c:dLbls>
        <c:gapWidth val="0"/>
        <c:overlap val="100"/>
        <c:axId val="1400956032"/>
        <c:axId val="1400957568"/>
      </c:barChart>
      <c:catAx>
        <c:axId val="1400956032"/>
        <c:scaling>
          <c:orientation val="minMax"/>
        </c:scaling>
        <c:delete val="1"/>
        <c:axPos val="l"/>
        <c:numFmt formatCode="General" sourceLinked="0"/>
        <c:majorTickMark val="out"/>
        <c:minorTickMark val="none"/>
        <c:tickLblPos val="nextTo"/>
        <c:crossAx val="1400957568"/>
        <c:crosses val="autoZero"/>
        <c:auto val="1"/>
        <c:lblAlgn val="ctr"/>
        <c:lblOffset val="100"/>
        <c:noMultiLvlLbl val="0"/>
      </c:catAx>
      <c:valAx>
        <c:axId val="1400957568"/>
        <c:scaling>
          <c:orientation val="minMax"/>
          <c:max val="1"/>
          <c:min val="0"/>
        </c:scaling>
        <c:delete val="1"/>
        <c:axPos val="b"/>
        <c:numFmt formatCode="0%" sourceLinked="1"/>
        <c:majorTickMark val="out"/>
        <c:minorTickMark val="none"/>
        <c:tickLblPos val="nextTo"/>
        <c:crossAx val="1400956032"/>
        <c:crosses val="autoZero"/>
        <c:crossBetween val="between"/>
      </c:valAx>
    </c:plotArea>
    <c:plotVisOnly val="1"/>
    <c:dispBlanksAs val="gap"/>
    <c:showDLblsOverMax val="0"/>
  </c:chart>
  <c:txPr>
    <a:bodyPr/>
    <a:lstStyle/>
    <a:p>
      <a:pPr>
        <a:defRPr sz="1800"/>
      </a:pPr>
      <a:endParaRPr lang="de-DE"/>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Tabelle1!$B$1</c:f>
              <c:strCache>
                <c:ptCount val="1"/>
                <c:pt idx="0">
                  <c:v>Data series 1</c:v>
                </c:pt>
              </c:strCache>
            </c:strRef>
          </c:tx>
          <c:spPr>
            <a:solidFill>
              <a:srgbClr val="08312A"/>
            </a:solidFill>
          </c:spPr>
          <c:invertIfNegative val="1"/>
          <c:dPt>
            <c:idx val="0"/>
            <c:invertIfNegative val="1"/>
            <c:bubble3D val="0"/>
            <c:spPr>
              <a:solidFill>
                <a:srgbClr val="08312A"/>
              </a:solidFill>
            </c:spPr>
            <c:extLst>
              <c:ext xmlns:c16="http://schemas.microsoft.com/office/drawing/2014/chart" uri="{C3380CC4-5D6E-409C-BE32-E72D297353CC}">
                <c16:uniqueId val="{00000001-2B2B-4113-8749-336E78AAB7CC}"/>
              </c:ext>
            </c:extLst>
          </c:dPt>
          <c:cat>
            <c:strRef>
              <c:f>Tabelle1!$A$2</c:f>
              <c:strCache>
                <c:ptCount val="1"/>
                <c:pt idx="0">
                  <c:v>Category 1</c:v>
                </c:pt>
              </c:strCache>
            </c:strRef>
          </c:cat>
          <c:val>
            <c:numRef>
              <c:f>Tabelle1!$B$2</c:f>
              <c:numCache>
                <c:formatCode>General</c:formatCode>
                <c:ptCount val="1"/>
                <c:pt idx="0">
                  <c:v>4</c:v>
                </c:pt>
              </c:numCache>
            </c:numRef>
          </c:val>
          <c:extLst>
            <c:ext xmlns:c14="http://schemas.microsoft.com/office/drawing/2007/8/2/chart" uri="{6F2FDCE9-48DA-4B69-8628-5D25D57E5C99}">
              <c14:invertSolidFillFmt>
                <c14:spPr xmlns:c14="http://schemas.microsoft.com/office/drawing/2007/8/2/chart">
                  <a:solidFill>
                    <a:srgbClr val="E5E3DE"/>
                  </a:solidFill>
                </c14:spPr>
              </c14:invertSolidFillFmt>
            </c:ext>
            <c:ext xmlns:c16="http://schemas.microsoft.com/office/drawing/2014/chart" uri="{C3380CC4-5D6E-409C-BE32-E72D297353CC}">
              <c16:uniqueId val="{00000002-2B2B-4113-8749-336E78AAB7CC}"/>
            </c:ext>
          </c:extLst>
        </c:ser>
        <c:dLbls>
          <c:showLegendKey val="0"/>
          <c:showVal val="0"/>
          <c:showCatName val="0"/>
          <c:showSerName val="0"/>
          <c:showPercent val="0"/>
          <c:showBubbleSize val="0"/>
        </c:dLbls>
        <c:gapWidth val="0"/>
        <c:axId val="1412030464"/>
        <c:axId val="1412032000"/>
      </c:barChart>
      <c:catAx>
        <c:axId val="1412030464"/>
        <c:scaling>
          <c:orientation val="minMax"/>
        </c:scaling>
        <c:delete val="1"/>
        <c:axPos val="l"/>
        <c:numFmt formatCode="General" sourceLinked="0"/>
        <c:majorTickMark val="out"/>
        <c:minorTickMark val="none"/>
        <c:tickLblPos val="none"/>
        <c:crossAx val="1412032000"/>
        <c:crosses val="autoZero"/>
        <c:auto val="1"/>
        <c:lblAlgn val="ctr"/>
        <c:lblOffset val="100"/>
        <c:noMultiLvlLbl val="0"/>
      </c:catAx>
      <c:valAx>
        <c:axId val="1412032000"/>
        <c:scaling>
          <c:orientation val="minMax"/>
          <c:max val="10"/>
          <c:min val="0"/>
        </c:scaling>
        <c:delete val="0"/>
        <c:axPos val="b"/>
        <c:numFmt formatCode="General" sourceLinked="1"/>
        <c:majorTickMark val="out"/>
        <c:minorTickMark val="out"/>
        <c:tickLblPos val="none"/>
        <c:spPr>
          <a:ln w="6350">
            <a:solidFill>
              <a:schemeClr val="tx1"/>
            </a:solidFill>
          </a:ln>
        </c:spPr>
        <c:crossAx val="1412030464"/>
        <c:crosses val="autoZero"/>
        <c:crossBetween val="between"/>
      </c:valAx>
      <c:spPr>
        <a:solidFill>
          <a:srgbClr val="E5E3DE"/>
        </a:solidFill>
      </c:spPr>
    </c:plotArea>
    <c:plotVisOnly val="1"/>
    <c:dispBlanksAs val="gap"/>
    <c:showDLblsOverMax val="0"/>
  </c:chart>
  <c:txPr>
    <a:bodyPr/>
    <a:lstStyle/>
    <a:p>
      <a:pPr>
        <a:defRPr sz="1800"/>
      </a:pPr>
      <a:endParaRPr lang="de-DE"/>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Tabelle1!$B$1</c:f>
              <c:strCache>
                <c:ptCount val="1"/>
                <c:pt idx="0">
                  <c:v>Data series 1</c:v>
                </c:pt>
              </c:strCache>
            </c:strRef>
          </c:tx>
          <c:spPr>
            <a:solidFill>
              <a:srgbClr val="00E47C"/>
            </a:solidFill>
          </c:spPr>
          <c:invertIfNegative val="1"/>
          <c:dPt>
            <c:idx val="0"/>
            <c:invertIfNegative val="1"/>
            <c:bubble3D val="0"/>
            <c:spPr>
              <a:solidFill>
                <a:schemeClr val="accent1"/>
              </a:solidFill>
            </c:spPr>
            <c:extLst>
              <c:ext xmlns:c16="http://schemas.microsoft.com/office/drawing/2014/chart" uri="{C3380CC4-5D6E-409C-BE32-E72D297353CC}">
                <c16:uniqueId val="{00000001-2B2B-4113-8749-336E78AAB7CC}"/>
              </c:ext>
            </c:extLst>
          </c:dPt>
          <c:cat>
            <c:strRef>
              <c:f>Tabelle1!$A$2</c:f>
              <c:strCache>
                <c:ptCount val="1"/>
                <c:pt idx="0">
                  <c:v>Category 1</c:v>
                </c:pt>
              </c:strCache>
            </c:strRef>
          </c:cat>
          <c:val>
            <c:numRef>
              <c:f>Tabelle1!$B$2</c:f>
              <c:numCache>
                <c:formatCode>General</c:formatCode>
                <c:ptCount val="1"/>
                <c:pt idx="0">
                  <c:v>10</c:v>
                </c:pt>
              </c:numCache>
            </c:numRef>
          </c:val>
          <c:extLst>
            <c:ext xmlns:c14="http://schemas.microsoft.com/office/drawing/2007/8/2/chart" uri="{6F2FDCE9-48DA-4B69-8628-5D25D57E5C99}">
              <c14:invertSolidFillFmt>
                <c14:spPr xmlns:c14="http://schemas.microsoft.com/office/drawing/2007/8/2/chart">
                  <a:solidFill>
                    <a:srgbClr val="B50F22"/>
                  </a:solidFill>
                </c14:spPr>
              </c14:invertSolidFillFmt>
            </c:ext>
            <c:ext xmlns:c16="http://schemas.microsoft.com/office/drawing/2014/chart" uri="{C3380CC4-5D6E-409C-BE32-E72D297353CC}">
              <c16:uniqueId val="{00000002-2B2B-4113-8749-336E78AAB7CC}"/>
            </c:ext>
          </c:extLst>
        </c:ser>
        <c:dLbls>
          <c:showLegendKey val="0"/>
          <c:showVal val="0"/>
          <c:showCatName val="0"/>
          <c:showSerName val="0"/>
          <c:showPercent val="0"/>
          <c:showBubbleSize val="0"/>
        </c:dLbls>
        <c:gapWidth val="0"/>
        <c:axId val="1412030464"/>
        <c:axId val="1412032000"/>
      </c:barChart>
      <c:catAx>
        <c:axId val="1412030464"/>
        <c:scaling>
          <c:orientation val="minMax"/>
        </c:scaling>
        <c:delete val="1"/>
        <c:axPos val="l"/>
        <c:numFmt formatCode="General" sourceLinked="0"/>
        <c:majorTickMark val="out"/>
        <c:minorTickMark val="none"/>
        <c:tickLblPos val="none"/>
        <c:crossAx val="1412032000"/>
        <c:crosses val="autoZero"/>
        <c:auto val="1"/>
        <c:lblAlgn val="ctr"/>
        <c:lblOffset val="100"/>
        <c:noMultiLvlLbl val="0"/>
      </c:catAx>
      <c:valAx>
        <c:axId val="1412032000"/>
        <c:scaling>
          <c:orientation val="minMax"/>
          <c:max val="10"/>
          <c:min val="0"/>
        </c:scaling>
        <c:delete val="0"/>
        <c:axPos val="b"/>
        <c:numFmt formatCode="General" sourceLinked="1"/>
        <c:majorTickMark val="out"/>
        <c:minorTickMark val="out"/>
        <c:tickLblPos val="none"/>
        <c:spPr>
          <a:ln w="6350">
            <a:solidFill>
              <a:schemeClr val="tx1"/>
            </a:solidFill>
          </a:ln>
        </c:spPr>
        <c:crossAx val="1412030464"/>
        <c:crosses val="autoZero"/>
        <c:crossBetween val="between"/>
      </c:valAx>
      <c:spPr>
        <a:solidFill>
          <a:srgbClr val="E5E3DE"/>
        </a:solidFill>
      </c:spPr>
    </c:plotArea>
    <c:plotVisOnly val="1"/>
    <c:dispBlanksAs val="gap"/>
    <c:showDLblsOverMax val="0"/>
  </c:chart>
  <c:txPr>
    <a:bodyPr/>
    <a:lstStyle/>
    <a:p>
      <a:pPr>
        <a:defRPr sz="1800"/>
      </a:pPr>
      <a:endParaRPr lang="de-DE"/>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Tabelle1!$B$1</c:f>
              <c:strCache>
                <c:ptCount val="1"/>
                <c:pt idx="0">
                  <c:v>Data series 1</c:v>
                </c:pt>
              </c:strCache>
            </c:strRef>
          </c:tx>
          <c:spPr>
            <a:solidFill>
              <a:srgbClr val="08312A"/>
            </a:solidFill>
          </c:spPr>
          <c:invertIfNegative val="1"/>
          <c:dPt>
            <c:idx val="0"/>
            <c:invertIfNegative val="1"/>
            <c:bubble3D val="0"/>
            <c:spPr>
              <a:solidFill>
                <a:srgbClr val="08312A"/>
              </a:solidFill>
            </c:spPr>
            <c:extLst>
              <c:ext xmlns:c16="http://schemas.microsoft.com/office/drawing/2014/chart" uri="{C3380CC4-5D6E-409C-BE32-E72D297353CC}">
                <c16:uniqueId val="{00000001-2B2B-4113-8749-336E78AAB7CC}"/>
              </c:ext>
            </c:extLst>
          </c:dPt>
          <c:cat>
            <c:strRef>
              <c:f>Tabelle1!$A$2</c:f>
              <c:strCache>
                <c:ptCount val="1"/>
                <c:pt idx="0">
                  <c:v>Category 1</c:v>
                </c:pt>
              </c:strCache>
            </c:strRef>
          </c:cat>
          <c:val>
            <c:numRef>
              <c:f>Tabelle1!$B$2</c:f>
              <c:numCache>
                <c:formatCode>General</c:formatCode>
                <c:ptCount val="1"/>
                <c:pt idx="0">
                  <c:v>6</c:v>
                </c:pt>
              </c:numCache>
            </c:numRef>
          </c:val>
          <c:extLst>
            <c:ext xmlns:c14="http://schemas.microsoft.com/office/drawing/2007/8/2/chart" uri="{6F2FDCE9-48DA-4B69-8628-5D25D57E5C99}">
              <c14:invertSolidFillFmt>
                <c14:spPr xmlns:c14="http://schemas.microsoft.com/office/drawing/2007/8/2/chart">
                  <a:solidFill>
                    <a:srgbClr val="E5E3DE"/>
                  </a:solidFill>
                </c14:spPr>
              </c14:invertSolidFillFmt>
            </c:ext>
            <c:ext xmlns:c16="http://schemas.microsoft.com/office/drawing/2014/chart" uri="{C3380CC4-5D6E-409C-BE32-E72D297353CC}">
              <c16:uniqueId val="{00000002-2B2B-4113-8749-336E78AAB7CC}"/>
            </c:ext>
          </c:extLst>
        </c:ser>
        <c:dLbls>
          <c:showLegendKey val="0"/>
          <c:showVal val="0"/>
          <c:showCatName val="0"/>
          <c:showSerName val="0"/>
          <c:showPercent val="0"/>
          <c:showBubbleSize val="0"/>
        </c:dLbls>
        <c:gapWidth val="0"/>
        <c:axId val="1412030464"/>
        <c:axId val="1412032000"/>
      </c:barChart>
      <c:catAx>
        <c:axId val="1412030464"/>
        <c:scaling>
          <c:orientation val="minMax"/>
        </c:scaling>
        <c:delete val="1"/>
        <c:axPos val="l"/>
        <c:numFmt formatCode="General" sourceLinked="0"/>
        <c:majorTickMark val="out"/>
        <c:minorTickMark val="none"/>
        <c:tickLblPos val="none"/>
        <c:crossAx val="1412032000"/>
        <c:crosses val="autoZero"/>
        <c:auto val="1"/>
        <c:lblAlgn val="ctr"/>
        <c:lblOffset val="100"/>
        <c:noMultiLvlLbl val="0"/>
      </c:catAx>
      <c:valAx>
        <c:axId val="1412032000"/>
        <c:scaling>
          <c:orientation val="minMax"/>
          <c:max val="10"/>
          <c:min val="0"/>
        </c:scaling>
        <c:delete val="0"/>
        <c:axPos val="b"/>
        <c:numFmt formatCode="General" sourceLinked="1"/>
        <c:majorTickMark val="out"/>
        <c:minorTickMark val="out"/>
        <c:tickLblPos val="none"/>
        <c:spPr>
          <a:ln w="6350">
            <a:solidFill>
              <a:schemeClr val="tx1"/>
            </a:solidFill>
          </a:ln>
        </c:spPr>
        <c:crossAx val="1412030464"/>
        <c:crosses val="autoZero"/>
        <c:crossBetween val="between"/>
      </c:valAx>
      <c:spPr>
        <a:solidFill>
          <a:srgbClr val="E5E3DE"/>
        </a:solidFill>
      </c:spPr>
    </c:plotArea>
    <c:plotVisOnly val="1"/>
    <c:dispBlanksAs val="gap"/>
    <c:showDLblsOverMax val="0"/>
  </c:chart>
  <c:txPr>
    <a:bodyPr/>
    <a:lstStyle/>
    <a:p>
      <a:pPr>
        <a:defRPr sz="1800"/>
      </a:pPr>
      <a:endParaRPr lang="de-DE"/>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barChart>
        <c:barDir val="bar"/>
        <c:grouping val="clustered"/>
        <c:varyColors val="0"/>
        <c:ser>
          <c:idx val="0"/>
          <c:order val="0"/>
          <c:tx>
            <c:strRef>
              <c:f>Tabelle1!$B$1</c:f>
              <c:strCache>
                <c:ptCount val="1"/>
                <c:pt idx="0">
                  <c:v>Data series 1</c:v>
                </c:pt>
              </c:strCache>
            </c:strRef>
          </c:tx>
          <c:spPr>
            <a:solidFill>
              <a:srgbClr val="08312A"/>
            </a:solidFill>
          </c:spPr>
          <c:invertIfNegative val="1"/>
          <c:dPt>
            <c:idx val="0"/>
            <c:invertIfNegative val="1"/>
            <c:bubble3D val="0"/>
            <c:spPr>
              <a:solidFill>
                <a:srgbClr val="08312A"/>
              </a:solidFill>
            </c:spPr>
            <c:extLst>
              <c:ext xmlns:c16="http://schemas.microsoft.com/office/drawing/2014/chart" uri="{C3380CC4-5D6E-409C-BE32-E72D297353CC}">
                <c16:uniqueId val="{00000001-2B2B-4113-8749-336E78AAB7CC}"/>
              </c:ext>
            </c:extLst>
          </c:dPt>
          <c:cat>
            <c:strRef>
              <c:f>Tabelle1!$A$2</c:f>
              <c:strCache>
                <c:ptCount val="1"/>
                <c:pt idx="0">
                  <c:v>Category 1</c:v>
                </c:pt>
              </c:strCache>
            </c:strRef>
          </c:cat>
          <c:val>
            <c:numRef>
              <c:f>Tabelle1!$B$2</c:f>
              <c:numCache>
                <c:formatCode>General</c:formatCode>
                <c:ptCount val="1"/>
                <c:pt idx="0">
                  <c:v>1</c:v>
                </c:pt>
              </c:numCache>
            </c:numRef>
          </c:val>
          <c:extLst>
            <c:ext xmlns:c14="http://schemas.microsoft.com/office/drawing/2007/8/2/chart" uri="{6F2FDCE9-48DA-4B69-8628-5D25D57E5C99}">
              <c14:invertSolidFillFmt>
                <c14:spPr xmlns:c14="http://schemas.microsoft.com/office/drawing/2007/8/2/chart">
                  <a:solidFill>
                    <a:srgbClr val="E5E3DE"/>
                  </a:solidFill>
                </c14:spPr>
              </c14:invertSolidFillFmt>
            </c:ext>
            <c:ext xmlns:c16="http://schemas.microsoft.com/office/drawing/2014/chart" uri="{C3380CC4-5D6E-409C-BE32-E72D297353CC}">
              <c16:uniqueId val="{00000002-2B2B-4113-8749-336E78AAB7CC}"/>
            </c:ext>
          </c:extLst>
        </c:ser>
        <c:dLbls>
          <c:showLegendKey val="0"/>
          <c:showVal val="0"/>
          <c:showCatName val="0"/>
          <c:showSerName val="0"/>
          <c:showPercent val="0"/>
          <c:showBubbleSize val="0"/>
        </c:dLbls>
        <c:gapWidth val="0"/>
        <c:axId val="1412030464"/>
        <c:axId val="1412032000"/>
      </c:barChart>
      <c:catAx>
        <c:axId val="1412030464"/>
        <c:scaling>
          <c:orientation val="minMax"/>
        </c:scaling>
        <c:delete val="1"/>
        <c:axPos val="l"/>
        <c:numFmt formatCode="General" sourceLinked="0"/>
        <c:majorTickMark val="out"/>
        <c:minorTickMark val="none"/>
        <c:tickLblPos val="none"/>
        <c:crossAx val="1412032000"/>
        <c:crosses val="autoZero"/>
        <c:auto val="1"/>
        <c:lblAlgn val="ctr"/>
        <c:lblOffset val="100"/>
        <c:noMultiLvlLbl val="0"/>
      </c:catAx>
      <c:valAx>
        <c:axId val="1412032000"/>
        <c:scaling>
          <c:orientation val="minMax"/>
          <c:max val="10"/>
          <c:min val="0"/>
        </c:scaling>
        <c:delete val="0"/>
        <c:axPos val="b"/>
        <c:numFmt formatCode="General" sourceLinked="1"/>
        <c:majorTickMark val="out"/>
        <c:minorTickMark val="out"/>
        <c:tickLblPos val="none"/>
        <c:spPr>
          <a:ln w="6350">
            <a:solidFill>
              <a:schemeClr val="tx1"/>
            </a:solidFill>
          </a:ln>
        </c:spPr>
        <c:crossAx val="1412030464"/>
        <c:crosses val="autoZero"/>
        <c:crossBetween val="between"/>
      </c:valAx>
      <c:spPr>
        <a:solidFill>
          <a:srgbClr val="E5E3DE"/>
        </a:solidFill>
      </c:spPr>
    </c:plotArea>
    <c:plotVisOnly val="1"/>
    <c:dispBlanksAs val="gap"/>
    <c:showDLblsOverMax val="0"/>
  </c:chart>
  <c:txPr>
    <a:bodyPr/>
    <a:lstStyle/>
    <a:p>
      <a:pPr>
        <a:defRPr sz="1800"/>
      </a:pPr>
      <a:endParaRPr lang="de-DE"/>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6208414-63E5-4F02-90C1-1083AB123697}"/>
              </a:ext>
            </a:extLst>
          </p:cNvPr>
          <p:cNvSpPr>
            <a:spLocks noGrp="1"/>
          </p:cNvSpPr>
          <p:nvPr>
            <p:ph type="ftr" sz="quarter" idx="2"/>
          </p:nvPr>
        </p:nvSpPr>
        <p:spPr>
          <a:xfrm>
            <a:off x="483022" y="8640452"/>
            <a:ext cx="5148000" cy="216000"/>
          </a:xfrm>
          <a:prstGeom prst="rect">
            <a:avLst/>
          </a:prstGeom>
        </p:spPr>
        <p:txBody>
          <a:bodyPr vert="horz" lIns="0" tIns="0" rIns="0" bIns="0" rtlCol="0" anchor="b">
            <a:noAutofit/>
          </a:bodyPr>
          <a:lstStyle>
            <a:lvl1pPr algn="l">
              <a:defRPr sz="1200"/>
            </a:lvl1pPr>
          </a:lstStyle>
          <a:p>
            <a:r>
              <a:rPr lang="en-US" sz="800" dirty="0">
                <a:solidFill>
                  <a:schemeClr val="bg2"/>
                </a:solidFill>
                <a:latin typeface="Boehringer Forward Text" panose="02000500000000020000" pitchFamily="2" charset="0"/>
              </a:rPr>
              <a:t>Presentation title    |    ONLY FOR INTERNAL USE</a:t>
            </a:r>
          </a:p>
        </p:txBody>
      </p:sp>
      <p:sp>
        <p:nvSpPr>
          <p:cNvPr id="5" name="Slide Number Placeholder 4">
            <a:extLst>
              <a:ext uri="{FF2B5EF4-FFF2-40B4-BE49-F238E27FC236}">
                <a16:creationId xmlns:a16="http://schemas.microsoft.com/office/drawing/2014/main" id="{63298000-5EC0-49A7-A832-DD2DED39A0D1}"/>
              </a:ext>
            </a:extLst>
          </p:cNvPr>
          <p:cNvSpPr>
            <a:spLocks noGrp="1"/>
          </p:cNvSpPr>
          <p:nvPr>
            <p:ph type="sldNum" sz="quarter" idx="3"/>
          </p:nvPr>
        </p:nvSpPr>
        <p:spPr>
          <a:xfrm>
            <a:off x="6026812" y="8640452"/>
            <a:ext cx="360040" cy="216000"/>
          </a:xfrm>
          <a:prstGeom prst="rect">
            <a:avLst/>
          </a:prstGeom>
        </p:spPr>
        <p:txBody>
          <a:bodyPr vert="horz" lIns="0" tIns="0" rIns="0" bIns="0" rtlCol="0" anchor="b">
            <a:noAutofit/>
          </a:bodyPr>
          <a:lstStyle>
            <a:lvl1pPr algn="r">
              <a:defRPr sz="1200"/>
            </a:lvl1pPr>
          </a:lstStyle>
          <a:p>
            <a:fld id="{D388EF01-4040-4B6C-80FD-9D313BD6F632}" type="slidenum">
              <a:rPr lang="en-US" sz="800" smtClean="0">
                <a:solidFill>
                  <a:schemeClr val="bg2"/>
                </a:solidFill>
                <a:latin typeface="Boehringer Forward Text" panose="02000500000000020000" pitchFamily="2" charset="0"/>
              </a:rPr>
              <a:pPr/>
              <a:t>‹#›</a:t>
            </a:fld>
            <a:endParaRPr lang="en-US" sz="800" dirty="0">
              <a:solidFill>
                <a:schemeClr val="bg2"/>
              </a:solidFill>
              <a:latin typeface="Boehringer Forward Text" panose="02000500000000020000" pitchFamily="2" charset="0"/>
            </a:endParaRPr>
          </a:p>
        </p:txBody>
      </p:sp>
    </p:spTree>
    <p:extLst>
      <p:ext uri="{BB962C8B-B14F-4D97-AF65-F5344CB8AC3E}">
        <p14:creationId xmlns:p14="http://schemas.microsoft.com/office/powerpoint/2010/main" val="4013944680"/>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75566" y="611560"/>
            <a:ext cx="5904000" cy="3321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79425" y="4103948"/>
            <a:ext cx="5903913" cy="3897052"/>
          </a:xfrm>
          <a:prstGeom prst="rect">
            <a:avLst/>
          </a:prstGeom>
        </p:spPr>
        <p:txBody>
          <a:bodyPr vert="horz" lIns="0" tIns="0" rIns="0" bIns="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8" name="Footer Placeholder 3">
            <a:extLst>
              <a:ext uri="{FF2B5EF4-FFF2-40B4-BE49-F238E27FC236}">
                <a16:creationId xmlns:a16="http://schemas.microsoft.com/office/drawing/2014/main" id="{5B82265E-FCCE-3032-9319-779A0A3FC97F}"/>
              </a:ext>
            </a:extLst>
          </p:cNvPr>
          <p:cNvSpPr>
            <a:spLocks noGrp="1"/>
          </p:cNvSpPr>
          <p:nvPr>
            <p:ph type="ftr" sz="quarter" idx="4"/>
          </p:nvPr>
        </p:nvSpPr>
        <p:spPr>
          <a:xfrm>
            <a:off x="483022" y="8640452"/>
            <a:ext cx="5148000" cy="216000"/>
          </a:xfrm>
          <a:prstGeom prst="rect">
            <a:avLst/>
          </a:prstGeom>
        </p:spPr>
        <p:txBody>
          <a:bodyPr vert="horz" lIns="0" tIns="0" rIns="0" bIns="0" rtlCol="0" anchor="b">
            <a:noAutofit/>
          </a:bodyPr>
          <a:lstStyle>
            <a:lvl1pPr algn="l">
              <a:defRPr sz="1200">
                <a:latin typeface="Boehringer Forward Text" panose="02000500000000020000" pitchFamily="2" charset="0"/>
              </a:defRPr>
            </a:lvl1pPr>
          </a:lstStyle>
          <a:p>
            <a:r>
              <a:rPr lang="en-US" sz="800" dirty="0">
                <a:solidFill>
                  <a:schemeClr val="bg2"/>
                </a:solidFill>
              </a:rPr>
              <a:t>Presentation title    |    ONLY FOR INTERNAL USE</a:t>
            </a:r>
          </a:p>
        </p:txBody>
      </p:sp>
      <p:sp>
        <p:nvSpPr>
          <p:cNvPr id="9" name="Slide Number Placeholder 4">
            <a:extLst>
              <a:ext uri="{FF2B5EF4-FFF2-40B4-BE49-F238E27FC236}">
                <a16:creationId xmlns:a16="http://schemas.microsoft.com/office/drawing/2014/main" id="{73E0AC08-0105-C885-9273-72FE8FC54C80}"/>
              </a:ext>
            </a:extLst>
          </p:cNvPr>
          <p:cNvSpPr>
            <a:spLocks noGrp="1"/>
          </p:cNvSpPr>
          <p:nvPr>
            <p:ph type="sldNum" sz="quarter" idx="5"/>
          </p:nvPr>
        </p:nvSpPr>
        <p:spPr>
          <a:xfrm>
            <a:off x="6026812" y="8640452"/>
            <a:ext cx="360040" cy="216000"/>
          </a:xfrm>
          <a:prstGeom prst="rect">
            <a:avLst/>
          </a:prstGeom>
        </p:spPr>
        <p:txBody>
          <a:bodyPr vert="horz" lIns="0" tIns="0" rIns="0" bIns="0" rtlCol="0" anchor="b">
            <a:noAutofit/>
          </a:bodyPr>
          <a:lstStyle>
            <a:lvl1pPr algn="r">
              <a:defRPr sz="1200">
                <a:latin typeface="Boehringer Forward Text" panose="02000500000000020000" pitchFamily="2" charset="0"/>
              </a:defRPr>
            </a:lvl1pPr>
          </a:lstStyle>
          <a:p>
            <a:fld id="{D388EF01-4040-4B6C-80FD-9D313BD6F632}" type="slidenum">
              <a:rPr lang="en-US" sz="800" smtClean="0">
                <a:solidFill>
                  <a:schemeClr val="bg2"/>
                </a:solidFill>
              </a:rPr>
              <a:pPr/>
              <a:t>‹#›</a:t>
            </a:fld>
            <a:endParaRPr lang="en-US" sz="800" dirty="0">
              <a:solidFill>
                <a:schemeClr val="bg2"/>
              </a:solidFill>
            </a:endParaRPr>
          </a:p>
        </p:txBody>
      </p:sp>
    </p:spTree>
    <p:extLst>
      <p:ext uri="{BB962C8B-B14F-4D97-AF65-F5344CB8AC3E}">
        <p14:creationId xmlns:p14="http://schemas.microsoft.com/office/powerpoint/2010/main" val="122120379"/>
      </p:ext>
    </p:extLst>
  </p:cSld>
  <p:clrMap bg1="lt1" tx1="dk1" bg2="lt2" tx2="dk2" accent1="accent1" accent2="accent2" accent3="accent3" accent4="accent4" accent5="accent5" accent6="accent6" hlink="hlink" folHlink="folHlink"/>
  <p:hf hdr="0" dt="0"/>
  <p:notesStyle>
    <a:lvl1pPr marL="144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1pPr>
    <a:lvl2pPr marL="288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2pPr>
    <a:lvl3pPr marL="432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3pPr>
    <a:lvl4pPr marL="576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4pPr>
    <a:lvl5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5pPr>
    <a:lvl6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6pPr>
    <a:lvl7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7pPr>
    <a:lvl8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8pPr>
    <a:lvl9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dirty="0">
              <a:solidFill>
                <a:schemeClr val="bg2"/>
              </a:solidFill>
            </a:endParaRPr>
          </a:p>
        </p:txBody>
      </p:sp>
    </p:spTree>
    <p:extLst>
      <p:ext uri="{BB962C8B-B14F-4D97-AF65-F5344CB8AC3E}">
        <p14:creationId xmlns:p14="http://schemas.microsoft.com/office/powerpoint/2010/main" val="3203215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2</a:t>
            </a:fld>
            <a:endParaRPr lang="en-US" sz="800" dirty="0">
              <a:solidFill>
                <a:schemeClr val="bg2"/>
              </a:solidFill>
            </a:endParaRPr>
          </a:p>
        </p:txBody>
      </p:sp>
    </p:spTree>
    <p:extLst>
      <p:ext uri="{BB962C8B-B14F-4D97-AF65-F5344CB8AC3E}">
        <p14:creationId xmlns:p14="http://schemas.microsoft.com/office/powerpoint/2010/main" val="1557690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3</a:t>
            </a:fld>
            <a:endParaRPr lang="en-US" sz="800" dirty="0">
              <a:solidFill>
                <a:schemeClr val="bg2"/>
              </a:solidFill>
            </a:endParaRPr>
          </a:p>
        </p:txBody>
      </p:sp>
    </p:spTree>
    <p:extLst>
      <p:ext uri="{BB962C8B-B14F-4D97-AF65-F5344CB8AC3E}">
        <p14:creationId xmlns:p14="http://schemas.microsoft.com/office/powerpoint/2010/main" val="3318457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5" name="Fußzeilenplatzhalter 3">
            <a:extLst>
              <a:ext uri="{FF2B5EF4-FFF2-40B4-BE49-F238E27FC236}">
                <a16:creationId xmlns:a16="http://schemas.microsoft.com/office/drawing/2014/main" id="{59E55F30-1F20-3D71-477B-0741C6A20306}"/>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6" name="Foliennummernplatzhalter 4">
            <a:extLst>
              <a:ext uri="{FF2B5EF4-FFF2-40B4-BE49-F238E27FC236}">
                <a16:creationId xmlns:a16="http://schemas.microsoft.com/office/drawing/2014/main" id="{85AC8D2C-EFE6-ECB1-82AB-9AF9BBB18C26}"/>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4</a:t>
            </a:fld>
            <a:endParaRPr lang="en-US" sz="800" dirty="0">
              <a:solidFill>
                <a:schemeClr val="bg2"/>
              </a:solidFill>
            </a:endParaRPr>
          </a:p>
        </p:txBody>
      </p:sp>
    </p:spTree>
    <p:extLst>
      <p:ext uri="{BB962C8B-B14F-4D97-AF65-F5344CB8AC3E}">
        <p14:creationId xmlns:p14="http://schemas.microsoft.com/office/powerpoint/2010/main" val="3334804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5</a:t>
            </a:fld>
            <a:endParaRPr lang="en-US" sz="800" dirty="0">
              <a:solidFill>
                <a:schemeClr val="bg2"/>
              </a:solidFill>
            </a:endParaRPr>
          </a:p>
        </p:txBody>
      </p:sp>
    </p:spTree>
    <p:extLst>
      <p:ext uri="{BB962C8B-B14F-4D97-AF65-F5344CB8AC3E}">
        <p14:creationId xmlns:p14="http://schemas.microsoft.com/office/powerpoint/2010/main" val="3605699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6</a:t>
            </a:fld>
            <a:endParaRPr lang="en-US" sz="800" dirty="0">
              <a:solidFill>
                <a:schemeClr val="bg2"/>
              </a:solidFill>
            </a:endParaRPr>
          </a:p>
        </p:txBody>
      </p:sp>
    </p:spTree>
    <p:extLst>
      <p:ext uri="{BB962C8B-B14F-4D97-AF65-F5344CB8AC3E}">
        <p14:creationId xmlns:p14="http://schemas.microsoft.com/office/powerpoint/2010/main" val="1726776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5" name="Fußzeilenplatzhalter 3">
            <a:extLst>
              <a:ext uri="{FF2B5EF4-FFF2-40B4-BE49-F238E27FC236}">
                <a16:creationId xmlns:a16="http://schemas.microsoft.com/office/drawing/2014/main" id="{1693CBEF-46AD-392C-8A90-34E36D6AE6FA}"/>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6" name="Foliennummernplatzhalter 4">
            <a:extLst>
              <a:ext uri="{FF2B5EF4-FFF2-40B4-BE49-F238E27FC236}">
                <a16:creationId xmlns:a16="http://schemas.microsoft.com/office/drawing/2014/main" id="{FAC06AAC-FF0B-3F83-DEE8-7333CCE78913}"/>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7</a:t>
            </a:fld>
            <a:endParaRPr lang="en-US" sz="800" dirty="0">
              <a:solidFill>
                <a:schemeClr val="bg2"/>
              </a:solidFill>
            </a:endParaRPr>
          </a:p>
        </p:txBody>
      </p:sp>
    </p:spTree>
    <p:extLst>
      <p:ext uri="{BB962C8B-B14F-4D97-AF65-F5344CB8AC3E}">
        <p14:creationId xmlns:p14="http://schemas.microsoft.com/office/powerpoint/2010/main" val="2065241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bildplatzhalter 6">
            <a:extLst>
              <a:ext uri="{FF2B5EF4-FFF2-40B4-BE49-F238E27FC236}">
                <a16:creationId xmlns:a16="http://schemas.microsoft.com/office/drawing/2014/main" id="{9D30DC11-E462-277E-8FAA-23EBB3813AF4}"/>
              </a:ext>
            </a:extLst>
          </p:cNvPr>
          <p:cNvSpPr>
            <a:spLocks noGrp="1" noRot="1" noChangeAspect="1"/>
          </p:cNvSpPr>
          <p:nvPr>
            <p:ph type="sldImg"/>
          </p:nvPr>
        </p:nvSpPr>
        <p:spPr>
          <a:xfrm>
            <a:off x="476250" y="611188"/>
            <a:ext cx="5903913" cy="3321050"/>
          </a:xfrm>
        </p:spPr>
      </p:sp>
      <p:sp>
        <p:nvSpPr>
          <p:cNvPr id="8" name="Notizenplatzhalter 7">
            <a:extLst>
              <a:ext uri="{FF2B5EF4-FFF2-40B4-BE49-F238E27FC236}">
                <a16:creationId xmlns:a16="http://schemas.microsoft.com/office/drawing/2014/main" id="{A5149A69-06B1-D6F2-43F2-F8C1377CDF1B}"/>
              </a:ext>
            </a:extLst>
          </p:cNvPr>
          <p:cNvSpPr>
            <a:spLocks noGrp="1"/>
          </p:cNvSpPr>
          <p:nvPr>
            <p:ph type="body" idx="1"/>
          </p:nvPr>
        </p:nvSpPr>
        <p:spPr/>
        <p:txBody>
          <a:bodyPr/>
          <a:lstStyle/>
          <a:p>
            <a:endParaRPr lang="de-DE"/>
          </a:p>
        </p:txBody>
      </p:sp>
      <p:sp>
        <p:nvSpPr>
          <p:cNvPr id="9" name="Fußzeilenplatzhalter 3">
            <a:extLst>
              <a:ext uri="{FF2B5EF4-FFF2-40B4-BE49-F238E27FC236}">
                <a16:creationId xmlns:a16="http://schemas.microsoft.com/office/drawing/2014/main" id="{0FCB5869-2713-E5EF-AC9B-F673C182D45F}"/>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10" name="Foliennummernplatzhalter 4">
            <a:extLst>
              <a:ext uri="{FF2B5EF4-FFF2-40B4-BE49-F238E27FC236}">
                <a16:creationId xmlns:a16="http://schemas.microsoft.com/office/drawing/2014/main" id="{D8E4090B-BBBB-D2C6-63AB-1F0DAAFF4928}"/>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8</a:t>
            </a:fld>
            <a:endParaRPr lang="en-US" sz="800" dirty="0">
              <a:solidFill>
                <a:schemeClr val="bg2"/>
              </a:solidFill>
            </a:endParaRPr>
          </a:p>
        </p:txBody>
      </p:sp>
    </p:spTree>
    <p:extLst>
      <p:ext uri="{BB962C8B-B14F-4D97-AF65-F5344CB8AC3E}">
        <p14:creationId xmlns:p14="http://schemas.microsoft.com/office/powerpoint/2010/main" val="3195106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bildplatzhalter 3">
            <a:extLst>
              <a:ext uri="{FF2B5EF4-FFF2-40B4-BE49-F238E27FC236}">
                <a16:creationId xmlns:a16="http://schemas.microsoft.com/office/drawing/2014/main" id="{339A44E7-2B4C-C188-DFE6-20146141B4D0}"/>
              </a:ext>
            </a:extLst>
          </p:cNvPr>
          <p:cNvSpPr>
            <a:spLocks noGrp="1" noRot="1" noChangeAspect="1"/>
          </p:cNvSpPr>
          <p:nvPr>
            <p:ph type="sldImg"/>
          </p:nvPr>
        </p:nvSpPr>
        <p:spPr>
          <a:xfrm>
            <a:off x="476250" y="611188"/>
            <a:ext cx="5903913" cy="3321050"/>
          </a:xfrm>
        </p:spPr>
      </p:sp>
      <p:sp>
        <p:nvSpPr>
          <p:cNvPr id="5" name="Notizenplatzhalter 4">
            <a:extLst>
              <a:ext uri="{FF2B5EF4-FFF2-40B4-BE49-F238E27FC236}">
                <a16:creationId xmlns:a16="http://schemas.microsoft.com/office/drawing/2014/main" id="{AE81F532-FFC4-DC6D-471E-15092E28B5ED}"/>
              </a:ext>
            </a:extLst>
          </p:cNvPr>
          <p:cNvSpPr>
            <a:spLocks noGrp="1"/>
          </p:cNvSpPr>
          <p:nvPr>
            <p:ph type="body" idx="1"/>
          </p:nvPr>
        </p:nvSpPr>
        <p:spPr/>
        <p:txBody>
          <a:bodyPr/>
          <a:lstStyle/>
          <a:p>
            <a:endParaRPr lang="de-DE"/>
          </a:p>
        </p:txBody>
      </p:sp>
      <p:sp>
        <p:nvSpPr>
          <p:cNvPr id="6" name="Fußzeilenplatzhalter 3">
            <a:extLst>
              <a:ext uri="{FF2B5EF4-FFF2-40B4-BE49-F238E27FC236}">
                <a16:creationId xmlns:a16="http://schemas.microsoft.com/office/drawing/2014/main" id="{086B38DC-E847-4B72-6584-7C098C1090E8}"/>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7" name="Foliennummernplatzhalter 4">
            <a:extLst>
              <a:ext uri="{FF2B5EF4-FFF2-40B4-BE49-F238E27FC236}">
                <a16:creationId xmlns:a16="http://schemas.microsoft.com/office/drawing/2014/main" id="{2537DAE8-68EB-FD2C-66F1-CF4133FD65E8}"/>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9</a:t>
            </a:fld>
            <a:endParaRPr lang="en-US" sz="800" dirty="0">
              <a:solidFill>
                <a:schemeClr val="bg2"/>
              </a:solidFill>
            </a:endParaRPr>
          </a:p>
        </p:txBody>
      </p:sp>
    </p:spTree>
    <p:extLst>
      <p:ext uri="{BB962C8B-B14F-4D97-AF65-F5344CB8AC3E}">
        <p14:creationId xmlns:p14="http://schemas.microsoft.com/office/powerpoint/2010/main" val="2473995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10</a:t>
            </a:fld>
            <a:endParaRPr lang="en-US" sz="800" dirty="0">
              <a:solidFill>
                <a:schemeClr val="bg2"/>
              </a:solidFill>
            </a:endParaRPr>
          </a:p>
        </p:txBody>
      </p:sp>
    </p:spTree>
    <p:extLst>
      <p:ext uri="{BB962C8B-B14F-4D97-AF65-F5344CB8AC3E}">
        <p14:creationId xmlns:p14="http://schemas.microsoft.com/office/powerpoint/2010/main" val="3297319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996D5D1F-BEB0-EFA5-2F2B-688D37F24CD1}"/>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E61F20FA-15F0-EF71-6783-3EF755B2C5D8}"/>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72BDAE4E-838D-3190-486D-ED103CC787AA}"/>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4A8EC240-3789-10C8-063D-6C86938384BD}"/>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11</a:t>
            </a:fld>
            <a:endParaRPr lang="en-US" sz="800" dirty="0">
              <a:solidFill>
                <a:schemeClr val="bg2"/>
              </a:solidFill>
            </a:endParaRPr>
          </a:p>
        </p:txBody>
      </p:sp>
    </p:spTree>
    <p:extLst>
      <p:ext uri="{BB962C8B-B14F-4D97-AF65-F5344CB8AC3E}">
        <p14:creationId xmlns:p14="http://schemas.microsoft.com/office/powerpoint/2010/main" val="3516207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12</a:t>
            </a:fld>
            <a:endParaRPr lang="en-US" sz="800" dirty="0">
              <a:solidFill>
                <a:schemeClr val="bg2"/>
              </a:solidFill>
            </a:endParaRPr>
          </a:p>
        </p:txBody>
      </p:sp>
    </p:spTree>
    <p:extLst>
      <p:ext uri="{BB962C8B-B14F-4D97-AF65-F5344CB8AC3E}">
        <p14:creationId xmlns:p14="http://schemas.microsoft.com/office/powerpoint/2010/main" val="1972649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13</a:t>
            </a:fld>
            <a:endParaRPr lang="en-US" sz="800" dirty="0">
              <a:solidFill>
                <a:schemeClr val="bg2"/>
              </a:solidFill>
            </a:endParaRPr>
          </a:p>
        </p:txBody>
      </p:sp>
    </p:spTree>
    <p:extLst>
      <p:ext uri="{BB962C8B-B14F-4D97-AF65-F5344CB8AC3E}">
        <p14:creationId xmlns:p14="http://schemas.microsoft.com/office/powerpoint/2010/main" val="2929278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14</a:t>
            </a:fld>
            <a:endParaRPr lang="en-US" sz="800" dirty="0">
              <a:solidFill>
                <a:schemeClr val="bg2"/>
              </a:solidFill>
            </a:endParaRPr>
          </a:p>
        </p:txBody>
      </p:sp>
    </p:spTree>
    <p:extLst>
      <p:ext uri="{BB962C8B-B14F-4D97-AF65-F5344CB8AC3E}">
        <p14:creationId xmlns:p14="http://schemas.microsoft.com/office/powerpoint/2010/main" val="3326135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291CBF35-CBF6-6D10-505B-F3CAD00AE457}"/>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7259261C-2DC2-213B-516F-BBF0758F52EF}"/>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4E747DB8-BB66-E661-27C9-9FF37AE80615}"/>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5E1D64C4-EFFF-903D-963C-40FB4D7E092A}"/>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15</a:t>
            </a:fld>
            <a:endParaRPr lang="en-US" sz="800" dirty="0">
              <a:solidFill>
                <a:schemeClr val="bg2"/>
              </a:solidFill>
            </a:endParaRPr>
          </a:p>
        </p:txBody>
      </p:sp>
    </p:spTree>
    <p:extLst>
      <p:ext uri="{BB962C8B-B14F-4D97-AF65-F5344CB8AC3E}">
        <p14:creationId xmlns:p14="http://schemas.microsoft.com/office/powerpoint/2010/main" val="2399709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8398FF1A-5FA6-0656-C4B5-8D637ADA7BBA}"/>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A90D7F26-540A-9A70-50FF-24F9278DAB78}"/>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72A709A5-78CD-5FF7-5729-9BF07AD19530}"/>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F7F8DBC5-A367-19F7-A3AC-108F34E7365F}"/>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16</a:t>
            </a:fld>
            <a:endParaRPr lang="en-US" sz="800" dirty="0">
              <a:solidFill>
                <a:schemeClr val="bg2"/>
              </a:solidFill>
            </a:endParaRPr>
          </a:p>
        </p:txBody>
      </p:sp>
    </p:spTree>
    <p:extLst>
      <p:ext uri="{BB962C8B-B14F-4D97-AF65-F5344CB8AC3E}">
        <p14:creationId xmlns:p14="http://schemas.microsoft.com/office/powerpoint/2010/main" val="3843626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D04579F7-110C-0758-3549-F933803F349A}"/>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4B558EF2-6597-FA9E-F264-54EA2DF8A990}"/>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C2F87C96-561D-3FCA-4D65-8823C378311D}"/>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26901AE3-2DFD-7B42-719A-46E20249F875}"/>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17</a:t>
            </a:fld>
            <a:endParaRPr lang="en-US" sz="800" dirty="0">
              <a:solidFill>
                <a:schemeClr val="bg2"/>
              </a:solidFill>
            </a:endParaRPr>
          </a:p>
        </p:txBody>
      </p:sp>
    </p:spTree>
    <p:extLst>
      <p:ext uri="{BB962C8B-B14F-4D97-AF65-F5344CB8AC3E}">
        <p14:creationId xmlns:p14="http://schemas.microsoft.com/office/powerpoint/2010/main" val="14929220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18</a:t>
            </a:fld>
            <a:endParaRPr lang="en-US" sz="800" dirty="0">
              <a:solidFill>
                <a:schemeClr val="bg2"/>
              </a:solidFill>
            </a:endParaRPr>
          </a:p>
        </p:txBody>
      </p:sp>
    </p:spTree>
    <p:extLst>
      <p:ext uri="{BB962C8B-B14F-4D97-AF65-F5344CB8AC3E}">
        <p14:creationId xmlns:p14="http://schemas.microsoft.com/office/powerpoint/2010/main" val="176318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19</a:t>
            </a:fld>
            <a:endParaRPr lang="en-US" sz="800" dirty="0">
              <a:solidFill>
                <a:schemeClr val="bg2"/>
              </a:solidFill>
            </a:endParaRPr>
          </a:p>
        </p:txBody>
      </p:sp>
    </p:spTree>
    <p:extLst>
      <p:ext uri="{BB962C8B-B14F-4D97-AF65-F5344CB8AC3E}">
        <p14:creationId xmlns:p14="http://schemas.microsoft.com/office/powerpoint/2010/main" val="13827666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5" name="Fußzeilenplatzhalter 3">
            <a:extLst>
              <a:ext uri="{FF2B5EF4-FFF2-40B4-BE49-F238E27FC236}">
                <a16:creationId xmlns:a16="http://schemas.microsoft.com/office/drawing/2014/main" id="{2E1388B1-AB30-B922-4F3A-42AB7F3190F3}"/>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6" name="Foliennummernplatzhalter 4">
            <a:extLst>
              <a:ext uri="{FF2B5EF4-FFF2-40B4-BE49-F238E27FC236}">
                <a16:creationId xmlns:a16="http://schemas.microsoft.com/office/drawing/2014/main" id="{36301BC0-C7D5-FC5C-AD35-8C6C4AA2D8B9}"/>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20</a:t>
            </a:fld>
            <a:endParaRPr lang="en-US" sz="800" dirty="0">
              <a:solidFill>
                <a:schemeClr val="bg2"/>
              </a:solidFill>
            </a:endParaRPr>
          </a:p>
        </p:txBody>
      </p:sp>
    </p:spTree>
    <p:extLst>
      <p:ext uri="{BB962C8B-B14F-4D97-AF65-F5344CB8AC3E}">
        <p14:creationId xmlns:p14="http://schemas.microsoft.com/office/powerpoint/2010/main" val="35721833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2FF59DCF-BCA0-A59D-BD44-4ADA6C14B889}"/>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82050035-E085-DAF9-C4A8-517CFF94FB94}"/>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EE8A9850-08B4-71A7-DC77-2FEF4DBAAB9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21444ABA-4B54-7D42-B1E0-201B207539E9}"/>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21</a:t>
            </a:fld>
            <a:endParaRPr lang="en-US" sz="800" dirty="0">
              <a:solidFill>
                <a:schemeClr val="bg2"/>
              </a:solidFill>
            </a:endParaRPr>
          </a:p>
        </p:txBody>
      </p:sp>
    </p:spTree>
    <p:extLst>
      <p:ext uri="{BB962C8B-B14F-4D97-AF65-F5344CB8AC3E}">
        <p14:creationId xmlns:p14="http://schemas.microsoft.com/office/powerpoint/2010/main" val="3645321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81EEE7EB-C874-2613-BF66-F28A612DC913}"/>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BCCA349A-C13C-0A2D-AA0F-D5A8AB6D224A}"/>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396FAE53-E16B-8239-3C52-0F86268D88D9}"/>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7655AD3A-28AD-05EC-D057-59A7118B7724}"/>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22</a:t>
            </a:fld>
            <a:endParaRPr lang="en-US" sz="800" dirty="0">
              <a:solidFill>
                <a:schemeClr val="bg2"/>
              </a:solidFill>
            </a:endParaRPr>
          </a:p>
        </p:txBody>
      </p:sp>
    </p:spTree>
    <p:extLst>
      <p:ext uri="{BB962C8B-B14F-4D97-AF65-F5344CB8AC3E}">
        <p14:creationId xmlns:p14="http://schemas.microsoft.com/office/powerpoint/2010/main" val="108658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E8A97930-C255-9226-0D14-4F129B8C3EC1}"/>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74540ECC-B188-0E04-8D30-F921861DEF1F}"/>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D8589F0A-7FDD-E7A9-0F46-36372B1E9F2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B527C118-BEC0-EC80-8D3D-CCDFD03EF988}"/>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23</a:t>
            </a:fld>
            <a:endParaRPr lang="en-US" sz="800" dirty="0">
              <a:solidFill>
                <a:schemeClr val="bg2"/>
              </a:solidFill>
            </a:endParaRPr>
          </a:p>
        </p:txBody>
      </p:sp>
    </p:spTree>
    <p:extLst>
      <p:ext uri="{BB962C8B-B14F-4D97-AF65-F5344CB8AC3E}">
        <p14:creationId xmlns:p14="http://schemas.microsoft.com/office/powerpoint/2010/main" val="17039516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24</a:t>
            </a:fld>
            <a:endParaRPr lang="en-US" sz="800" dirty="0">
              <a:solidFill>
                <a:schemeClr val="bg2"/>
              </a:solidFill>
            </a:endParaRPr>
          </a:p>
        </p:txBody>
      </p:sp>
    </p:spTree>
    <p:extLst>
      <p:ext uri="{BB962C8B-B14F-4D97-AF65-F5344CB8AC3E}">
        <p14:creationId xmlns:p14="http://schemas.microsoft.com/office/powerpoint/2010/main" val="39322696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25</a:t>
            </a:fld>
            <a:endParaRPr lang="en-US" sz="800" dirty="0">
              <a:solidFill>
                <a:schemeClr val="bg2"/>
              </a:solidFill>
            </a:endParaRPr>
          </a:p>
        </p:txBody>
      </p:sp>
    </p:spTree>
    <p:extLst>
      <p:ext uri="{BB962C8B-B14F-4D97-AF65-F5344CB8AC3E}">
        <p14:creationId xmlns:p14="http://schemas.microsoft.com/office/powerpoint/2010/main" val="1041904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EFDF7126-40FC-3382-A433-5A0A50182928}"/>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90D741B3-14A0-4EAF-6448-71738688C73F}"/>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117854A3-5F45-AE21-D74A-8AC2623C9326}"/>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4348706E-A545-A2AE-2F45-418AE8509283}"/>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26</a:t>
            </a:fld>
            <a:endParaRPr lang="en-US" sz="800" dirty="0">
              <a:solidFill>
                <a:schemeClr val="bg2"/>
              </a:solidFill>
            </a:endParaRPr>
          </a:p>
        </p:txBody>
      </p:sp>
    </p:spTree>
    <p:extLst>
      <p:ext uri="{BB962C8B-B14F-4D97-AF65-F5344CB8AC3E}">
        <p14:creationId xmlns:p14="http://schemas.microsoft.com/office/powerpoint/2010/main" val="42222761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C2E999CB-CCB2-DEC5-984D-7B984AA2F268}"/>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7D35F635-842B-631A-7625-676CD03D47C8}"/>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74F10E71-F501-BD42-7C4F-6AE0E35E0A63}"/>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0A9C0A07-5DCB-F381-7126-0BAC2840EF20}"/>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27</a:t>
            </a:fld>
            <a:endParaRPr lang="en-US" sz="800" dirty="0">
              <a:solidFill>
                <a:schemeClr val="bg2"/>
              </a:solidFill>
            </a:endParaRPr>
          </a:p>
        </p:txBody>
      </p:sp>
    </p:spTree>
    <p:extLst>
      <p:ext uri="{BB962C8B-B14F-4D97-AF65-F5344CB8AC3E}">
        <p14:creationId xmlns:p14="http://schemas.microsoft.com/office/powerpoint/2010/main" val="27609845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dirty="0"/>
          </a:p>
        </p:txBody>
      </p:sp>
      <p:sp>
        <p:nvSpPr>
          <p:cNvPr id="5" name="Fußzeilenplatzhalter 3">
            <a:extLst>
              <a:ext uri="{FF2B5EF4-FFF2-40B4-BE49-F238E27FC236}">
                <a16:creationId xmlns:a16="http://schemas.microsoft.com/office/drawing/2014/main" id="{5D387C1D-3449-8ECA-9ADB-8C25E6CABE0B}"/>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6" name="Foliennummernplatzhalter 4">
            <a:extLst>
              <a:ext uri="{FF2B5EF4-FFF2-40B4-BE49-F238E27FC236}">
                <a16:creationId xmlns:a16="http://schemas.microsoft.com/office/drawing/2014/main" id="{EE56376D-A60E-48E9-ED4A-5394DBA8B4A7}"/>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28</a:t>
            </a:fld>
            <a:endParaRPr lang="en-US" sz="800" dirty="0">
              <a:solidFill>
                <a:schemeClr val="bg2"/>
              </a:solidFill>
            </a:endParaRPr>
          </a:p>
        </p:txBody>
      </p:sp>
    </p:spTree>
    <p:extLst>
      <p:ext uri="{BB962C8B-B14F-4D97-AF65-F5344CB8AC3E}">
        <p14:creationId xmlns:p14="http://schemas.microsoft.com/office/powerpoint/2010/main" val="6643948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01853D5B-F17D-838C-4DF0-16F3901245D8}"/>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D331D499-F707-C6C7-6935-EC73A068317D}"/>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C26B6035-B32F-620E-080B-0A8E4FFC29C6}"/>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CD34DA0D-1F35-9294-701F-C618E7D31E19}"/>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29</a:t>
            </a:fld>
            <a:endParaRPr lang="en-US" sz="800" dirty="0">
              <a:solidFill>
                <a:schemeClr val="bg2"/>
              </a:solidFill>
            </a:endParaRPr>
          </a:p>
        </p:txBody>
      </p:sp>
    </p:spTree>
    <p:extLst>
      <p:ext uri="{BB962C8B-B14F-4D97-AF65-F5344CB8AC3E}">
        <p14:creationId xmlns:p14="http://schemas.microsoft.com/office/powerpoint/2010/main" val="1007290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FAB7ED62-EB99-6274-EF66-46B815AC5A42}"/>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C8E115B4-C34C-8D66-E3A2-08CD279DB911}"/>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4149E99B-54D8-3B34-FE4E-92A9F113FE95}"/>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CA0EB40C-79B7-FD18-5E0A-4F55A9EFFDE4}"/>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30</a:t>
            </a:fld>
            <a:endParaRPr lang="en-US" sz="800" dirty="0">
              <a:solidFill>
                <a:schemeClr val="bg2"/>
              </a:solidFill>
            </a:endParaRPr>
          </a:p>
        </p:txBody>
      </p:sp>
    </p:spTree>
    <p:extLst>
      <p:ext uri="{BB962C8B-B14F-4D97-AF65-F5344CB8AC3E}">
        <p14:creationId xmlns:p14="http://schemas.microsoft.com/office/powerpoint/2010/main" val="5843300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BF9F022B-462B-A5D3-903C-7BEBC3D9D1D7}"/>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7B32CFE4-F0DA-086D-94EA-5A07EE87235C}"/>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A3D168E2-3FA9-389A-73CA-394D7CCC54ED}"/>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F5B2B8E8-7205-0F17-8ADA-052E2239A20D}"/>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31</a:t>
            </a:fld>
            <a:endParaRPr lang="en-US" sz="800" dirty="0">
              <a:solidFill>
                <a:schemeClr val="bg2"/>
              </a:solidFill>
            </a:endParaRPr>
          </a:p>
        </p:txBody>
      </p:sp>
    </p:spTree>
    <p:extLst>
      <p:ext uri="{BB962C8B-B14F-4D97-AF65-F5344CB8AC3E}">
        <p14:creationId xmlns:p14="http://schemas.microsoft.com/office/powerpoint/2010/main" val="4249912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939687BD-27BB-70CC-CC04-D66425D09D8B}"/>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9A9A0217-C82B-8E4D-C9F3-94EE6B091ADA}"/>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23BDE05E-27C6-AF19-4CB3-1DDA92F544FF}"/>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1F69AEFF-0C59-D209-41FF-EE65B57814B9}"/>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32</a:t>
            </a:fld>
            <a:endParaRPr lang="en-US" sz="800" dirty="0">
              <a:solidFill>
                <a:schemeClr val="bg2"/>
              </a:solidFill>
            </a:endParaRPr>
          </a:p>
        </p:txBody>
      </p:sp>
    </p:spTree>
    <p:extLst>
      <p:ext uri="{BB962C8B-B14F-4D97-AF65-F5344CB8AC3E}">
        <p14:creationId xmlns:p14="http://schemas.microsoft.com/office/powerpoint/2010/main" val="25223441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lienbildplatzhalter 7">
            <a:extLst>
              <a:ext uri="{FF2B5EF4-FFF2-40B4-BE49-F238E27FC236}">
                <a16:creationId xmlns:a16="http://schemas.microsoft.com/office/drawing/2014/main" id="{0A170C84-753B-81CB-8DDD-1204CC2E3CA4}"/>
              </a:ext>
            </a:extLst>
          </p:cNvPr>
          <p:cNvSpPr>
            <a:spLocks noGrp="1" noRot="1" noChangeAspect="1"/>
          </p:cNvSpPr>
          <p:nvPr>
            <p:ph type="sldImg"/>
          </p:nvPr>
        </p:nvSpPr>
        <p:spPr>
          <a:xfrm>
            <a:off x="476250" y="611188"/>
            <a:ext cx="5903913" cy="3321050"/>
          </a:xfrm>
        </p:spPr>
      </p:sp>
      <p:sp>
        <p:nvSpPr>
          <p:cNvPr id="9" name="Notizenplatzhalter 8">
            <a:extLst>
              <a:ext uri="{FF2B5EF4-FFF2-40B4-BE49-F238E27FC236}">
                <a16:creationId xmlns:a16="http://schemas.microsoft.com/office/drawing/2014/main" id="{EB4D2781-E13E-0DCC-7038-6B812F545B65}"/>
              </a:ext>
            </a:extLst>
          </p:cNvPr>
          <p:cNvSpPr>
            <a:spLocks noGrp="1"/>
          </p:cNvSpPr>
          <p:nvPr>
            <p:ph type="body" idx="1"/>
          </p:nvPr>
        </p:nvSpPr>
        <p:spPr/>
        <p:txBody>
          <a:bodyPr/>
          <a:lstStyle/>
          <a:p>
            <a:endParaRPr lang="de-DE"/>
          </a:p>
        </p:txBody>
      </p:sp>
      <p:sp>
        <p:nvSpPr>
          <p:cNvPr id="10" name="Fußzeilenplatzhalter 3">
            <a:extLst>
              <a:ext uri="{FF2B5EF4-FFF2-40B4-BE49-F238E27FC236}">
                <a16:creationId xmlns:a16="http://schemas.microsoft.com/office/drawing/2014/main" id="{57AE878D-435D-F3A9-D89F-39286A926447}"/>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11" name="Foliennummernplatzhalter 4">
            <a:extLst>
              <a:ext uri="{FF2B5EF4-FFF2-40B4-BE49-F238E27FC236}">
                <a16:creationId xmlns:a16="http://schemas.microsoft.com/office/drawing/2014/main" id="{EE382688-A6FF-072F-C5DE-27FE3C576877}"/>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33</a:t>
            </a:fld>
            <a:endParaRPr lang="en-US" sz="800" dirty="0">
              <a:solidFill>
                <a:schemeClr val="bg2"/>
              </a:solidFill>
            </a:endParaRPr>
          </a:p>
        </p:txBody>
      </p:sp>
    </p:spTree>
    <p:extLst>
      <p:ext uri="{BB962C8B-B14F-4D97-AF65-F5344CB8AC3E}">
        <p14:creationId xmlns:p14="http://schemas.microsoft.com/office/powerpoint/2010/main" val="25857870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F7A86A77-278A-74ED-1F30-C1876F9DA5EF}"/>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B757FDAB-21B9-D312-F808-5C4FECE06B73}"/>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E03D7928-5A35-FB08-FDB8-39F872811F8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88BAAC49-8183-5EEC-125B-66F636E83AE6}"/>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34</a:t>
            </a:fld>
            <a:endParaRPr lang="en-US" sz="800" dirty="0">
              <a:solidFill>
                <a:schemeClr val="bg2"/>
              </a:solidFill>
            </a:endParaRPr>
          </a:p>
        </p:txBody>
      </p:sp>
    </p:spTree>
    <p:extLst>
      <p:ext uri="{BB962C8B-B14F-4D97-AF65-F5344CB8AC3E}">
        <p14:creationId xmlns:p14="http://schemas.microsoft.com/office/powerpoint/2010/main" val="7549270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35</a:t>
            </a:fld>
            <a:endParaRPr lang="en-US" sz="800" dirty="0">
              <a:solidFill>
                <a:schemeClr val="bg2"/>
              </a:solidFill>
            </a:endParaRPr>
          </a:p>
        </p:txBody>
      </p:sp>
    </p:spTree>
    <p:extLst>
      <p:ext uri="{BB962C8B-B14F-4D97-AF65-F5344CB8AC3E}">
        <p14:creationId xmlns:p14="http://schemas.microsoft.com/office/powerpoint/2010/main" val="28563678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5ED6EA20-0592-4E84-0472-6BDC55CE10A3}"/>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4B2AD83C-C9D5-B668-D529-81AD2362BC06}"/>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7154A2AF-2595-D6EB-A639-FB867548170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8D967397-63DB-6869-7D43-041C7F5A7D6C}"/>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36</a:t>
            </a:fld>
            <a:endParaRPr lang="en-US" sz="800" dirty="0">
              <a:solidFill>
                <a:schemeClr val="bg2"/>
              </a:solidFill>
            </a:endParaRPr>
          </a:p>
        </p:txBody>
      </p:sp>
    </p:spTree>
    <p:extLst>
      <p:ext uri="{BB962C8B-B14F-4D97-AF65-F5344CB8AC3E}">
        <p14:creationId xmlns:p14="http://schemas.microsoft.com/office/powerpoint/2010/main" val="17165901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F70CAB69-F263-7A3C-EC60-B26577FF37B8}"/>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5B854A74-F5C9-BDA7-7AE8-99DCE9FAAED5}"/>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48EA5C1A-A398-A0C1-562B-89731EE94B0D}"/>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7ADB93A6-B51B-225A-27F4-8E037DC8E81A}"/>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37</a:t>
            </a:fld>
            <a:endParaRPr lang="en-US" sz="800" dirty="0">
              <a:solidFill>
                <a:schemeClr val="bg2"/>
              </a:solidFill>
            </a:endParaRPr>
          </a:p>
        </p:txBody>
      </p:sp>
    </p:spTree>
    <p:extLst>
      <p:ext uri="{BB962C8B-B14F-4D97-AF65-F5344CB8AC3E}">
        <p14:creationId xmlns:p14="http://schemas.microsoft.com/office/powerpoint/2010/main" val="22920404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1AB87389-1ECA-4F71-B837-92FF747F7610}"/>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D5B1616F-ED3E-4876-8BBB-CBB0090E69C4}"/>
              </a:ext>
            </a:extLst>
          </p:cNvPr>
          <p:cNvSpPr>
            <a:spLocks noGrp="1"/>
          </p:cNvSpPr>
          <p:nvPr>
            <p:ph type="body" idx="1"/>
          </p:nvPr>
        </p:nvSpPr>
        <p:spPr/>
        <p:txBody>
          <a:bodyPr/>
          <a:lstStyle/>
          <a:p>
            <a:endParaRPr lang="de-DE"/>
          </a:p>
        </p:txBody>
      </p:sp>
      <p:sp>
        <p:nvSpPr>
          <p:cNvPr id="10" name="Fußzeilenplatzhalter 3">
            <a:extLst>
              <a:ext uri="{FF2B5EF4-FFF2-40B4-BE49-F238E27FC236}">
                <a16:creationId xmlns:a16="http://schemas.microsoft.com/office/drawing/2014/main" id="{B1E7D566-1764-0E2B-0748-C71F4CABAF54}"/>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11" name="Foliennummernplatzhalter 4">
            <a:extLst>
              <a:ext uri="{FF2B5EF4-FFF2-40B4-BE49-F238E27FC236}">
                <a16:creationId xmlns:a16="http://schemas.microsoft.com/office/drawing/2014/main" id="{9B987433-E202-99C3-EDE9-FBEBB6CA5A8E}"/>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38</a:t>
            </a:fld>
            <a:endParaRPr lang="en-US" sz="800" dirty="0">
              <a:solidFill>
                <a:schemeClr val="bg2"/>
              </a:solidFill>
            </a:endParaRPr>
          </a:p>
        </p:txBody>
      </p:sp>
    </p:spTree>
    <p:extLst>
      <p:ext uri="{BB962C8B-B14F-4D97-AF65-F5344CB8AC3E}">
        <p14:creationId xmlns:p14="http://schemas.microsoft.com/office/powerpoint/2010/main" val="30597341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894BC1C8-1704-9D12-5ADD-531E00C99794}"/>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9278515C-4456-4D08-C572-4F46A39420B4}"/>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79F5F644-71F2-97DA-ECA3-E3C121D35A17}"/>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B5F203A9-8D71-9268-84C6-5A278420F444}"/>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39</a:t>
            </a:fld>
            <a:endParaRPr lang="en-US" sz="800" dirty="0">
              <a:solidFill>
                <a:schemeClr val="bg2"/>
              </a:solidFill>
            </a:endParaRPr>
          </a:p>
        </p:txBody>
      </p:sp>
    </p:spTree>
    <p:extLst>
      <p:ext uri="{BB962C8B-B14F-4D97-AF65-F5344CB8AC3E}">
        <p14:creationId xmlns:p14="http://schemas.microsoft.com/office/powerpoint/2010/main" val="34253982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DC73E37B-70DD-EDD6-B22B-9504016EA765}"/>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137A9837-5516-43B6-E3EA-D02A41EB3D21}"/>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E5D485A5-70EF-FF42-A6E6-5B8E731D9B30}"/>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25836A8D-FFA3-EAA5-4BFC-873C8915EC81}"/>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40</a:t>
            </a:fld>
            <a:endParaRPr lang="en-US" sz="800" dirty="0">
              <a:solidFill>
                <a:schemeClr val="bg2"/>
              </a:solidFill>
            </a:endParaRPr>
          </a:p>
        </p:txBody>
      </p:sp>
    </p:spTree>
    <p:extLst>
      <p:ext uri="{BB962C8B-B14F-4D97-AF65-F5344CB8AC3E}">
        <p14:creationId xmlns:p14="http://schemas.microsoft.com/office/powerpoint/2010/main" val="23397642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A8990999-E02B-754F-61C3-31D8AC202719}"/>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FA1569CF-454F-C48E-424C-97B2DA36A6A0}"/>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549243FA-2AC6-13D8-C371-A33884DB7E4C}"/>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37CE91B9-8582-BDAF-1278-EE43EC0CCE59}"/>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41</a:t>
            </a:fld>
            <a:endParaRPr lang="en-US" sz="800" dirty="0">
              <a:solidFill>
                <a:schemeClr val="bg2"/>
              </a:solidFill>
            </a:endParaRPr>
          </a:p>
        </p:txBody>
      </p:sp>
    </p:spTree>
    <p:extLst>
      <p:ext uri="{BB962C8B-B14F-4D97-AF65-F5344CB8AC3E}">
        <p14:creationId xmlns:p14="http://schemas.microsoft.com/office/powerpoint/2010/main" val="21039490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433BBFC5-683F-4874-E9FA-59F26B71B847}"/>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1B68D460-3EBF-8CDA-FAFB-6DE0E7DB7915}"/>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C47D406D-1ED7-5560-1CCD-47549A4BCFB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02F3FED2-07F5-E80A-FCF9-38CB930A02E4}"/>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42</a:t>
            </a:fld>
            <a:endParaRPr lang="en-US" sz="800" dirty="0">
              <a:solidFill>
                <a:schemeClr val="bg2"/>
              </a:solidFill>
            </a:endParaRPr>
          </a:p>
        </p:txBody>
      </p:sp>
    </p:spTree>
    <p:extLst>
      <p:ext uri="{BB962C8B-B14F-4D97-AF65-F5344CB8AC3E}">
        <p14:creationId xmlns:p14="http://schemas.microsoft.com/office/powerpoint/2010/main" val="35162079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B0F846DA-08C0-FDE3-A84B-D2DCA4353172}"/>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35D05B25-722E-DAF2-AC25-661828494D4E}"/>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8F540CDD-84F8-17BB-A203-F5888B4BFF14}"/>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9" name="Foliennummernplatzhalter 4">
            <a:extLst>
              <a:ext uri="{FF2B5EF4-FFF2-40B4-BE49-F238E27FC236}">
                <a16:creationId xmlns:a16="http://schemas.microsoft.com/office/drawing/2014/main" id="{00B24787-55D8-FBFC-D0EA-7A7E3AC5A18A}"/>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43</a:t>
            </a:fld>
            <a:endParaRPr lang="en-US" sz="800" dirty="0">
              <a:solidFill>
                <a:schemeClr val="bg2"/>
              </a:solidFill>
            </a:endParaRPr>
          </a:p>
        </p:txBody>
      </p:sp>
    </p:spTree>
    <p:extLst>
      <p:ext uri="{BB962C8B-B14F-4D97-AF65-F5344CB8AC3E}">
        <p14:creationId xmlns:p14="http://schemas.microsoft.com/office/powerpoint/2010/main" val="35162079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44</a:t>
            </a:fld>
            <a:endParaRPr lang="en-US" sz="800" dirty="0">
              <a:solidFill>
                <a:schemeClr val="bg2"/>
              </a:solidFill>
            </a:endParaRPr>
          </a:p>
        </p:txBody>
      </p:sp>
      <p:sp>
        <p:nvSpPr>
          <p:cNvPr id="6" name="Fußzeilenplatzhalter 3">
            <a:extLst>
              <a:ext uri="{FF2B5EF4-FFF2-40B4-BE49-F238E27FC236}">
                <a16:creationId xmlns:a16="http://schemas.microsoft.com/office/drawing/2014/main" id="{9020F233-B219-6672-6616-BBD3EA63D89F}"/>
              </a:ext>
            </a:extLst>
          </p:cNvPr>
          <p:cNvSpPr>
            <a:spLocks noGrp="1"/>
          </p:cNvSpPr>
          <p:nvPr>
            <p:ph type="ftr" sz="quarter" idx="4"/>
          </p:nvPr>
        </p:nvSpPr>
        <p:spPr>
          <a:xfrm>
            <a:off x="635422" y="8792852"/>
            <a:ext cx="5148000" cy="216000"/>
          </a:xfrm>
        </p:spPr>
        <p:txBody>
          <a:bodyPr/>
          <a:lstStyle/>
          <a:p>
            <a:r>
              <a:rPr lang="en-US" sz="800">
                <a:solidFill>
                  <a:schemeClr val="bg2"/>
                </a:solidFill>
              </a:rPr>
              <a:t>Presentation title    |    ONLY FOR INTERNAL USE</a:t>
            </a:r>
            <a:endParaRPr lang="en-US" sz="800" dirty="0">
              <a:solidFill>
                <a:schemeClr val="bg2"/>
              </a:solidFill>
            </a:endParaRPr>
          </a:p>
        </p:txBody>
      </p:sp>
      <p:sp>
        <p:nvSpPr>
          <p:cNvPr id="7" name="Foliennummernplatzhalter 4">
            <a:extLst>
              <a:ext uri="{FF2B5EF4-FFF2-40B4-BE49-F238E27FC236}">
                <a16:creationId xmlns:a16="http://schemas.microsoft.com/office/drawing/2014/main" id="{5FB6D13A-C040-3D64-6F27-A3AB2AD1C51F}"/>
              </a:ext>
            </a:extLst>
          </p:cNvPr>
          <p:cNvSpPr txBox="1">
            <a:spLocks/>
          </p:cNvSpPr>
          <p:nvPr/>
        </p:nvSpPr>
        <p:spPr>
          <a:xfrm>
            <a:off x="6179212" y="8792852"/>
            <a:ext cx="360040" cy="216000"/>
          </a:xfrm>
          <a:prstGeom prst="rect">
            <a:avLst/>
          </a:prstGeom>
        </p:spPr>
        <p:txBody>
          <a:bodyPr vert="horz" lIns="0" tIns="0" rIns="0" bIns="0" rtlCol="0" anchor="b">
            <a:noAutofit/>
          </a:bodyPr>
          <a:lstStyle>
            <a:defPPr>
              <a:defRPr lang="en-US"/>
            </a:defPPr>
            <a:lvl1pPr marL="0" algn="r" defTabSz="914400" rtl="0" eaLnBrk="1" latinLnBrk="0" hangingPunct="1">
              <a:defRPr sz="1200" kern="1200">
                <a:solidFill>
                  <a:schemeClr val="tx1"/>
                </a:solidFill>
                <a:latin typeface="Boehringer Forward Text" panose="0200050000000002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388EF01-4040-4B6C-80FD-9D313BD6F632}" type="slidenum">
              <a:rPr lang="en-US" sz="800" smtClean="0">
                <a:solidFill>
                  <a:schemeClr val="bg2"/>
                </a:solidFill>
              </a:rPr>
              <a:pPr/>
              <a:t>44</a:t>
            </a:fld>
            <a:endParaRPr lang="en-US" sz="800" dirty="0">
              <a:solidFill>
                <a:schemeClr val="bg2"/>
              </a:solidFill>
            </a:endParaRPr>
          </a:p>
        </p:txBody>
      </p:sp>
    </p:spTree>
    <p:extLst>
      <p:ext uri="{BB962C8B-B14F-4D97-AF65-F5344CB8AC3E}">
        <p14:creationId xmlns:p14="http://schemas.microsoft.com/office/powerpoint/2010/main" val="12143975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45</a:t>
            </a:fld>
            <a:endParaRPr lang="en-US" sz="800" dirty="0">
              <a:solidFill>
                <a:schemeClr val="bg2"/>
              </a:solidFill>
            </a:endParaRPr>
          </a:p>
        </p:txBody>
      </p:sp>
    </p:spTree>
    <p:extLst>
      <p:ext uri="{BB962C8B-B14F-4D97-AF65-F5344CB8AC3E}">
        <p14:creationId xmlns:p14="http://schemas.microsoft.com/office/powerpoint/2010/main" val="12867525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46</a:t>
            </a:fld>
            <a:endParaRPr lang="en-US" sz="800" dirty="0">
              <a:solidFill>
                <a:schemeClr val="bg2"/>
              </a:solidFill>
            </a:endParaRPr>
          </a:p>
        </p:txBody>
      </p:sp>
    </p:spTree>
    <p:extLst>
      <p:ext uri="{BB962C8B-B14F-4D97-AF65-F5344CB8AC3E}">
        <p14:creationId xmlns:p14="http://schemas.microsoft.com/office/powerpoint/2010/main" val="38471821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47</a:t>
            </a:fld>
            <a:endParaRPr lang="en-US" sz="800" dirty="0">
              <a:solidFill>
                <a:schemeClr val="bg2"/>
              </a:solidFill>
            </a:endParaRPr>
          </a:p>
        </p:txBody>
      </p:sp>
    </p:spTree>
    <p:extLst>
      <p:ext uri="{BB962C8B-B14F-4D97-AF65-F5344CB8AC3E}">
        <p14:creationId xmlns:p14="http://schemas.microsoft.com/office/powerpoint/2010/main" val="38593430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48</a:t>
            </a:fld>
            <a:endParaRPr lang="en-US" sz="800" dirty="0">
              <a:solidFill>
                <a:schemeClr val="bg2"/>
              </a:solidFill>
            </a:endParaRPr>
          </a:p>
        </p:txBody>
      </p:sp>
    </p:spTree>
    <p:extLst>
      <p:ext uri="{BB962C8B-B14F-4D97-AF65-F5344CB8AC3E}">
        <p14:creationId xmlns:p14="http://schemas.microsoft.com/office/powerpoint/2010/main" val="28856657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49</a:t>
            </a:fld>
            <a:endParaRPr lang="en-US" sz="800" dirty="0">
              <a:solidFill>
                <a:schemeClr val="bg2"/>
              </a:solidFill>
            </a:endParaRPr>
          </a:p>
        </p:txBody>
      </p:sp>
    </p:spTree>
    <p:extLst>
      <p:ext uri="{BB962C8B-B14F-4D97-AF65-F5344CB8AC3E}">
        <p14:creationId xmlns:p14="http://schemas.microsoft.com/office/powerpoint/2010/main" val="40296478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endParaRPr lang="en-US" sz="800" dirty="0">
              <a:solidFill>
                <a:schemeClr val="bg2"/>
              </a:solidFill>
            </a:endParaRP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50</a:t>
            </a:fld>
            <a:endParaRPr lang="en-US" sz="800" dirty="0">
              <a:solidFill>
                <a:schemeClr val="bg2"/>
              </a:solidFill>
            </a:endParaRPr>
          </a:p>
        </p:txBody>
      </p:sp>
    </p:spTree>
    <p:extLst>
      <p:ext uri="{BB962C8B-B14F-4D97-AF65-F5344CB8AC3E}">
        <p14:creationId xmlns:p14="http://schemas.microsoft.com/office/powerpoint/2010/main" val="2339250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dirty="0"/>
              <a:t>Subtitle of the presentation</a:t>
            </a:r>
          </a:p>
          <a:p>
            <a:pPr lvl="1"/>
            <a:r>
              <a:rPr lang="en-US" dirty="0"/>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dirty="0"/>
              <a:t>ONLY FOR INTERNAL USE</a:t>
            </a:r>
          </a:p>
        </p:txBody>
      </p:sp>
      <p:pic>
        <p:nvPicPr>
          <p:cNvPr id="7" name="Grafik 6">
            <a:extLst>
              <a:ext uri="{FF2B5EF4-FFF2-40B4-BE49-F238E27FC236}">
                <a16:creationId xmlns:a16="http://schemas.microsoft.com/office/drawing/2014/main" id="{3BC00DC6-8654-41AE-76A4-A888C568C0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476250"/>
            <a:ext cx="2664247" cy="468908"/>
          </a:xfrm>
          <a:prstGeom prst="rect">
            <a:avLst/>
          </a:prstGeom>
        </p:spPr>
      </p:pic>
    </p:spTree>
    <p:extLst>
      <p:ext uri="{BB962C8B-B14F-4D97-AF65-F5344CB8AC3E}">
        <p14:creationId xmlns:p14="http://schemas.microsoft.com/office/powerpoint/2010/main" val="999226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p>
          <a:p>
            <a:pPr lvl="1"/>
            <a:r>
              <a:rPr lang="en-US" dirty="0"/>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dirty="0"/>
              <a:t>ONLY FOR INTERNAL USE</a:t>
            </a:r>
          </a:p>
        </p:txBody>
      </p:sp>
      <p:pic>
        <p:nvPicPr>
          <p:cNvPr id="5" name="Grafik 4">
            <a:extLst>
              <a:ext uri="{FF2B5EF4-FFF2-40B4-BE49-F238E27FC236}">
                <a16:creationId xmlns:a16="http://schemas.microsoft.com/office/drawing/2014/main" id="{7EB72713-B1E1-0412-F9E9-1CFD815644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476250"/>
            <a:ext cx="2664247" cy="468908"/>
          </a:xfrm>
          <a:prstGeom prst="rect">
            <a:avLst/>
          </a:prstGeom>
        </p:spPr>
      </p:pic>
    </p:spTree>
    <p:extLst>
      <p:ext uri="{BB962C8B-B14F-4D97-AF65-F5344CB8AC3E}">
        <p14:creationId xmlns:p14="http://schemas.microsoft.com/office/powerpoint/2010/main" val="315096492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dirty="0"/>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p>
          <a:p>
            <a:pPr lvl="1"/>
            <a:r>
              <a:rPr lang="en-US" dirty="0"/>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dirty="0"/>
              <a:t>ONLY FOR INTERNAL USE</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13" name="Grafik 12">
            <a:extLst>
              <a:ext uri="{FF2B5EF4-FFF2-40B4-BE49-F238E27FC236}">
                <a16:creationId xmlns:a16="http://schemas.microsoft.com/office/drawing/2014/main" id="{FBE6AB3B-708C-29F5-43F1-ABAADDDA090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476250"/>
            <a:ext cx="2664247" cy="468908"/>
          </a:xfrm>
          <a:prstGeom prst="rect">
            <a:avLst/>
          </a:prstGeom>
        </p:spPr>
      </p:pic>
    </p:spTree>
    <p:extLst>
      <p:ext uri="{BB962C8B-B14F-4D97-AF65-F5344CB8AC3E}">
        <p14:creationId xmlns:p14="http://schemas.microsoft.com/office/powerpoint/2010/main" val="39976304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dirty="0"/>
              <a:t>Subtitle of the presentation</a:t>
            </a:r>
          </a:p>
          <a:p>
            <a:pPr lvl="1"/>
            <a:r>
              <a:rPr lang="en-US" dirty="0"/>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dirty="0"/>
              <a:t>ONLY FOR INTERNAL USE</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7" name="Grafik 6">
            <a:extLst>
              <a:ext uri="{FF2B5EF4-FFF2-40B4-BE49-F238E27FC236}">
                <a16:creationId xmlns:a16="http://schemas.microsoft.com/office/drawing/2014/main" id="{5D92F303-84D6-99C9-EEC6-5D5B3431DFC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476250"/>
            <a:ext cx="2664247" cy="468908"/>
          </a:xfrm>
          <a:prstGeom prst="rect">
            <a:avLst/>
          </a:prstGeom>
        </p:spPr>
      </p:pic>
    </p:spTree>
    <p:extLst>
      <p:ext uri="{BB962C8B-B14F-4D97-AF65-F5344CB8AC3E}">
        <p14:creationId xmlns:p14="http://schemas.microsoft.com/office/powerpoint/2010/main" val="142140149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dirty="0"/>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dirty="0"/>
              <a:t>Subtitle of the presentation</a:t>
            </a:r>
          </a:p>
          <a:p>
            <a:pPr lvl="1"/>
            <a:r>
              <a:rPr lang="en-US" dirty="0"/>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Add picture</a:t>
            </a:r>
          </a:p>
        </p:txBody>
      </p:sp>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dirty="0"/>
              <a:t>ONLY FOR INTERNAL USE</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7" name="Grafik 6">
            <a:extLst>
              <a:ext uri="{FF2B5EF4-FFF2-40B4-BE49-F238E27FC236}">
                <a16:creationId xmlns:a16="http://schemas.microsoft.com/office/drawing/2014/main" id="{DBC6098D-E699-ED89-E51A-B6AC2AF65FF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476250"/>
            <a:ext cx="2664247" cy="468908"/>
          </a:xfrm>
          <a:prstGeom prst="rect">
            <a:avLst/>
          </a:prstGeom>
        </p:spPr>
      </p:pic>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dirty="0"/>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dirty="0"/>
              <a:t>Edit text by clicking. Use the "Increase/decrease list level" buttons on the Start tab to switch between the set up text levels.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dirty="0"/>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dirty="0"/>
          </a:p>
        </p:txBody>
      </p:sp>
    </p:spTree>
    <p:extLst>
      <p:ext uri="{BB962C8B-B14F-4D97-AF65-F5344CB8AC3E}">
        <p14:creationId xmlns:p14="http://schemas.microsoft.com/office/powerpoint/2010/main" val="383536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dirty="0"/>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dirty="0"/>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endParaRPr lang="en-US" dirty="0"/>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dirty="0"/>
              <a:t>First level</a:t>
            </a:r>
          </a:p>
          <a:p>
            <a:pPr lvl="1"/>
            <a:r>
              <a:rPr lang="en-US" dirty="0"/>
              <a:t>Second level</a:t>
            </a:r>
          </a:p>
        </p:txBody>
      </p:sp>
      <p:pic>
        <p:nvPicPr>
          <p:cNvPr id="11" name="Grafik 10">
            <a:extLst>
              <a:ext uri="{FF2B5EF4-FFF2-40B4-BE49-F238E27FC236}">
                <a16:creationId xmlns:a16="http://schemas.microsoft.com/office/drawing/2014/main" id="{5E79CB2E-5169-3389-2812-C3FA5EBEBC9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dirty="0"/>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dirty="0"/>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dirty="0"/>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dirty="0"/>
              <a:t>Presentation title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dirty="0"/>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dirty="0"/>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dirty="0"/>
              <a:t>Presentation title    |    ONLY FOR INTERNAL USE</a:t>
            </a:r>
          </a:p>
        </p:txBody>
      </p:sp>
      <p:pic>
        <p:nvPicPr>
          <p:cNvPr id="3" name="Grafik 2">
            <a:extLst>
              <a:ext uri="{FF2B5EF4-FFF2-40B4-BE49-F238E27FC236}">
                <a16:creationId xmlns:a16="http://schemas.microsoft.com/office/drawing/2014/main" id="{D865420D-D73D-00AE-AB37-2E91EEFCEF0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dirty="0"/>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dirty="0"/>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dirty="0"/>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3" name="Grafik 2">
            <a:extLst>
              <a:ext uri="{FF2B5EF4-FFF2-40B4-BE49-F238E27FC236}">
                <a16:creationId xmlns:a16="http://schemas.microsoft.com/office/drawing/2014/main" id="{F2A2040C-2B4C-2D90-8214-9110D09E485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dirty="0"/>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dirty="0"/>
          </a:p>
        </p:txBody>
      </p:sp>
    </p:spTree>
    <p:extLst>
      <p:ext uri="{BB962C8B-B14F-4D97-AF65-F5344CB8AC3E}">
        <p14:creationId xmlns:p14="http://schemas.microsoft.com/office/powerpoint/2010/main" val="2167055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dirty="0"/>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pic>
        <p:nvPicPr>
          <p:cNvPr id="2" name="Grafik 1">
            <a:extLst>
              <a:ext uri="{FF2B5EF4-FFF2-40B4-BE49-F238E27FC236}">
                <a16:creationId xmlns:a16="http://schemas.microsoft.com/office/drawing/2014/main" id="{F02885BF-AC31-7ADD-014E-E8C1AA748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dirty="0"/>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dirty="0"/>
          </a:p>
        </p:txBody>
      </p:sp>
      <p:pic>
        <p:nvPicPr>
          <p:cNvPr id="4" name="Grafik 3">
            <a:extLst>
              <a:ext uri="{FF2B5EF4-FFF2-40B4-BE49-F238E27FC236}">
                <a16:creationId xmlns:a16="http://schemas.microsoft.com/office/drawing/2014/main" id="{DA4FAF94-63FF-ECFB-5C94-CF9FE3121E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107130089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dirty="0"/>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dirty="0"/>
              <a:t>Presentation title    |    </a:t>
            </a:r>
          </a:p>
          <a:p>
            <a:r>
              <a:rPr lang="en-US" dirty="0"/>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title first line, classification second line</a:t>
            </a:r>
            <a:endParaRPr lang="en-US" sz="800" b="1" dirty="0">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dirty="0"/>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dirty="0"/>
          </a:p>
        </p:txBody>
      </p:sp>
      <p:pic>
        <p:nvPicPr>
          <p:cNvPr id="4" name="Grafik 3">
            <a:extLst>
              <a:ext uri="{FF2B5EF4-FFF2-40B4-BE49-F238E27FC236}">
                <a16:creationId xmlns:a16="http://schemas.microsoft.com/office/drawing/2014/main" id="{5D188762-2153-BE53-D002-B2144AC189F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288162539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dirty="0"/>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dirty="0"/>
              <a:t>Presentation title    |    </a:t>
            </a:r>
          </a:p>
          <a:p>
            <a:r>
              <a:rPr lang="en-US" dirty="0"/>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title first line, classification second line</a:t>
            </a:r>
            <a:endParaRPr lang="en-US" sz="800" b="1" dirty="0">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endParaRPr lang="en-US" dirty="0"/>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dirty="0"/>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dirty="0"/>
              <a:t>Presentation title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dirty="0"/>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dirty="0"/>
              <a:t>Presentation title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endParaRPr lang="en-US" dirty="0"/>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dirty="0"/>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dirty="0"/>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dirty="0"/>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dirty="0"/>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dirty="0"/>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2" name="Grafik 1">
            <a:extLst>
              <a:ext uri="{FF2B5EF4-FFF2-40B4-BE49-F238E27FC236}">
                <a16:creationId xmlns:a16="http://schemas.microsoft.com/office/drawing/2014/main" id="{65B265EB-7E91-EF92-E203-B11F1CC796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dirty="0" err="1"/>
              <a:t>Folientitel</a:t>
            </a:r>
            <a:endParaRPr lang="en-US" dirty="0"/>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US" dirty="0"/>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dirty="0"/>
          </a:p>
        </p:txBody>
      </p:sp>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dirty="0"/>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4" name="Grafik 3">
            <a:extLst>
              <a:ext uri="{FF2B5EF4-FFF2-40B4-BE49-F238E27FC236}">
                <a16:creationId xmlns:a16="http://schemas.microsoft.com/office/drawing/2014/main" id="{3C75D308-ADD4-F2C8-C5F9-6E40D42A8D1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dirty="0"/>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a picture in the background</a:t>
            </a:r>
            <a:endParaRPr lang="en-US" sz="800" b="1" dirty="0">
              <a:solidFill>
                <a:srgbClr val="076D7E"/>
              </a:solidFill>
              <a:latin typeface="+mj-lt"/>
            </a:endParaRPr>
          </a:p>
        </p:txBody>
      </p:sp>
      <p:pic>
        <p:nvPicPr>
          <p:cNvPr id="4" name="Grafik 3">
            <a:extLst>
              <a:ext uri="{FF2B5EF4-FFF2-40B4-BE49-F238E27FC236}">
                <a16:creationId xmlns:a16="http://schemas.microsoft.com/office/drawing/2014/main" id="{0E3FB678-7B95-BF8A-B784-432FD1898F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Bild hinzufügen per </a:t>
            </a:r>
            <a:br>
              <a:rPr lang="en-US" dirty="0"/>
            </a:br>
            <a:r>
              <a:rPr lang="en-US" dirty="0"/>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dirty="0"/>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pic>
        <p:nvPicPr>
          <p:cNvPr id="5" name="Grafik 4">
            <a:extLst>
              <a:ext uri="{FF2B5EF4-FFF2-40B4-BE49-F238E27FC236}">
                <a16:creationId xmlns:a16="http://schemas.microsoft.com/office/drawing/2014/main" id="{04D4BF14-8BF6-1E44-964B-738ED866159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Bild hinzufügen per </a:t>
            </a:r>
            <a:br>
              <a:rPr lang="en-US" dirty="0"/>
            </a:br>
            <a:r>
              <a:rPr lang="en-US" dirty="0"/>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dirty="0"/>
              <a:t>Presentation title    |    ONLY FOR INTERNAL USE</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pic>
        <p:nvPicPr>
          <p:cNvPr id="6" name="Grafik 5">
            <a:extLst>
              <a:ext uri="{FF2B5EF4-FFF2-40B4-BE49-F238E27FC236}">
                <a16:creationId xmlns:a16="http://schemas.microsoft.com/office/drawing/2014/main" id="{7A26A0D4-7A12-D1BB-67F1-D40564C1C8F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dirty="0"/>
              <a:t>Bild hinzufügen per </a:t>
            </a:r>
            <a:br>
              <a:rPr lang="en-US" dirty="0"/>
            </a:br>
            <a:r>
              <a:rPr lang="en-US" dirty="0"/>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dirty="0"/>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dirty="0"/>
              <a:t>Edit text by clicking. Use the "Increase/decrease list level" buttons on the Start tab to switch between the set up text levels.</a:t>
            </a:r>
          </a:p>
          <a:p>
            <a:pPr lvl="1"/>
            <a:r>
              <a:rPr lang="en-US" dirty="0"/>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dirty="0"/>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dirty="0"/>
              <a:t>Presentation title    |    ONLY FOR INTERNAL USE</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dirty="0">
                <a:solidFill>
                  <a:srgbClr val="076D7E"/>
                </a:solidFill>
                <a:latin typeface="+mj-lt"/>
              </a:rPr>
              <a:t>This layout requires two pictures in the background</a:t>
            </a:r>
            <a:endParaRPr lang="en-US" sz="800" b="1" dirty="0">
              <a:solidFill>
                <a:srgbClr val="076D7E"/>
              </a:solidFill>
              <a:latin typeface="+mj-lt"/>
            </a:endParaRPr>
          </a:p>
        </p:txBody>
      </p:sp>
      <p:pic>
        <p:nvPicPr>
          <p:cNvPr id="6" name="Grafik 5">
            <a:extLst>
              <a:ext uri="{FF2B5EF4-FFF2-40B4-BE49-F238E27FC236}">
                <a16:creationId xmlns:a16="http://schemas.microsoft.com/office/drawing/2014/main" id="{55BA5002-7415-6CA9-7E4C-3DFAEE863F7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dirty="0" err="1"/>
              <a:t>Folientitel</a:t>
            </a:r>
            <a:endParaRPr lang="en-US" dirty="0"/>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dirty="0"/>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dirty="0"/>
          </a:p>
        </p:txBody>
      </p:sp>
    </p:spTree>
    <p:extLst>
      <p:ext uri="{BB962C8B-B14F-4D97-AF65-F5344CB8AC3E}">
        <p14:creationId xmlns:p14="http://schemas.microsoft.com/office/powerpoint/2010/main" val="7943276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dirty="0"/>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dirty="0"/>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dirty="0"/>
          </a:p>
        </p:txBody>
      </p:sp>
    </p:spTree>
    <p:extLst>
      <p:ext uri="{BB962C8B-B14F-4D97-AF65-F5344CB8AC3E}">
        <p14:creationId xmlns:p14="http://schemas.microsoft.com/office/powerpoint/2010/main" val="13718174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dirty="0"/>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dirty="0"/>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endParaRPr lang="en-US" dirty="0"/>
          </a:p>
          <a:p>
            <a:pPr lvl="1"/>
            <a:r>
              <a:rPr lang="en-US" dirty="0"/>
              <a:t>Second level</a:t>
            </a:r>
          </a:p>
          <a:p>
            <a:pPr lvl="2"/>
            <a:r>
              <a:rPr lang="en-US" dirty="0"/>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endParaRPr lang="en-US" dirty="0"/>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dirty="0"/>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dirty="0"/>
          </a:p>
        </p:txBody>
      </p:sp>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insert a picture:</a:t>
              </a:r>
            </a:p>
            <a:p>
              <a:pPr marL="144000" indent="-144000">
                <a:lnSpc>
                  <a:spcPct val="120000"/>
                </a:lnSpc>
                <a:spcAft>
                  <a:spcPts val="600"/>
                </a:spcAft>
                <a:buFont typeface="+mj-lt"/>
                <a:buAutoNum type="arabicPeriod"/>
              </a:pPr>
              <a:r>
                <a:rPr lang="en-US" sz="900" dirty="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dirty="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dirty="0">
                  <a:solidFill>
                    <a:schemeClr val="tx1"/>
                  </a:solidFill>
                  <a:effectLst/>
                  <a:latin typeface="+mn-lt"/>
                </a:rPr>
                <a:t>Choose “Pictures” and then the corresponding source where the image </a:t>
              </a:r>
              <a:r>
                <a:rPr lang="en-US" sz="900">
                  <a:solidFill>
                    <a:schemeClr val="tx1"/>
                  </a:solidFill>
                  <a:effectLst/>
                  <a:latin typeface="+mn-lt"/>
                </a:rPr>
                <a:t>is located</a:t>
              </a:r>
              <a:endParaRPr lang="en-US" sz="900" dirty="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dirty="0">
                <a:solidFill>
                  <a:schemeClr val="tx1"/>
                </a:solidFill>
                <a:latin typeface="+mn-lt"/>
              </a:endParaRPr>
            </a:p>
          </p:txBody>
        </p:sp>
      </p:grpSp>
      <p:pic>
        <p:nvPicPr>
          <p:cNvPr id="2" name="Grafik 1">
            <a:extLst>
              <a:ext uri="{FF2B5EF4-FFF2-40B4-BE49-F238E27FC236}">
                <a16:creationId xmlns:a16="http://schemas.microsoft.com/office/drawing/2014/main" id="{34FB9579-3258-35C2-DD01-C4D30DE155E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dirty="0"/>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dirty="0"/>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dirty="0">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endParaRPr lang="en-US" sz="1400" dirty="0"/>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dirty="0"/>
              <a:t>© </a:t>
            </a:r>
            <a:fld id="{2F99CDBD-C73A-474F-91D2-EC8081FF32A1}" type="datetimeyyyy">
              <a:rPr lang="en-US" sz="900" smtClean="0"/>
              <a:t>2026</a:t>
            </a:fld>
            <a:r>
              <a:rPr lang="en-US" sz="900" dirty="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dirty="0"/>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dirty="0"/>
              <a:t>Edit text by clicking. Use the "Increase/decrease list level" buttons on the Start tab to switch between the set up text levels. For an optional subheading, set the text in bold.</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dirty="0"/>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dirty="0"/>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7" name="Grafik 6">
            <a:extLst>
              <a:ext uri="{FF2B5EF4-FFF2-40B4-BE49-F238E27FC236}">
                <a16:creationId xmlns:a16="http://schemas.microsoft.com/office/drawing/2014/main" id="{036789D1-08E0-3DD0-F90E-7BB6EDDE279F}"/>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772" r:id="rId1"/>
    <p:sldLayoutId id="2147483812" r:id="rId2"/>
    <p:sldLayoutId id="2147483786" r:id="rId3"/>
    <p:sldLayoutId id="2147483805" r:id="rId4"/>
    <p:sldLayoutId id="2147483787" r:id="rId5"/>
    <p:sldLayoutId id="2147483773" r:id="rId6"/>
    <p:sldLayoutId id="2147483804" r:id="rId7"/>
    <p:sldLayoutId id="2147483802" r:id="rId8"/>
    <p:sldLayoutId id="2147483803" r:id="rId9"/>
    <p:sldLayoutId id="2147483808" r:id="rId10"/>
    <p:sldLayoutId id="2147483775" r:id="rId11"/>
    <p:sldLayoutId id="2147483807" r:id="rId12"/>
    <p:sldLayoutId id="2147483776" r:id="rId13"/>
    <p:sldLayoutId id="2147483810" r:id="rId14"/>
    <p:sldLayoutId id="2147483809" r:id="rId15"/>
    <p:sldLayoutId id="2147483788" r:id="rId16"/>
    <p:sldLayoutId id="2147483789" r:id="rId17"/>
    <p:sldLayoutId id="2147483790" r:id="rId18"/>
    <p:sldLayoutId id="2147483791" r:id="rId19"/>
    <p:sldLayoutId id="2147483792" r:id="rId20"/>
    <p:sldLayoutId id="2147483793" r:id="rId21"/>
    <p:sldLayoutId id="2147483799" r:id="rId22"/>
    <p:sldLayoutId id="2147483800" r:id="rId23"/>
    <p:sldLayoutId id="2147483795" r:id="rId24"/>
    <p:sldLayoutId id="2147483796" r:id="rId25"/>
    <p:sldLayoutId id="2147483797" r:id="rId26"/>
    <p:sldLayoutId id="2147483798" r:id="rId27"/>
    <p:sldLayoutId id="2147483783" r:id="rId28"/>
    <p:sldLayoutId id="2147483784" r:id="rId29"/>
    <p:sldLayoutId id="2147483785" r:id="rId30"/>
    <p:sldLayoutId id="2147483811" r:id="rId31"/>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slide" Target="slide28.xml"/><Relationship Id="rId13" Type="http://schemas.openxmlformats.org/officeDocument/2006/relationships/slide" Target="slide42.xml"/><Relationship Id="rId3" Type="http://schemas.openxmlformats.org/officeDocument/2006/relationships/notesSlide" Target="../notesSlides/notesSlide4.xml"/><Relationship Id="rId7" Type="http://schemas.openxmlformats.org/officeDocument/2006/relationships/slide" Target="slide7.xml"/><Relationship Id="rId12" Type="http://schemas.openxmlformats.org/officeDocument/2006/relationships/slide" Target="slide36.xml"/><Relationship Id="rId2" Type="http://schemas.openxmlformats.org/officeDocument/2006/relationships/slideLayout" Target="../slideLayouts/slideLayout12.xml"/><Relationship Id="rId1" Type="http://schemas.openxmlformats.org/officeDocument/2006/relationships/tags" Target="../tags/tag2.xml"/><Relationship Id="rId6" Type="http://schemas.openxmlformats.org/officeDocument/2006/relationships/slide" Target="slide5.xml"/><Relationship Id="rId11" Type="http://schemas.openxmlformats.org/officeDocument/2006/relationships/slide" Target="slide29.xml"/><Relationship Id="rId5" Type="http://schemas.openxmlformats.org/officeDocument/2006/relationships/image" Target="../media/image9.emf"/><Relationship Id="rId15" Type="http://schemas.openxmlformats.org/officeDocument/2006/relationships/slide" Target="slide50.xml"/><Relationship Id="rId10" Type="http://schemas.openxmlformats.org/officeDocument/2006/relationships/slide" Target="slide27.xml"/><Relationship Id="rId4" Type="http://schemas.openxmlformats.org/officeDocument/2006/relationships/oleObject" Target="../embeddings/oleObject1.bin"/><Relationship Id="rId9" Type="http://schemas.openxmlformats.org/officeDocument/2006/relationships/slide" Target="slide20.xml"/><Relationship Id="rId14" Type="http://schemas.openxmlformats.org/officeDocument/2006/relationships/slide" Target="slide34.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3.xml"/><Relationship Id="rId6" Type="http://schemas.openxmlformats.org/officeDocument/2006/relationships/image" Target="../media/image13.svg"/><Relationship Id="rId5" Type="http://schemas.openxmlformats.org/officeDocument/2006/relationships/image" Target="../media/image9.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slideLayout" Target="../slideLayouts/slideLayout28.xml"/><Relationship Id="rId7" Type="http://schemas.openxmlformats.org/officeDocument/2006/relationships/image" Target="../media/image15.sv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4.svg"/><Relationship Id="rId5" Type="http://schemas.openxmlformats.org/officeDocument/2006/relationships/oleObject" Target="../embeddings/oleObject2.bin"/><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slideLayout" Target="../slideLayouts/slideLayout28.xml"/><Relationship Id="rId7" Type="http://schemas.openxmlformats.org/officeDocument/2006/relationships/image" Target="../media/image18.sv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7.svg"/><Relationship Id="rId5" Type="http://schemas.openxmlformats.org/officeDocument/2006/relationships/oleObject" Target="../embeddings/oleObject3.bin"/><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slideLayout" Target="../slideLayouts/slideLayout16.xml"/><Relationship Id="rId7" Type="http://schemas.openxmlformats.org/officeDocument/2006/relationships/image" Target="../media/image14.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20.emf"/><Relationship Id="rId11" Type="http://schemas.openxmlformats.org/officeDocument/2006/relationships/image" Target="../media/image16.svg"/><Relationship Id="rId5" Type="http://schemas.openxmlformats.org/officeDocument/2006/relationships/oleObject" Target="../embeddings/oleObject4.bin"/><Relationship Id="rId10" Type="http://schemas.openxmlformats.org/officeDocument/2006/relationships/image" Target="../media/image15.svg"/><Relationship Id="rId4" Type="http://schemas.openxmlformats.org/officeDocument/2006/relationships/notesSlide" Target="../notesSlides/notesSlide10.xml"/><Relationship Id="rId9" Type="http://schemas.openxmlformats.org/officeDocument/2006/relationships/image" Target="../media/image22.svg"/></Relationships>
</file>

<file path=ppt/slides/_rels/slide1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Layout" Target="../slideLayouts/slideLayout28.xml"/><Relationship Id="rId7" Type="http://schemas.openxmlformats.org/officeDocument/2006/relationships/image" Target="../media/image24.sv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23.emf"/><Relationship Id="rId5" Type="http://schemas.openxmlformats.org/officeDocument/2006/relationships/oleObject" Target="../embeddings/oleObject5.bin"/><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3.xml"/><Relationship Id="rId1" Type="http://schemas.openxmlformats.org/officeDocument/2006/relationships/slideLayout" Target="../slideLayouts/slideLayout28.xml"/><Relationship Id="rId4" Type="http://schemas.openxmlformats.org/officeDocument/2006/relationships/image" Target="../media/image25.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6.sv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23.emf"/><Relationship Id="rId5" Type="http://schemas.openxmlformats.org/officeDocument/2006/relationships/oleObject" Target="../embeddings/oleObject6.bin"/><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27.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23.emf"/><Relationship Id="rId5" Type="http://schemas.openxmlformats.org/officeDocument/2006/relationships/oleObject" Target="../embeddings/oleObject6.bin"/><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3.emf"/><Relationship Id="rId5" Type="http://schemas.openxmlformats.org/officeDocument/2006/relationships/oleObject" Target="../embeddings/oleObject6.bin"/><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9.xml"/><Relationship Id="rId1" Type="http://schemas.openxmlformats.org/officeDocument/2006/relationships/slideLayout" Target="../slideLayouts/slideLayout29.xml"/><Relationship Id="rId4" Type="http://schemas.openxmlformats.org/officeDocument/2006/relationships/image" Target="../media/image12.sv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8.xml"/><Relationship Id="rId1" Type="http://schemas.openxmlformats.org/officeDocument/2006/relationships/tags" Target="../tags/tag18.xml"/><Relationship Id="rId5" Type="http://schemas.openxmlformats.org/officeDocument/2006/relationships/image" Target="../media/image19.svg"/><Relationship Id="rId4" Type="http://schemas.openxmlformats.org/officeDocument/2006/relationships/image" Target="../media/image29.jp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tags" Target="../tags/tag19.xml"/><Relationship Id="rId6" Type="http://schemas.openxmlformats.org/officeDocument/2006/relationships/image" Target="../media/image31.svg"/><Relationship Id="rId5" Type="http://schemas.microsoft.com/office/2007/relationships/hdphoto" Target="../media/hdphoto1.wdp"/><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9.xml"/><Relationship Id="rId1" Type="http://schemas.openxmlformats.org/officeDocument/2006/relationships/tags" Target="../tags/tag20.xml"/><Relationship Id="rId6" Type="http://schemas.openxmlformats.org/officeDocument/2006/relationships/image" Target="../media/image33.svg"/><Relationship Id="rId5" Type="http://schemas.openxmlformats.org/officeDocument/2006/relationships/image" Target="../media/image12.sv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3" Type="http://schemas.openxmlformats.org/officeDocument/2006/relationships/tags" Target="../tags/tag23.xml"/><Relationship Id="rId7" Type="http://schemas.openxmlformats.org/officeDocument/2006/relationships/slideLayout" Target="../slideLayouts/slideLayout28.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image" Target="../media/image35.jpeg"/><Relationship Id="rId5" Type="http://schemas.openxmlformats.org/officeDocument/2006/relationships/tags" Target="../tags/tag25.xml"/><Relationship Id="rId10" Type="http://schemas.openxmlformats.org/officeDocument/2006/relationships/image" Target="../media/image34.emf"/><Relationship Id="rId4" Type="http://schemas.openxmlformats.org/officeDocument/2006/relationships/tags" Target="../tags/tag24.xml"/><Relationship Id="rId9" Type="http://schemas.openxmlformats.org/officeDocument/2006/relationships/oleObject" Target="../embeddings/oleObject7.bin"/></Relationships>
</file>

<file path=ppt/slides/_rels/slide24.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slideLayout" Target="../slideLayouts/slideLayout12.xml"/><Relationship Id="rId7" Type="http://schemas.openxmlformats.org/officeDocument/2006/relationships/oleObject" Target="../embeddings/oleObject8.bin"/><Relationship Id="rId2" Type="http://schemas.openxmlformats.org/officeDocument/2006/relationships/tags" Target="../tags/tag28.xml"/><Relationship Id="rId1" Type="http://schemas.openxmlformats.org/officeDocument/2006/relationships/tags" Target="../tags/tag27.xml"/><Relationship Id="rId6" Type="http://schemas.microsoft.com/office/2007/relationships/hdphoto" Target="../media/hdphoto1.wdp"/><Relationship Id="rId5" Type="http://schemas.openxmlformats.org/officeDocument/2006/relationships/image" Target="../media/image3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tags" Target="../tags/tag31.xml"/><Relationship Id="rId7" Type="http://schemas.openxmlformats.org/officeDocument/2006/relationships/image" Target="../media/image37.jpe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notesSlide" Target="../notesSlides/notesSlide25.xml"/><Relationship Id="rId5" Type="http://schemas.openxmlformats.org/officeDocument/2006/relationships/slideLayout" Target="../slideLayouts/slideLayout28.xml"/><Relationship Id="rId4" Type="http://schemas.openxmlformats.org/officeDocument/2006/relationships/tags" Target="../tags/tag3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8.xml"/><Relationship Id="rId1" Type="http://schemas.openxmlformats.org/officeDocument/2006/relationships/tags" Target="../tags/tag33.xml"/><Relationship Id="rId6" Type="http://schemas.openxmlformats.org/officeDocument/2006/relationships/image" Target="../media/image28.svg"/><Relationship Id="rId5" Type="http://schemas.openxmlformats.org/officeDocument/2006/relationships/image" Target="../media/image40.sv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slideLayout" Target="../slideLayouts/slideLayout28.xml"/><Relationship Id="rId7" Type="http://schemas.openxmlformats.org/officeDocument/2006/relationships/image" Target="../media/image41.sv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9.emf"/><Relationship Id="rId5" Type="http://schemas.openxmlformats.org/officeDocument/2006/relationships/oleObject" Target="../embeddings/oleObject9.bin"/><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slideLayout" Target="../slideLayouts/slideLayout28.xml"/><Relationship Id="rId7" Type="http://schemas.openxmlformats.org/officeDocument/2006/relationships/image" Target="../media/image14.svg"/><Relationship Id="rId12" Type="http://schemas.openxmlformats.org/officeDocument/2006/relationships/image" Target="../media/image46.sv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43.emf"/><Relationship Id="rId11" Type="http://schemas.openxmlformats.org/officeDocument/2006/relationships/image" Target="../media/image45.svg"/><Relationship Id="rId5" Type="http://schemas.openxmlformats.org/officeDocument/2006/relationships/oleObject" Target="../embeddings/oleObject10.bin"/><Relationship Id="rId10" Type="http://schemas.openxmlformats.org/officeDocument/2006/relationships/image" Target="../media/image44.svg"/><Relationship Id="rId4" Type="http://schemas.openxmlformats.org/officeDocument/2006/relationships/notesSlide" Target="../notesSlides/notesSlide29.xml"/><Relationship Id="rId9" Type="http://schemas.openxmlformats.org/officeDocument/2006/relationships/image" Target="../media/image22.sv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34.emf"/><Relationship Id="rId5" Type="http://schemas.openxmlformats.org/officeDocument/2006/relationships/oleObject" Target="../embeddings/oleObject11.bin"/><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8.xml"/><Relationship Id="rId1" Type="http://schemas.openxmlformats.org/officeDocument/2006/relationships/tags" Target="../tags/tag40.xml"/><Relationship Id="rId5" Type="http://schemas.openxmlformats.org/officeDocument/2006/relationships/image" Target="../media/image23.emf"/><Relationship Id="rId4" Type="http://schemas.openxmlformats.org/officeDocument/2006/relationships/oleObject" Target="../embeddings/oleObject12.bin"/></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23.emf"/><Relationship Id="rId5" Type="http://schemas.openxmlformats.org/officeDocument/2006/relationships/oleObject" Target="../embeddings/oleObject13.bin"/><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29.jp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9.emf"/><Relationship Id="rId5" Type="http://schemas.openxmlformats.org/officeDocument/2006/relationships/oleObject" Target="../embeddings/oleObject14.bin"/><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6.xml"/><Relationship Id="rId1" Type="http://schemas.openxmlformats.org/officeDocument/2006/relationships/tags" Target="../tags/tag45.xml"/><Relationship Id="rId5" Type="http://schemas.openxmlformats.org/officeDocument/2006/relationships/image" Target="../media/image47.emf"/><Relationship Id="rId4" Type="http://schemas.openxmlformats.org/officeDocument/2006/relationships/oleObject" Target="../embeddings/oleObject15.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1.xml"/><Relationship Id="rId1" Type="http://schemas.openxmlformats.org/officeDocument/2006/relationships/tags" Target="../tags/tag46.xml"/><Relationship Id="rId4" Type="http://schemas.openxmlformats.org/officeDocument/2006/relationships/chart" Target="../charts/chart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1.xml"/><Relationship Id="rId1" Type="http://schemas.openxmlformats.org/officeDocument/2006/relationships/tags" Target="../tags/tag47.xml"/><Relationship Id="rId4" Type="http://schemas.openxmlformats.org/officeDocument/2006/relationships/chart" Target="../charts/char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1.xml"/><Relationship Id="rId1" Type="http://schemas.openxmlformats.org/officeDocument/2006/relationships/tags" Target="../tags/tag48.xml"/><Relationship Id="rId4" Type="http://schemas.openxmlformats.org/officeDocument/2006/relationships/chart" Target="../charts/chart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1.xml"/><Relationship Id="rId1" Type="http://schemas.openxmlformats.org/officeDocument/2006/relationships/tags" Target="../tags/tag49.xml"/><Relationship Id="rId4" Type="http://schemas.openxmlformats.org/officeDocument/2006/relationships/chart" Target="../charts/chart4.xml"/></Relationships>
</file>

<file path=ppt/slides/_rels/slide40.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tags" Target="../tags/tag52.xml"/><Relationship Id="rId7" Type="http://schemas.openxmlformats.org/officeDocument/2006/relationships/chart" Target="../charts/chart6.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chart" Target="../charts/chart5.xml"/><Relationship Id="rId5" Type="http://schemas.openxmlformats.org/officeDocument/2006/relationships/notesSlide" Target="../notesSlides/notesSlide40.xml"/><Relationship Id="rId4"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8" Type="http://schemas.openxmlformats.org/officeDocument/2006/relationships/chart" Target="../charts/chart8.xml"/><Relationship Id="rId13" Type="http://schemas.openxmlformats.org/officeDocument/2006/relationships/chart" Target="../charts/chart11.xml"/><Relationship Id="rId3" Type="http://schemas.openxmlformats.org/officeDocument/2006/relationships/tags" Target="../tags/tag55.xml"/><Relationship Id="rId7" Type="http://schemas.openxmlformats.org/officeDocument/2006/relationships/notesSlide" Target="../notesSlides/notesSlide41.xml"/><Relationship Id="rId12" Type="http://schemas.openxmlformats.org/officeDocument/2006/relationships/chart" Target="../charts/chart10.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slideLayout" Target="../slideLayouts/slideLayout28.xml"/><Relationship Id="rId11" Type="http://schemas.openxmlformats.org/officeDocument/2006/relationships/chart" Target="../charts/chart9.xml"/><Relationship Id="rId5" Type="http://schemas.openxmlformats.org/officeDocument/2006/relationships/tags" Target="../tags/tag57.xml"/><Relationship Id="rId10" Type="http://schemas.openxmlformats.org/officeDocument/2006/relationships/image" Target="../media/image36.emf"/><Relationship Id="rId4" Type="http://schemas.openxmlformats.org/officeDocument/2006/relationships/tags" Target="../tags/tag56.xml"/><Relationship Id="rId9" Type="http://schemas.openxmlformats.org/officeDocument/2006/relationships/oleObject" Target="../embeddings/oleObject16.bin"/></Relationships>
</file>

<file path=ppt/slides/_rels/slide42.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slideLayout" Target="../slideLayouts/slideLayout28.xml"/><Relationship Id="rId7" Type="http://schemas.openxmlformats.org/officeDocument/2006/relationships/image" Target="../media/image22.sv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34.emf"/><Relationship Id="rId5" Type="http://schemas.openxmlformats.org/officeDocument/2006/relationships/oleObject" Target="../embeddings/oleObject17.bin"/><Relationship Id="rId4" Type="http://schemas.openxmlformats.org/officeDocument/2006/relationships/notesSlide" Target="../notesSlides/notesSlide42.xml"/><Relationship Id="rId9" Type="http://schemas.openxmlformats.org/officeDocument/2006/relationships/image" Target="../media/image21.svg"/></Relationships>
</file>

<file path=ppt/slides/_rels/slide4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slideLayout" Target="../slideLayouts/slideLayout28.xml"/><Relationship Id="rId7" Type="http://schemas.openxmlformats.org/officeDocument/2006/relationships/image" Target="../media/image22.sv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34.emf"/><Relationship Id="rId5" Type="http://schemas.openxmlformats.org/officeDocument/2006/relationships/oleObject" Target="../embeddings/oleObject18.bin"/><Relationship Id="rId10" Type="http://schemas.openxmlformats.org/officeDocument/2006/relationships/image" Target="../media/image48.svg"/><Relationship Id="rId4" Type="http://schemas.openxmlformats.org/officeDocument/2006/relationships/notesSlide" Target="../notesSlides/notesSlide43.xml"/><Relationship Id="rId9" Type="http://schemas.openxmlformats.org/officeDocument/2006/relationships/image" Target="../media/image49.sv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50.sv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34.emf"/><Relationship Id="rId5" Type="http://schemas.openxmlformats.org/officeDocument/2006/relationships/oleObject" Target="../embeddings/oleObject19.bin"/><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51.sv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34.emf"/><Relationship Id="rId5" Type="http://schemas.openxmlformats.org/officeDocument/2006/relationships/oleObject" Target="../embeddings/oleObject19.bin"/><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slideLayout" Target="../slideLayouts/slideLayout28.xml"/><Relationship Id="rId7" Type="http://schemas.openxmlformats.org/officeDocument/2006/relationships/image" Target="../media/image34.emf"/><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oleObject" Target="../embeddings/oleObject19.bin"/><Relationship Id="rId5" Type="http://schemas.openxmlformats.org/officeDocument/2006/relationships/image" Target="../media/image52.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slideLayout" Target="../slideLayouts/slideLayout12.xml"/><Relationship Id="rId7" Type="http://schemas.openxmlformats.org/officeDocument/2006/relationships/image" Target="../media/image54.emf"/><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oleObject" Target="../embeddings/oleObject20.bin"/><Relationship Id="rId5" Type="http://schemas.openxmlformats.org/officeDocument/2006/relationships/image" Target="../media/image53.svg"/><Relationship Id="rId4" Type="http://schemas.openxmlformats.org/officeDocument/2006/relationships/notesSlide" Target="../notesSlides/notesSlide47.xml"/><Relationship Id="rId9" Type="http://schemas.openxmlformats.org/officeDocument/2006/relationships/image" Target="../media/image56.sv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8.xml"/><Relationship Id="rId1" Type="http://schemas.openxmlformats.org/officeDocument/2006/relationships/tags" Target="../tags/tag70.xml"/><Relationship Id="rId6" Type="http://schemas.openxmlformats.org/officeDocument/2006/relationships/image" Target="../media/image58.svg"/><Relationship Id="rId5" Type="http://schemas.openxmlformats.org/officeDocument/2006/relationships/image" Target="../media/image57.emf"/><Relationship Id="rId4" Type="http://schemas.openxmlformats.org/officeDocument/2006/relationships/oleObject" Target="../embeddings/oleObject21.bin"/></Relationships>
</file>

<file path=ppt/slides/_rels/slide49.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tags" Target="../tags/tag73.xml"/><Relationship Id="rId7" Type="http://schemas.openxmlformats.org/officeDocument/2006/relationships/image" Target="../media/image47.emf"/><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oleObject" Target="../embeddings/oleObject22.bin"/><Relationship Id="rId5" Type="http://schemas.openxmlformats.org/officeDocument/2006/relationships/notesSlide" Target="../notesSlides/notesSlide49.xml"/><Relationship Id="rId10" Type="http://schemas.openxmlformats.org/officeDocument/2006/relationships/image" Target="../media/image61.svg"/><Relationship Id="rId4" Type="http://schemas.openxmlformats.org/officeDocument/2006/relationships/slideLayout" Target="../slideLayouts/slideLayout28.xml"/><Relationship Id="rId9" Type="http://schemas.openxmlformats.org/officeDocument/2006/relationships/image" Target="../media/image60.svg"/></Relationships>
</file>

<file path=ppt/slides/_rels/slide50.xml.rels><?xml version="1.0" encoding="UTF-8" standalone="yes"?>
<Relationships xmlns="http://schemas.openxmlformats.org/package/2006/relationships"><Relationship Id="rId3" Type="http://schemas.openxmlformats.org/officeDocument/2006/relationships/image" Target="../media/image62.svg"/><Relationship Id="rId7" Type="http://schemas.openxmlformats.org/officeDocument/2006/relationships/hyperlink" Target="https://brand.boehringer-ingelheim.com/document/54" TargetMode="External"/><Relationship Id="rId2" Type="http://schemas.openxmlformats.org/officeDocument/2006/relationships/notesSlide" Target="../notesSlides/notesSlide50.xml"/><Relationship Id="rId1" Type="http://schemas.openxmlformats.org/officeDocument/2006/relationships/slideLayout" Target="../slideLayouts/slideLayout12.xml"/><Relationship Id="rId6" Type="http://schemas.openxmlformats.org/officeDocument/2006/relationships/hyperlink" Target="https://brand.boehringer-ingelheim.com/document/67" TargetMode="External"/><Relationship Id="rId5" Type="http://schemas.openxmlformats.org/officeDocument/2006/relationships/hyperlink" Target="https://brand.boehringer-ingelheim.com/document/52" TargetMode="External"/><Relationship Id="rId4" Type="http://schemas.openxmlformats.org/officeDocument/2006/relationships/hyperlink" Target="https://brand.boehringer-ingelheim.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58D385-2EA6-3F0D-16F5-2956D67D6C56}"/>
              </a:ext>
            </a:extLst>
          </p:cNvPr>
          <p:cNvSpPr>
            <a:spLocks noGrp="1"/>
          </p:cNvSpPr>
          <p:nvPr>
            <p:ph type="ctrTitle"/>
          </p:nvPr>
        </p:nvSpPr>
        <p:spPr bwMode="gray"/>
        <p:txBody>
          <a:bodyPr/>
          <a:lstStyle/>
          <a:p>
            <a:r>
              <a:rPr lang="en-US" dirty="0"/>
              <a:t>PPT Master</a:t>
            </a:r>
          </a:p>
        </p:txBody>
      </p:sp>
      <p:sp>
        <p:nvSpPr>
          <p:cNvPr id="3" name="Untertitel 2">
            <a:extLst>
              <a:ext uri="{FF2B5EF4-FFF2-40B4-BE49-F238E27FC236}">
                <a16:creationId xmlns:a16="http://schemas.microsoft.com/office/drawing/2014/main" id="{45C50EFA-4175-FAFF-E630-C430B3055E6F}"/>
              </a:ext>
            </a:extLst>
          </p:cNvPr>
          <p:cNvSpPr>
            <a:spLocks noGrp="1"/>
          </p:cNvSpPr>
          <p:nvPr>
            <p:ph type="subTitle" idx="1"/>
          </p:nvPr>
        </p:nvSpPr>
        <p:spPr bwMode="gray"/>
        <p:txBody>
          <a:bodyPr/>
          <a:lstStyle/>
          <a:p>
            <a:r>
              <a:rPr lang="en-US" dirty="0"/>
              <a:t>For Subbrands</a:t>
            </a:r>
          </a:p>
        </p:txBody>
      </p:sp>
      <p:sp>
        <p:nvSpPr>
          <p:cNvPr id="4" name="Fußzeilenplatzhalter 3">
            <a:extLst>
              <a:ext uri="{FF2B5EF4-FFF2-40B4-BE49-F238E27FC236}">
                <a16:creationId xmlns:a16="http://schemas.microsoft.com/office/drawing/2014/main" id="{DD90FFBB-AB53-0E6B-0ACA-F56A439BB24E}"/>
              </a:ext>
            </a:extLst>
          </p:cNvPr>
          <p:cNvSpPr>
            <a:spLocks noGrp="1"/>
          </p:cNvSpPr>
          <p:nvPr>
            <p:ph type="ftr" sz="quarter" idx="19"/>
          </p:nvPr>
        </p:nvSpPr>
        <p:spPr bwMode="gray"/>
        <p:txBody>
          <a:bodyPr/>
          <a:lstStyle/>
          <a:p>
            <a:r>
              <a:rPr lang="en-US" dirty="0"/>
              <a:t>Slide library    |     ONLY FOR INTERNAL USE</a:t>
            </a:r>
          </a:p>
        </p:txBody>
      </p:sp>
      <p:pic>
        <p:nvPicPr>
          <p:cNvPr id="6" name="Grafik 5">
            <a:extLst>
              <a:ext uri="{FF2B5EF4-FFF2-40B4-BE49-F238E27FC236}">
                <a16:creationId xmlns:a16="http://schemas.microsoft.com/office/drawing/2014/main" id="{F059BDFE-78E4-36BB-CD7B-1CCFD63108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gray">
          <a:xfrm>
            <a:off x="6240016" y="1556792"/>
            <a:ext cx="4896002" cy="4896000"/>
          </a:xfrm>
          <a:prstGeom prst="rect">
            <a:avLst/>
          </a:prstGeom>
        </p:spPr>
      </p:pic>
    </p:spTree>
    <p:extLst>
      <p:ext uri="{BB962C8B-B14F-4D97-AF65-F5344CB8AC3E}">
        <p14:creationId xmlns:p14="http://schemas.microsoft.com/office/powerpoint/2010/main" val="3909087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44E88656-8885-6046-CFFB-2F30CCB5A46A}"/>
              </a:ext>
            </a:extLst>
          </p:cNvPr>
          <p:cNvSpPr/>
          <p:nvPr/>
        </p:nvSpPr>
        <p:spPr bwMode="gray">
          <a:xfrm>
            <a:off x="0" y="0"/>
            <a:ext cx="12192000" cy="6858000"/>
          </a:xfrm>
          <a:prstGeom prst="rect">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 name="Titel 1">
            <a:extLst>
              <a:ext uri="{FF2B5EF4-FFF2-40B4-BE49-F238E27FC236}">
                <a16:creationId xmlns:a16="http://schemas.microsoft.com/office/drawing/2014/main" id="{0D58D385-2EA6-3F0D-16F5-2956D67D6C56}"/>
              </a:ext>
            </a:extLst>
          </p:cNvPr>
          <p:cNvSpPr>
            <a:spLocks noGrp="1"/>
          </p:cNvSpPr>
          <p:nvPr>
            <p:ph type="ctrTitle"/>
          </p:nvPr>
        </p:nvSpPr>
        <p:spPr bwMode="gray">
          <a:xfrm>
            <a:off x="479425" y="2637000"/>
            <a:ext cx="8280755" cy="1584000"/>
          </a:xfrm>
        </p:spPr>
        <p:txBody>
          <a:bodyPr/>
          <a:lstStyle/>
          <a:p>
            <a:r>
              <a:rPr lang="en-US" dirty="0"/>
              <a:t>Title</a:t>
            </a:r>
          </a:p>
        </p:txBody>
      </p:sp>
      <p:sp>
        <p:nvSpPr>
          <p:cNvPr id="3" name="Untertitel 2">
            <a:extLst>
              <a:ext uri="{FF2B5EF4-FFF2-40B4-BE49-F238E27FC236}">
                <a16:creationId xmlns:a16="http://schemas.microsoft.com/office/drawing/2014/main" id="{45C50EFA-4175-FAFF-E630-C430B3055E6F}"/>
              </a:ext>
            </a:extLst>
          </p:cNvPr>
          <p:cNvSpPr>
            <a:spLocks noGrp="1"/>
          </p:cNvSpPr>
          <p:nvPr>
            <p:ph type="subTitle" idx="1"/>
          </p:nvPr>
        </p:nvSpPr>
        <p:spPr bwMode="gray">
          <a:xfrm>
            <a:off x="479425" y="4437120"/>
            <a:ext cx="8281375" cy="936000"/>
          </a:xfrm>
        </p:spPr>
        <p:txBody>
          <a:bodyPr/>
          <a:lstStyle/>
          <a:p>
            <a:r>
              <a:rPr lang="en-US" dirty="0"/>
              <a:t>Optional Subtitle</a:t>
            </a:r>
          </a:p>
        </p:txBody>
      </p:sp>
      <p:pic>
        <p:nvPicPr>
          <p:cNvPr id="7" name="Grafik 6">
            <a:extLst>
              <a:ext uri="{FF2B5EF4-FFF2-40B4-BE49-F238E27FC236}">
                <a16:creationId xmlns:a16="http://schemas.microsoft.com/office/drawing/2014/main" id="{FCD167DC-E3C0-B487-CC8B-48611074E2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476250"/>
            <a:ext cx="2664247" cy="468908"/>
          </a:xfrm>
          <a:prstGeom prst="rect">
            <a:avLst/>
          </a:prstGeom>
        </p:spPr>
      </p:pic>
      <p:sp>
        <p:nvSpPr>
          <p:cNvPr id="8" name="Untertitel 2">
            <a:extLst>
              <a:ext uri="{FF2B5EF4-FFF2-40B4-BE49-F238E27FC236}">
                <a16:creationId xmlns:a16="http://schemas.microsoft.com/office/drawing/2014/main" id="{2E646370-6FAE-6DB0-CF1C-6DA0F0329E1E}"/>
              </a:ext>
            </a:extLst>
          </p:cNvPr>
          <p:cNvSpPr txBox="1">
            <a:spLocks/>
          </p:cNvSpPr>
          <p:nvPr/>
        </p:nvSpPr>
        <p:spPr bwMode="gray">
          <a:xfrm>
            <a:off x="10961790" y="457010"/>
            <a:ext cx="740951" cy="34369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2400"/>
              </a:spcAft>
              <a:buFont typeface="Arial" panose="020B0604020202020204" pitchFamily="34" charset="0"/>
              <a:buNone/>
              <a:defRPr sz="2400" b="0" kern="1200">
                <a:solidFill>
                  <a:schemeClr val="bg2"/>
                </a:solidFill>
                <a:latin typeface="+mj-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2pPr>
            <a:lvl3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3pPr>
            <a:lvl4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4pPr>
            <a:lvl5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9pPr>
          </a:lstStyle>
          <a:p>
            <a:r>
              <a:rPr lang="en-US" sz="1200" dirty="0">
                <a:latin typeface="Boehringer Forward Head Md" panose="02000500000000020000" pitchFamily="2" charset="77"/>
              </a:rPr>
              <a:t>Employee</a:t>
            </a:r>
            <a:br>
              <a:rPr lang="en-US" sz="1200" dirty="0">
                <a:latin typeface="Boehringer Forward Head Md" panose="02000500000000020000" pitchFamily="2" charset="77"/>
              </a:rPr>
            </a:br>
            <a:r>
              <a:rPr lang="en-US" sz="1200" dirty="0">
                <a:latin typeface="Boehringer Forward Head Md" panose="02000500000000020000" pitchFamily="2" charset="77"/>
              </a:rPr>
              <a:t>Insurance</a:t>
            </a:r>
          </a:p>
        </p:txBody>
      </p:sp>
      <p:pic>
        <p:nvPicPr>
          <p:cNvPr id="9" name="Grafik 8">
            <a:extLst>
              <a:ext uri="{FF2B5EF4-FFF2-40B4-BE49-F238E27FC236}">
                <a16:creationId xmlns:a16="http://schemas.microsoft.com/office/drawing/2014/main" id="{271E763C-4916-3B13-7081-BB4E41D4A7D8}"/>
              </a:ext>
            </a:extLst>
          </p:cNvPr>
          <p:cNvPicPr>
            <a:picLocks noChangeAspect="1"/>
          </p:cNvPicPr>
          <p:nvPr/>
        </p:nvPicPr>
        <p:blipFill rotWithShape="1">
          <a:blip>
            <a:extLst>
              <a:ext uri="{96DAC541-7B7A-43D3-8B79-37D633B846F1}">
                <asvg:svgBlip xmlns:asvg="http://schemas.microsoft.com/office/drawing/2016/SVG/main" r:embed="rId4"/>
              </a:ext>
            </a:extLst>
          </a:blip>
          <a:srcRect l="16010" t="9216" r="12393"/>
          <a:stretch/>
        </p:blipFill>
        <p:spPr>
          <a:xfrm>
            <a:off x="6924092" y="3447426"/>
            <a:ext cx="4781046" cy="3410574"/>
          </a:xfrm>
          <a:prstGeom prst="rect">
            <a:avLst/>
          </a:prstGeom>
        </p:spPr>
      </p:pic>
    </p:spTree>
    <p:extLst>
      <p:ext uri="{BB962C8B-B14F-4D97-AF65-F5344CB8AC3E}">
        <p14:creationId xmlns:p14="http://schemas.microsoft.com/office/powerpoint/2010/main" val="3288430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44E88656-8885-6046-CFFB-2F30CCB5A46A}"/>
              </a:ext>
            </a:extLst>
          </p:cNvPr>
          <p:cNvSpPr/>
          <p:nvPr/>
        </p:nvSpPr>
        <p:spPr bwMode="gray">
          <a:xfrm>
            <a:off x="0" y="0"/>
            <a:ext cx="12192000" cy="6858000"/>
          </a:xfrm>
          <a:prstGeom prst="rect">
            <a:avLst/>
          </a:prstGeom>
          <a:solidFill>
            <a:srgbClr val="FBF9AA"/>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 name="Titel 1">
            <a:extLst>
              <a:ext uri="{FF2B5EF4-FFF2-40B4-BE49-F238E27FC236}">
                <a16:creationId xmlns:a16="http://schemas.microsoft.com/office/drawing/2014/main" id="{0D58D385-2EA6-3F0D-16F5-2956D67D6C56}"/>
              </a:ext>
            </a:extLst>
          </p:cNvPr>
          <p:cNvSpPr>
            <a:spLocks noGrp="1"/>
          </p:cNvSpPr>
          <p:nvPr>
            <p:ph type="ctrTitle"/>
          </p:nvPr>
        </p:nvSpPr>
        <p:spPr bwMode="gray">
          <a:xfrm>
            <a:off x="479425" y="2637000"/>
            <a:ext cx="8280755" cy="1584000"/>
          </a:xfrm>
        </p:spPr>
        <p:txBody>
          <a:bodyPr/>
          <a:lstStyle/>
          <a:p>
            <a:r>
              <a:rPr lang="en-US" dirty="0"/>
              <a:t>Title</a:t>
            </a:r>
          </a:p>
        </p:txBody>
      </p:sp>
      <p:sp>
        <p:nvSpPr>
          <p:cNvPr id="3" name="Untertitel 2">
            <a:extLst>
              <a:ext uri="{FF2B5EF4-FFF2-40B4-BE49-F238E27FC236}">
                <a16:creationId xmlns:a16="http://schemas.microsoft.com/office/drawing/2014/main" id="{45C50EFA-4175-FAFF-E630-C430B3055E6F}"/>
              </a:ext>
            </a:extLst>
          </p:cNvPr>
          <p:cNvSpPr>
            <a:spLocks noGrp="1"/>
          </p:cNvSpPr>
          <p:nvPr>
            <p:ph type="subTitle" idx="1"/>
          </p:nvPr>
        </p:nvSpPr>
        <p:spPr bwMode="gray">
          <a:xfrm>
            <a:off x="479425" y="4437120"/>
            <a:ext cx="8281375" cy="936000"/>
          </a:xfrm>
        </p:spPr>
        <p:txBody>
          <a:bodyPr/>
          <a:lstStyle/>
          <a:p>
            <a:r>
              <a:rPr lang="en-US" dirty="0"/>
              <a:t>Optional Subtitle</a:t>
            </a:r>
          </a:p>
        </p:txBody>
      </p:sp>
      <p:sp>
        <p:nvSpPr>
          <p:cNvPr id="4" name="Fußzeilenplatzhalter 3">
            <a:extLst>
              <a:ext uri="{FF2B5EF4-FFF2-40B4-BE49-F238E27FC236}">
                <a16:creationId xmlns:a16="http://schemas.microsoft.com/office/drawing/2014/main" id="{DD90FFBB-AB53-0E6B-0ACA-F56A439BB24E}"/>
              </a:ext>
            </a:extLst>
          </p:cNvPr>
          <p:cNvSpPr>
            <a:spLocks noGrp="1"/>
          </p:cNvSpPr>
          <p:nvPr>
            <p:ph type="ftr" sz="quarter" idx="19"/>
          </p:nvPr>
        </p:nvSpPr>
        <p:spPr bwMode="gray">
          <a:xfrm>
            <a:off x="479936" y="6165328"/>
            <a:ext cx="5040000" cy="216000"/>
          </a:xfrm>
        </p:spPr>
        <p:txBody>
          <a:bodyPr/>
          <a:lstStyle/>
          <a:p>
            <a:r>
              <a:rPr lang="en-US" dirty="0"/>
              <a:t>Slide library    |     ONLY FOR INTERNAL USE</a:t>
            </a:r>
          </a:p>
        </p:txBody>
      </p:sp>
      <p:pic>
        <p:nvPicPr>
          <p:cNvPr id="7" name="Grafik 6">
            <a:extLst>
              <a:ext uri="{FF2B5EF4-FFF2-40B4-BE49-F238E27FC236}">
                <a16:creationId xmlns:a16="http://schemas.microsoft.com/office/drawing/2014/main" id="{FCD167DC-E3C0-B487-CC8B-48611074E2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476250"/>
            <a:ext cx="2664247" cy="468908"/>
          </a:xfrm>
          <a:prstGeom prst="rect">
            <a:avLst/>
          </a:prstGeom>
        </p:spPr>
      </p:pic>
      <p:sp>
        <p:nvSpPr>
          <p:cNvPr id="6" name="Untertitel 2">
            <a:extLst>
              <a:ext uri="{FF2B5EF4-FFF2-40B4-BE49-F238E27FC236}">
                <a16:creationId xmlns:a16="http://schemas.microsoft.com/office/drawing/2014/main" id="{890F7279-C579-ACBF-3666-7A346C761073}"/>
              </a:ext>
            </a:extLst>
          </p:cNvPr>
          <p:cNvSpPr txBox="1">
            <a:spLocks/>
          </p:cNvSpPr>
          <p:nvPr/>
        </p:nvSpPr>
        <p:spPr bwMode="gray">
          <a:xfrm>
            <a:off x="10961790" y="457010"/>
            <a:ext cx="750785" cy="34369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2400"/>
              </a:spcAft>
              <a:buFont typeface="Arial" panose="020B0604020202020204" pitchFamily="34" charset="0"/>
              <a:buNone/>
              <a:defRPr sz="2400" b="0" kern="1200">
                <a:solidFill>
                  <a:schemeClr val="bg2"/>
                </a:solidFill>
                <a:latin typeface="+mj-lt"/>
                <a:ea typeface="+mn-ea"/>
                <a:cs typeface="+mn-cs"/>
              </a:defRPr>
            </a:lvl1pPr>
            <a:lvl2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2pPr>
            <a:lvl3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3pPr>
            <a:lvl4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4pPr>
            <a:lvl5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600" b="0" kern="1200">
                <a:solidFill>
                  <a:schemeClr val="bg2"/>
                </a:solidFill>
                <a:latin typeface="+mn-lt"/>
                <a:ea typeface="+mn-ea"/>
                <a:cs typeface="+mn-cs"/>
              </a:defRPr>
            </a:lvl9pPr>
          </a:lstStyle>
          <a:p>
            <a:r>
              <a:rPr lang="en-US" sz="1200" dirty="0">
                <a:latin typeface="Boehringer Forward Head Md" panose="02000500000000020000" pitchFamily="2" charset="77"/>
              </a:rPr>
              <a:t>Corporate</a:t>
            </a:r>
            <a:br>
              <a:rPr lang="en-US" sz="1200" dirty="0">
                <a:latin typeface="Boehringer Forward Head Md" panose="02000500000000020000" pitchFamily="2" charset="77"/>
              </a:rPr>
            </a:br>
            <a:r>
              <a:rPr lang="en-US" sz="1200" dirty="0">
                <a:latin typeface="Boehringer Forward Head Md" panose="02000500000000020000" pitchFamily="2" charset="77"/>
              </a:rPr>
              <a:t>Insurance</a:t>
            </a:r>
          </a:p>
        </p:txBody>
      </p:sp>
      <p:pic>
        <p:nvPicPr>
          <p:cNvPr id="9" name="Grafik 8">
            <a:extLst>
              <a:ext uri="{FF2B5EF4-FFF2-40B4-BE49-F238E27FC236}">
                <a16:creationId xmlns:a16="http://schemas.microsoft.com/office/drawing/2014/main" id="{58112128-470B-A75F-521B-A3131078B987}"/>
              </a:ext>
            </a:extLst>
          </p:cNvPr>
          <p:cNvPicPr>
            <a:picLocks noChangeAspect="1"/>
          </p:cNvPicPr>
          <p:nvPr/>
        </p:nvPicPr>
        <p:blipFill rotWithShape="1">
          <a:blip>
            <a:extLst>
              <a:ext uri="{96DAC541-7B7A-43D3-8B79-37D633B846F1}">
                <asvg:svgBlip xmlns:asvg="http://schemas.microsoft.com/office/drawing/2016/SVG/main" r:embed="rId4"/>
              </a:ext>
            </a:extLst>
          </a:blip>
          <a:srcRect l="15390" t="12509" r="13272" b="7609"/>
          <a:stretch/>
        </p:blipFill>
        <p:spPr>
          <a:xfrm>
            <a:off x="4979876" y="1748502"/>
            <a:ext cx="6840760" cy="4308790"/>
          </a:xfrm>
          <a:prstGeom prst="rect">
            <a:avLst/>
          </a:prstGeom>
        </p:spPr>
      </p:pic>
    </p:spTree>
    <p:extLst>
      <p:ext uri="{BB962C8B-B14F-4D97-AF65-F5344CB8AC3E}">
        <p14:creationId xmlns:p14="http://schemas.microsoft.com/office/powerpoint/2010/main" val="74186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65F324EC-A7A4-4682-A32A-EE0E6F2C60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5" name="Objekt 4" hidden="1">
                        <a:extLst>
                          <a:ext uri="{FF2B5EF4-FFF2-40B4-BE49-F238E27FC236}">
                            <a16:creationId xmlns:a16="http://schemas.microsoft.com/office/drawing/2014/main" id="{65F324EC-A7A4-4682-A32A-EE0E6F2C60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itel 11">
            <a:extLst>
              <a:ext uri="{FF2B5EF4-FFF2-40B4-BE49-F238E27FC236}">
                <a16:creationId xmlns:a16="http://schemas.microsoft.com/office/drawing/2014/main" id="{EF00454D-657F-78A6-995C-80B605D5D1BF}"/>
              </a:ext>
            </a:extLst>
          </p:cNvPr>
          <p:cNvSpPr>
            <a:spLocks noGrp="1"/>
          </p:cNvSpPr>
          <p:nvPr>
            <p:ph type="title"/>
          </p:nvPr>
        </p:nvSpPr>
        <p:spPr>
          <a:xfrm>
            <a:off x="479424" y="477000"/>
            <a:ext cx="11233151" cy="720000"/>
          </a:xfrm>
        </p:spPr>
        <p:txBody>
          <a:bodyPr/>
          <a:lstStyle/>
          <a:p>
            <a:r>
              <a:rPr lang="en-US" dirty="0"/>
              <a:t>Links to sections</a:t>
            </a:r>
            <a:endParaRPr lang="de-DE" dirty="0"/>
          </a:p>
        </p:txBody>
      </p:sp>
      <p:sp>
        <p:nvSpPr>
          <p:cNvPr id="6" name="Textplatzhalter 5">
            <a:extLst>
              <a:ext uri="{FF2B5EF4-FFF2-40B4-BE49-F238E27FC236}">
                <a16:creationId xmlns:a16="http://schemas.microsoft.com/office/drawing/2014/main" id="{FEF49448-1537-2164-8E32-3600C577DA29}"/>
              </a:ext>
            </a:extLst>
          </p:cNvPr>
          <p:cNvSpPr>
            <a:spLocks noGrp="1"/>
          </p:cNvSpPr>
          <p:nvPr>
            <p:ph type="body" sz="quarter" idx="13"/>
          </p:nvPr>
        </p:nvSpPr>
        <p:spPr bwMode="invGray">
          <a:xfrm>
            <a:off x="480000" y="5805280"/>
            <a:ext cx="11232000" cy="144000"/>
          </a:xfrm>
        </p:spPr>
        <p:txBody>
          <a:bodyPr/>
          <a:lstStyle/>
          <a:p>
            <a:r>
              <a:rPr lang="en-US" dirty="0"/>
              <a:t> </a:t>
            </a:r>
          </a:p>
        </p:txBody>
      </p:sp>
      <p:sp>
        <p:nvSpPr>
          <p:cNvPr id="9" name="Fußzeilenplatzhalter 8">
            <a:extLst>
              <a:ext uri="{FF2B5EF4-FFF2-40B4-BE49-F238E27FC236}">
                <a16:creationId xmlns:a16="http://schemas.microsoft.com/office/drawing/2014/main" id="{B517E76A-6995-B607-D498-BB77A1483377}"/>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10" name="Foliennummernplatzhalter 9">
            <a:extLst>
              <a:ext uri="{FF2B5EF4-FFF2-40B4-BE49-F238E27FC236}">
                <a16:creationId xmlns:a16="http://schemas.microsoft.com/office/drawing/2014/main" id="{1A7ED42A-B6BC-61A0-740A-F13FBAA45042}"/>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4</a:t>
            </a:fld>
            <a:endParaRPr lang="en-US" dirty="0"/>
          </a:p>
        </p:txBody>
      </p:sp>
      <p:sp>
        <p:nvSpPr>
          <p:cNvPr id="45" name="Textplatzhalter 8">
            <a:hlinkClick r:id="rId6" action="ppaction://hlinksldjump"/>
            <a:extLst>
              <a:ext uri="{FF2B5EF4-FFF2-40B4-BE49-F238E27FC236}">
                <a16:creationId xmlns:a16="http://schemas.microsoft.com/office/drawing/2014/main" id="{A069869E-6FDE-2D7E-9792-655F06459D52}"/>
              </a:ext>
            </a:extLst>
          </p:cNvPr>
          <p:cNvSpPr txBox="1">
            <a:spLocks/>
          </p:cNvSpPr>
          <p:nvPr/>
        </p:nvSpPr>
        <p:spPr bwMode="gray">
          <a:xfrm>
            <a:off x="479481" y="1413264"/>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01</a:t>
            </a:r>
          </a:p>
        </p:txBody>
      </p:sp>
      <p:sp>
        <p:nvSpPr>
          <p:cNvPr id="46" name="Textplatzhalter 2">
            <a:hlinkClick r:id="rId6" action="ppaction://hlinksldjump"/>
            <a:extLst>
              <a:ext uri="{FF2B5EF4-FFF2-40B4-BE49-F238E27FC236}">
                <a16:creationId xmlns:a16="http://schemas.microsoft.com/office/drawing/2014/main" id="{2F732AC3-8F5E-AE00-6574-5FD8A1DE79C6}"/>
              </a:ext>
            </a:extLst>
          </p:cNvPr>
          <p:cNvSpPr txBox="1">
            <a:spLocks/>
          </p:cNvSpPr>
          <p:nvPr/>
        </p:nvSpPr>
        <p:spPr bwMode="invGray">
          <a:xfrm>
            <a:off x="479376" y="1989408"/>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Chapter with illustrations</a:t>
            </a:r>
          </a:p>
        </p:txBody>
      </p:sp>
      <p:sp>
        <p:nvSpPr>
          <p:cNvPr id="48" name="Textplatzhalter 8">
            <a:hlinkClick r:id="rId7" action="ppaction://hlinksldjump"/>
            <a:extLst>
              <a:ext uri="{FF2B5EF4-FFF2-40B4-BE49-F238E27FC236}">
                <a16:creationId xmlns:a16="http://schemas.microsoft.com/office/drawing/2014/main" id="{3EF0A0E8-FCB6-8DC7-4F79-E458E6DC8476}"/>
              </a:ext>
            </a:extLst>
          </p:cNvPr>
          <p:cNvSpPr txBox="1">
            <a:spLocks/>
          </p:cNvSpPr>
          <p:nvPr/>
        </p:nvSpPr>
        <p:spPr bwMode="gray">
          <a:xfrm>
            <a:off x="2567849" y="1413264"/>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02</a:t>
            </a:r>
          </a:p>
        </p:txBody>
      </p:sp>
      <p:sp>
        <p:nvSpPr>
          <p:cNvPr id="115" name="Textplatzhalter 2">
            <a:hlinkClick r:id="rId7" action="ppaction://hlinksldjump"/>
            <a:extLst>
              <a:ext uri="{FF2B5EF4-FFF2-40B4-BE49-F238E27FC236}">
                <a16:creationId xmlns:a16="http://schemas.microsoft.com/office/drawing/2014/main" id="{A58764AA-FFA4-6FA8-CD48-AC515EB85392}"/>
              </a:ext>
            </a:extLst>
          </p:cNvPr>
          <p:cNvSpPr txBox="1">
            <a:spLocks/>
          </p:cNvSpPr>
          <p:nvPr/>
        </p:nvSpPr>
        <p:spPr bwMode="invGray">
          <a:xfrm>
            <a:off x="2567744" y="1989408"/>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Text </a:t>
            </a:r>
            <a:br>
              <a:rPr lang="en-US" dirty="0"/>
            </a:br>
            <a:r>
              <a:rPr lang="en-US" dirty="0"/>
              <a:t>elements</a:t>
            </a:r>
          </a:p>
        </p:txBody>
      </p:sp>
      <p:sp>
        <p:nvSpPr>
          <p:cNvPr id="117" name="Textplatzhalter 8">
            <a:hlinkClick r:id="rId8" action="ppaction://hlinksldjump"/>
            <a:extLst>
              <a:ext uri="{FF2B5EF4-FFF2-40B4-BE49-F238E27FC236}">
                <a16:creationId xmlns:a16="http://schemas.microsoft.com/office/drawing/2014/main" id="{7B4AFC59-04D5-8AC6-B8E4-9DDE1527634F}"/>
              </a:ext>
            </a:extLst>
          </p:cNvPr>
          <p:cNvSpPr txBox="1">
            <a:spLocks/>
          </p:cNvSpPr>
          <p:nvPr/>
        </p:nvSpPr>
        <p:spPr bwMode="gray">
          <a:xfrm>
            <a:off x="4656180" y="1413264"/>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03</a:t>
            </a:r>
          </a:p>
        </p:txBody>
      </p:sp>
      <p:sp>
        <p:nvSpPr>
          <p:cNvPr id="118" name="Textplatzhalter 2">
            <a:hlinkClick r:id="rId8" action="ppaction://hlinksldjump"/>
            <a:extLst>
              <a:ext uri="{FF2B5EF4-FFF2-40B4-BE49-F238E27FC236}">
                <a16:creationId xmlns:a16="http://schemas.microsoft.com/office/drawing/2014/main" id="{E5D5A12E-D991-EC97-838D-635EE558EF5D}"/>
              </a:ext>
            </a:extLst>
          </p:cNvPr>
          <p:cNvSpPr txBox="1">
            <a:spLocks/>
          </p:cNvSpPr>
          <p:nvPr/>
        </p:nvSpPr>
        <p:spPr bwMode="invGray">
          <a:xfrm>
            <a:off x="4656075" y="1989408"/>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Relationship</a:t>
            </a:r>
            <a:br>
              <a:rPr lang="en-US" dirty="0"/>
            </a:br>
            <a:r>
              <a:rPr lang="en-US" dirty="0"/>
              <a:t>and comparison</a:t>
            </a:r>
          </a:p>
        </p:txBody>
      </p:sp>
      <p:sp>
        <p:nvSpPr>
          <p:cNvPr id="138" name="Textplatzhalter 8">
            <a:hlinkClick r:id="rId9" action="ppaction://hlinksldjump"/>
            <a:extLst>
              <a:ext uri="{FF2B5EF4-FFF2-40B4-BE49-F238E27FC236}">
                <a16:creationId xmlns:a16="http://schemas.microsoft.com/office/drawing/2014/main" id="{B75B6B3A-9A6E-CE72-CC7A-448C1780E4B7}"/>
              </a:ext>
            </a:extLst>
          </p:cNvPr>
          <p:cNvSpPr txBox="1">
            <a:spLocks/>
          </p:cNvSpPr>
          <p:nvPr/>
        </p:nvSpPr>
        <p:spPr bwMode="gray">
          <a:xfrm>
            <a:off x="6744272" y="1413264"/>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04</a:t>
            </a:r>
          </a:p>
        </p:txBody>
      </p:sp>
      <p:sp>
        <p:nvSpPr>
          <p:cNvPr id="139" name="Textplatzhalter 2">
            <a:hlinkClick r:id="rId9" action="ppaction://hlinksldjump"/>
            <a:extLst>
              <a:ext uri="{FF2B5EF4-FFF2-40B4-BE49-F238E27FC236}">
                <a16:creationId xmlns:a16="http://schemas.microsoft.com/office/drawing/2014/main" id="{633CC8B2-117E-D901-7684-DD7F291BAC63}"/>
              </a:ext>
            </a:extLst>
          </p:cNvPr>
          <p:cNvSpPr txBox="1">
            <a:spLocks/>
          </p:cNvSpPr>
          <p:nvPr/>
        </p:nvSpPr>
        <p:spPr bwMode="invGray">
          <a:xfrm>
            <a:off x="6744167" y="1989408"/>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Images</a:t>
            </a:r>
          </a:p>
        </p:txBody>
      </p:sp>
      <p:sp>
        <p:nvSpPr>
          <p:cNvPr id="141" name="Textplatzhalter 8">
            <a:hlinkClick r:id="rId10" action="ppaction://hlinksldjump"/>
            <a:extLst>
              <a:ext uri="{FF2B5EF4-FFF2-40B4-BE49-F238E27FC236}">
                <a16:creationId xmlns:a16="http://schemas.microsoft.com/office/drawing/2014/main" id="{8BFF8194-8303-CDC7-B996-DEE9BD08E1E4}"/>
              </a:ext>
            </a:extLst>
          </p:cNvPr>
          <p:cNvSpPr txBox="1">
            <a:spLocks/>
          </p:cNvSpPr>
          <p:nvPr/>
        </p:nvSpPr>
        <p:spPr bwMode="gray">
          <a:xfrm>
            <a:off x="8832504" y="1413264"/>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05</a:t>
            </a:r>
          </a:p>
        </p:txBody>
      </p:sp>
      <p:sp>
        <p:nvSpPr>
          <p:cNvPr id="142" name="Textplatzhalter 2">
            <a:hlinkClick r:id="rId10" action="ppaction://hlinksldjump"/>
            <a:extLst>
              <a:ext uri="{FF2B5EF4-FFF2-40B4-BE49-F238E27FC236}">
                <a16:creationId xmlns:a16="http://schemas.microsoft.com/office/drawing/2014/main" id="{9D5AAE7B-6F1F-2F5D-0102-9139872A7157}"/>
              </a:ext>
            </a:extLst>
          </p:cNvPr>
          <p:cNvSpPr txBox="1">
            <a:spLocks/>
          </p:cNvSpPr>
          <p:nvPr/>
        </p:nvSpPr>
        <p:spPr bwMode="invGray">
          <a:xfrm>
            <a:off x="8832504" y="1989408"/>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Processes</a:t>
            </a:r>
            <a:br>
              <a:rPr lang="en-US" dirty="0"/>
            </a:br>
            <a:r>
              <a:rPr lang="en-US" dirty="0"/>
              <a:t>and phases</a:t>
            </a:r>
          </a:p>
        </p:txBody>
      </p:sp>
      <p:sp>
        <p:nvSpPr>
          <p:cNvPr id="144" name="Textplatzhalter 8">
            <a:hlinkClick r:id="rId11" action="ppaction://hlinksldjump"/>
            <a:extLst>
              <a:ext uri="{FF2B5EF4-FFF2-40B4-BE49-F238E27FC236}">
                <a16:creationId xmlns:a16="http://schemas.microsoft.com/office/drawing/2014/main" id="{86022F8F-7D20-A83F-4A6B-BD1D4315E019}"/>
              </a:ext>
            </a:extLst>
          </p:cNvPr>
          <p:cNvSpPr txBox="1">
            <a:spLocks/>
          </p:cNvSpPr>
          <p:nvPr/>
        </p:nvSpPr>
        <p:spPr bwMode="gray">
          <a:xfrm>
            <a:off x="479376" y="2997196"/>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06</a:t>
            </a:r>
          </a:p>
        </p:txBody>
      </p:sp>
      <p:sp>
        <p:nvSpPr>
          <p:cNvPr id="145" name="Textplatzhalter 2">
            <a:hlinkClick r:id="rId11" action="ppaction://hlinksldjump"/>
            <a:extLst>
              <a:ext uri="{FF2B5EF4-FFF2-40B4-BE49-F238E27FC236}">
                <a16:creationId xmlns:a16="http://schemas.microsoft.com/office/drawing/2014/main" id="{578307A2-F0D2-BE41-7213-56C66FC45117}"/>
              </a:ext>
            </a:extLst>
          </p:cNvPr>
          <p:cNvSpPr txBox="1">
            <a:spLocks/>
          </p:cNvSpPr>
          <p:nvPr/>
        </p:nvSpPr>
        <p:spPr bwMode="invGray">
          <a:xfrm>
            <a:off x="479376" y="3573340"/>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Project plans</a:t>
            </a:r>
            <a:br>
              <a:rPr lang="en-US" dirty="0"/>
            </a:br>
            <a:r>
              <a:rPr lang="en-US" dirty="0"/>
              <a:t>and timelines</a:t>
            </a:r>
          </a:p>
        </p:txBody>
      </p:sp>
      <p:sp>
        <p:nvSpPr>
          <p:cNvPr id="146" name="Textplatzhalter 8">
            <a:hlinkClick r:id="rId12" action="ppaction://hlinksldjump"/>
            <a:extLst>
              <a:ext uri="{FF2B5EF4-FFF2-40B4-BE49-F238E27FC236}">
                <a16:creationId xmlns:a16="http://schemas.microsoft.com/office/drawing/2014/main" id="{A0548ADE-233E-96C6-FA1B-6037C726F119}"/>
              </a:ext>
            </a:extLst>
          </p:cNvPr>
          <p:cNvSpPr txBox="1">
            <a:spLocks/>
          </p:cNvSpPr>
          <p:nvPr/>
        </p:nvSpPr>
        <p:spPr bwMode="gray">
          <a:xfrm>
            <a:off x="6744167" y="2997196"/>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09</a:t>
            </a:r>
          </a:p>
        </p:txBody>
      </p:sp>
      <p:sp>
        <p:nvSpPr>
          <p:cNvPr id="147" name="Textplatzhalter 2">
            <a:hlinkClick r:id="rId12" action="ppaction://hlinksldjump"/>
            <a:extLst>
              <a:ext uri="{FF2B5EF4-FFF2-40B4-BE49-F238E27FC236}">
                <a16:creationId xmlns:a16="http://schemas.microsoft.com/office/drawing/2014/main" id="{6D4613B2-D178-8F4F-B569-692CC3AA550D}"/>
              </a:ext>
            </a:extLst>
          </p:cNvPr>
          <p:cNvSpPr txBox="1">
            <a:spLocks/>
          </p:cNvSpPr>
          <p:nvPr/>
        </p:nvSpPr>
        <p:spPr bwMode="invGray">
          <a:xfrm>
            <a:off x="6744167" y="3573340"/>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Data</a:t>
            </a:r>
            <a:br>
              <a:rPr lang="en-US" dirty="0"/>
            </a:br>
            <a:r>
              <a:rPr lang="en-US" dirty="0"/>
              <a:t>visualization</a:t>
            </a:r>
          </a:p>
        </p:txBody>
      </p:sp>
      <p:sp>
        <p:nvSpPr>
          <p:cNvPr id="149" name="Textplatzhalter 8">
            <a:hlinkClick r:id="" action="ppaction://noaction"/>
            <a:extLst>
              <a:ext uri="{FF2B5EF4-FFF2-40B4-BE49-F238E27FC236}">
                <a16:creationId xmlns:a16="http://schemas.microsoft.com/office/drawing/2014/main" id="{B32A643D-1381-0F5D-4E45-A74B153062C0}"/>
              </a:ext>
            </a:extLst>
          </p:cNvPr>
          <p:cNvSpPr txBox="1">
            <a:spLocks/>
          </p:cNvSpPr>
          <p:nvPr/>
        </p:nvSpPr>
        <p:spPr bwMode="gray">
          <a:xfrm>
            <a:off x="8832504" y="2997196"/>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10</a:t>
            </a:r>
          </a:p>
        </p:txBody>
      </p:sp>
      <p:sp>
        <p:nvSpPr>
          <p:cNvPr id="150" name="Textplatzhalter 2">
            <a:hlinkClick r:id="" action="ppaction://noaction"/>
            <a:extLst>
              <a:ext uri="{FF2B5EF4-FFF2-40B4-BE49-F238E27FC236}">
                <a16:creationId xmlns:a16="http://schemas.microsoft.com/office/drawing/2014/main" id="{810B4B07-4F68-EED6-A936-CAD37844D6A0}"/>
              </a:ext>
            </a:extLst>
          </p:cNvPr>
          <p:cNvSpPr txBox="1">
            <a:spLocks/>
          </p:cNvSpPr>
          <p:nvPr/>
        </p:nvSpPr>
        <p:spPr bwMode="invGray">
          <a:xfrm>
            <a:off x="8832504" y="3573340"/>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Maps</a:t>
            </a:r>
          </a:p>
        </p:txBody>
      </p:sp>
      <p:sp>
        <p:nvSpPr>
          <p:cNvPr id="151" name="Textplatzhalter 8">
            <a:hlinkClick r:id="rId13" action="ppaction://hlinksldjump"/>
            <a:extLst>
              <a:ext uri="{FF2B5EF4-FFF2-40B4-BE49-F238E27FC236}">
                <a16:creationId xmlns:a16="http://schemas.microsoft.com/office/drawing/2014/main" id="{7CA4837D-7DA9-84CF-1896-9332808C4272}"/>
              </a:ext>
            </a:extLst>
          </p:cNvPr>
          <p:cNvSpPr txBox="1">
            <a:spLocks/>
          </p:cNvSpPr>
          <p:nvPr/>
        </p:nvSpPr>
        <p:spPr bwMode="gray">
          <a:xfrm>
            <a:off x="479376" y="4581128"/>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11</a:t>
            </a:r>
          </a:p>
        </p:txBody>
      </p:sp>
      <p:sp>
        <p:nvSpPr>
          <p:cNvPr id="152" name="Textplatzhalter 2">
            <a:hlinkClick r:id="rId13" action="ppaction://hlinksldjump"/>
            <a:extLst>
              <a:ext uri="{FF2B5EF4-FFF2-40B4-BE49-F238E27FC236}">
                <a16:creationId xmlns:a16="http://schemas.microsoft.com/office/drawing/2014/main" id="{E007CDD4-C4A9-3340-A096-92BFE5EED595}"/>
              </a:ext>
            </a:extLst>
          </p:cNvPr>
          <p:cNvSpPr txBox="1">
            <a:spLocks/>
          </p:cNvSpPr>
          <p:nvPr/>
        </p:nvSpPr>
        <p:spPr bwMode="invGray">
          <a:xfrm>
            <a:off x="479376" y="5157272"/>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Static </a:t>
            </a:r>
            <a:br>
              <a:rPr lang="en-US" dirty="0"/>
            </a:br>
            <a:r>
              <a:rPr lang="en-US" dirty="0"/>
              <a:t>elements</a:t>
            </a:r>
          </a:p>
        </p:txBody>
      </p:sp>
      <p:sp>
        <p:nvSpPr>
          <p:cNvPr id="13" name="Textplatzhalter 8">
            <a:hlinkClick r:id="" action="ppaction://noaction"/>
            <a:extLst>
              <a:ext uri="{FF2B5EF4-FFF2-40B4-BE49-F238E27FC236}">
                <a16:creationId xmlns:a16="http://schemas.microsoft.com/office/drawing/2014/main" id="{698D31D2-9BFA-7A3C-2F06-0BC7FDFE1242}"/>
              </a:ext>
            </a:extLst>
          </p:cNvPr>
          <p:cNvSpPr txBox="1">
            <a:spLocks/>
          </p:cNvSpPr>
          <p:nvPr/>
        </p:nvSpPr>
        <p:spPr bwMode="gray">
          <a:xfrm>
            <a:off x="2567812" y="2997196"/>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07</a:t>
            </a:r>
          </a:p>
        </p:txBody>
      </p:sp>
      <p:sp>
        <p:nvSpPr>
          <p:cNvPr id="14" name="Textplatzhalter 2">
            <a:hlinkClick r:id="" action="ppaction://noaction"/>
            <a:extLst>
              <a:ext uri="{FF2B5EF4-FFF2-40B4-BE49-F238E27FC236}">
                <a16:creationId xmlns:a16="http://schemas.microsoft.com/office/drawing/2014/main" id="{28F63BD6-A899-EC72-160D-BBD1DCB2C842}"/>
              </a:ext>
            </a:extLst>
          </p:cNvPr>
          <p:cNvSpPr txBox="1">
            <a:spLocks/>
          </p:cNvSpPr>
          <p:nvPr/>
        </p:nvSpPr>
        <p:spPr bwMode="invGray">
          <a:xfrm>
            <a:off x="2567707" y="3573340"/>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Organization</a:t>
            </a:r>
          </a:p>
        </p:txBody>
      </p:sp>
      <p:sp>
        <p:nvSpPr>
          <p:cNvPr id="15" name="Textplatzhalter 8">
            <a:hlinkClick r:id="rId14" action="ppaction://hlinksldjump"/>
            <a:extLst>
              <a:ext uri="{FF2B5EF4-FFF2-40B4-BE49-F238E27FC236}">
                <a16:creationId xmlns:a16="http://schemas.microsoft.com/office/drawing/2014/main" id="{F34C7127-995E-203C-1F50-E00964B91375}"/>
              </a:ext>
            </a:extLst>
          </p:cNvPr>
          <p:cNvSpPr txBox="1">
            <a:spLocks/>
          </p:cNvSpPr>
          <p:nvPr/>
        </p:nvSpPr>
        <p:spPr bwMode="gray">
          <a:xfrm>
            <a:off x="4655904" y="2997196"/>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08</a:t>
            </a:r>
          </a:p>
        </p:txBody>
      </p:sp>
      <p:sp>
        <p:nvSpPr>
          <p:cNvPr id="16" name="Textplatzhalter 2">
            <a:hlinkClick r:id="rId14" action="ppaction://hlinksldjump"/>
            <a:extLst>
              <a:ext uri="{FF2B5EF4-FFF2-40B4-BE49-F238E27FC236}">
                <a16:creationId xmlns:a16="http://schemas.microsoft.com/office/drawing/2014/main" id="{146BA291-1BA5-8A63-0F32-8BC12FF81B66}"/>
              </a:ext>
            </a:extLst>
          </p:cNvPr>
          <p:cNvSpPr txBox="1">
            <a:spLocks/>
          </p:cNvSpPr>
          <p:nvPr/>
        </p:nvSpPr>
        <p:spPr bwMode="invGray">
          <a:xfrm>
            <a:off x="4655904" y="3573340"/>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Tables</a:t>
            </a:r>
          </a:p>
        </p:txBody>
      </p:sp>
      <p:sp>
        <p:nvSpPr>
          <p:cNvPr id="18" name="Textplatzhalter 8">
            <a:hlinkClick r:id="" action="ppaction://noaction"/>
            <a:extLst>
              <a:ext uri="{FF2B5EF4-FFF2-40B4-BE49-F238E27FC236}">
                <a16:creationId xmlns:a16="http://schemas.microsoft.com/office/drawing/2014/main" id="{13605D06-FD25-B70F-CFC1-D7793C3641AA}"/>
              </a:ext>
            </a:extLst>
          </p:cNvPr>
          <p:cNvSpPr txBox="1">
            <a:spLocks/>
          </p:cNvSpPr>
          <p:nvPr/>
        </p:nvSpPr>
        <p:spPr bwMode="gray">
          <a:xfrm>
            <a:off x="2567707" y="4581128"/>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12</a:t>
            </a:r>
          </a:p>
        </p:txBody>
      </p:sp>
      <p:sp>
        <p:nvSpPr>
          <p:cNvPr id="19" name="Textplatzhalter 2">
            <a:hlinkClick r:id="" action="ppaction://noaction"/>
            <a:extLst>
              <a:ext uri="{FF2B5EF4-FFF2-40B4-BE49-F238E27FC236}">
                <a16:creationId xmlns:a16="http://schemas.microsoft.com/office/drawing/2014/main" id="{A0BC577A-BC3D-CB36-2536-CA4206C9BD01}"/>
              </a:ext>
            </a:extLst>
          </p:cNvPr>
          <p:cNvSpPr txBox="1">
            <a:spLocks/>
          </p:cNvSpPr>
          <p:nvPr/>
        </p:nvSpPr>
        <p:spPr bwMode="invGray">
          <a:xfrm>
            <a:off x="2567707" y="5157272"/>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Dynamic </a:t>
            </a:r>
            <a:br>
              <a:rPr lang="en-US" dirty="0"/>
            </a:br>
            <a:r>
              <a:rPr lang="en-US" dirty="0"/>
              <a:t>elements</a:t>
            </a:r>
          </a:p>
        </p:txBody>
      </p:sp>
      <p:sp>
        <p:nvSpPr>
          <p:cNvPr id="20" name="Textplatzhalter 8">
            <a:hlinkClick r:id="rId15" action="ppaction://hlinksldjump"/>
            <a:extLst>
              <a:ext uri="{FF2B5EF4-FFF2-40B4-BE49-F238E27FC236}">
                <a16:creationId xmlns:a16="http://schemas.microsoft.com/office/drawing/2014/main" id="{CBECDBBD-81EA-C9B4-61BC-FD216736174E}"/>
              </a:ext>
            </a:extLst>
          </p:cNvPr>
          <p:cNvSpPr txBox="1">
            <a:spLocks/>
          </p:cNvSpPr>
          <p:nvPr/>
        </p:nvSpPr>
        <p:spPr bwMode="gray">
          <a:xfrm>
            <a:off x="4655904" y="4581128"/>
            <a:ext cx="1800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13</a:t>
            </a:r>
          </a:p>
        </p:txBody>
      </p:sp>
      <p:sp>
        <p:nvSpPr>
          <p:cNvPr id="21" name="Textplatzhalter 2">
            <a:hlinkClick r:id="rId15" action="ppaction://hlinksldjump"/>
            <a:extLst>
              <a:ext uri="{FF2B5EF4-FFF2-40B4-BE49-F238E27FC236}">
                <a16:creationId xmlns:a16="http://schemas.microsoft.com/office/drawing/2014/main" id="{06C3A4EB-1C27-F698-D17A-E5FD495D8A56}"/>
              </a:ext>
            </a:extLst>
          </p:cNvPr>
          <p:cNvSpPr txBox="1">
            <a:spLocks/>
          </p:cNvSpPr>
          <p:nvPr/>
        </p:nvSpPr>
        <p:spPr bwMode="invGray">
          <a:xfrm>
            <a:off x="4655904" y="5157272"/>
            <a:ext cx="1800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Title slides with internal branding</a:t>
            </a:r>
          </a:p>
        </p:txBody>
      </p:sp>
      <p:sp>
        <p:nvSpPr>
          <p:cNvPr id="2" name="Textplatzhalter 8">
            <a:hlinkClick r:id="rId15" action="ppaction://hlinksldjump"/>
            <a:extLst>
              <a:ext uri="{FF2B5EF4-FFF2-40B4-BE49-F238E27FC236}">
                <a16:creationId xmlns:a16="http://schemas.microsoft.com/office/drawing/2014/main" id="{0D097E3F-5CEE-691F-4376-053A4E3D1D02}"/>
              </a:ext>
            </a:extLst>
          </p:cNvPr>
          <p:cNvSpPr txBox="1">
            <a:spLocks/>
          </p:cNvSpPr>
          <p:nvPr/>
        </p:nvSpPr>
        <p:spPr bwMode="gray">
          <a:xfrm>
            <a:off x="6744167" y="4581128"/>
            <a:ext cx="1944000" cy="540000"/>
          </a:xfrm>
          <a:prstGeom prst="rect">
            <a:avLst/>
          </a:prstGeom>
          <a:solidFill>
            <a:schemeClr val="accent1">
              <a:alpha val="0"/>
            </a:schemeClr>
          </a:solid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14</a:t>
            </a:r>
          </a:p>
        </p:txBody>
      </p:sp>
      <p:sp>
        <p:nvSpPr>
          <p:cNvPr id="3" name="Textplatzhalter 2">
            <a:hlinkClick r:id="rId15" action="ppaction://hlinksldjump"/>
            <a:extLst>
              <a:ext uri="{FF2B5EF4-FFF2-40B4-BE49-F238E27FC236}">
                <a16:creationId xmlns:a16="http://schemas.microsoft.com/office/drawing/2014/main" id="{985BD65B-6612-32FF-B8CC-DCFCDE6303F3}"/>
              </a:ext>
            </a:extLst>
          </p:cNvPr>
          <p:cNvSpPr txBox="1">
            <a:spLocks/>
          </p:cNvSpPr>
          <p:nvPr/>
        </p:nvSpPr>
        <p:spPr bwMode="invGray">
          <a:xfrm>
            <a:off x="6744166" y="5157272"/>
            <a:ext cx="1944000" cy="720000"/>
          </a:xfrm>
          <a:prstGeom prst="rect">
            <a:avLst/>
          </a:prstGeom>
          <a:solidFill>
            <a:schemeClr val="accent1">
              <a:alpha val="0"/>
            </a:schemeClr>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Images, Illustrations and Icons</a:t>
            </a:r>
          </a:p>
        </p:txBody>
      </p:sp>
    </p:spTree>
    <p:extLst>
      <p:ext uri="{BB962C8B-B14F-4D97-AF65-F5344CB8AC3E}">
        <p14:creationId xmlns:p14="http://schemas.microsoft.com/office/powerpoint/2010/main" val="759219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7867D6EB-FB6D-CD8E-1EAB-2C7733796DE0}"/>
              </a:ext>
            </a:extLst>
          </p:cNvPr>
          <p:cNvSpPr>
            <a:spLocks noGrp="1"/>
          </p:cNvSpPr>
          <p:nvPr>
            <p:ph type="title"/>
          </p:nvPr>
        </p:nvSpPr>
        <p:spPr bwMode="gray">
          <a:xfrm>
            <a:off x="479424" y="1412874"/>
            <a:ext cx="7632701" cy="1799861"/>
          </a:xfrm>
        </p:spPr>
        <p:txBody>
          <a:bodyPr/>
          <a:lstStyle/>
          <a:p>
            <a:r>
              <a:rPr lang="en-US" dirty="0"/>
              <a:t>Name of the current chapter</a:t>
            </a:r>
          </a:p>
        </p:txBody>
      </p:sp>
      <p:sp>
        <p:nvSpPr>
          <p:cNvPr id="9" name="Untertitel 8">
            <a:extLst>
              <a:ext uri="{FF2B5EF4-FFF2-40B4-BE49-F238E27FC236}">
                <a16:creationId xmlns:a16="http://schemas.microsoft.com/office/drawing/2014/main" id="{07BC3701-570B-A06E-7567-9E2E706FE193}"/>
              </a:ext>
            </a:extLst>
          </p:cNvPr>
          <p:cNvSpPr>
            <a:spLocks noGrp="1"/>
          </p:cNvSpPr>
          <p:nvPr>
            <p:ph type="subTitle" idx="14"/>
          </p:nvPr>
        </p:nvSpPr>
        <p:spPr bwMode="invGray">
          <a:xfrm>
            <a:off x="479424" y="3573016"/>
            <a:ext cx="7632701" cy="792088"/>
          </a:xfrm>
        </p:spPr>
        <p:txBody>
          <a:bodyPr/>
          <a:lstStyle/>
          <a:p>
            <a:r>
              <a:rPr lang="en-US" dirty="0"/>
              <a:t>Optional short description</a:t>
            </a:r>
          </a:p>
        </p:txBody>
      </p:sp>
      <p:sp>
        <p:nvSpPr>
          <p:cNvPr id="10" name="Foliennummernplatzhalter 9">
            <a:extLst>
              <a:ext uri="{FF2B5EF4-FFF2-40B4-BE49-F238E27FC236}">
                <a16:creationId xmlns:a16="http://schemas.microsoft.com/office/drawing/2014/main" id="{D10C84FA-F217-3580-6504-F4478089A1F6}"/>
              </a:ext>
            </a:extLst>
          </p:cNvPr>
          <p:cNvSpPr>
            <a:spLocks noGrp="1"/>
          </p:cNvSpPr>
          <p:nvPr>
            <p:ph type="sldNum" sz="quarter" idx="16"/>
          </p:nvPr>
        </p:nvSpPr>
        <p:spPr bwMode="invGray">
          <a:xfrm>
            <a:off x="11424592" y="6246836"/>
            <a:ext cx="288000" cy="288000"/>
          </a:xfrm>
        </p:spPr>
        <p:txBody>
          <a:bodyPr/>
          <a:lstStyle/>
          <a:p>
            <a:fld id="{8FF9B0DE-3FEB-4AA0-B465-B80EF7C1333D}" type="slidenum">
              <a:rPr lang="en-US" smtClean="0"/>
              <a:pPr/>
              <a:t>5</a:t>
            </a:fld>
            <a:endParaRPr lang="en-US" dirty="0"/>
          </a:p>
        </p:txBody>
      </p:sp>
      <p:sp>
        <p:nvSpPr>
          <p:cNvPr id="5" name="Fußzeilenplatzhalter 4">
            <a:extLst>
              <a:ext uri="{FF2B5EF4-FFF2-40B4-BE49-F238E27FC236}">
                <a16:creationId xmlns:a16="http://schemas.microsoft.com/office/drawing/2014/main" id="{8B00B131-A0A4-3024-CF0D-C1EBA8B5C475}"/>
              </a:ext>
            </a:extLst>
          </p:cNvPr>
          <p:cNvSpPr>
            <a:spLocks noGrp="1"/>
          </p:cNvSpPr>
          <p:nvPr>
            <p:ph type="ftr" sz="quarter" idx="19"/>
          </p:nvPr>
        </p:nvSpPr>
        <p:spPr bwMode="invGray">
          <a:xfrm>
            <a:off x="6312024" y="6246836"/>
            <a:ext cx="5040560" cy="288000"/>
          </a:xfrm>
        </p:spPr>
        <p:txBody>
          <a:bodyPr/>
          <a:lstStyle/>
          <a:p>
            <a:r>
              <a:rPr lang="en-US" dirty="0"/>
              <a:t>Slide library    |     ONLY FOR INTERNAL USE</a:t>
            </a:r>
          </a:p>
        </p:txBody>
      </p:sp>
      <p:pic>
        <p:nvPicPr>
          <p:cNvPr id="3" name="Grafik 2">
            <a:extLst>
              <a:ext uri="{FF2B5EF4-FFF2-40B4-BE49-F238E27FC236}">
                <a16:creationId xmlns:a16="http://schemas.microsoft.com/office/drawing/2014/main" id="{A138D1E9-BEC1-9B87-BCB6-5E0E9E8478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30558" y="1647044"/>
            <a:ext cx="3996444" cy="3996444"/>
          </a:xfrm>
          <a:prstGeom prst="rect">
            <a:avLst/>
          </a:prstGeom>
        </p:spPr>
      </p:pic>
    </p:spTree>
    <p:extLst>
      <p:ext uri="{BB962C8B-B14F-4D97-AF65-F5344CB8AC3E}">
        <p14:creationId xmlns:p14="http://schemas.microsoft.com/office/powerpoint/2010/main" val="1015185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9EC5CFE-E473-EBD0-E1B4-E4B2B4C061CD}"/>
              </a:ext>
            </a:extLst>
          </p:cNvPr>
          <p:cNvSpPr/>
          <p:nvPr/>
        </p:nvSpPr>
        <p:spPr bwMode="gray">
          <a:xfrm>
            <a:off x="0" y="0"/>
            <a:ext cx="12192000" cy="6858000"/>
          </a:xfrm>
          <a:prstGeom prst="rect">
            <a:avLst/>
          </a:prstGeom>
          <a:solidFill>
            <a:srgbClr val="C5C3E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14" name="Grafik 13">
            <a:extLst>
              <a:ext uri="{FF2B5EF4-FFF2-40B4-BE49-F238E27FC236}">
                <a16:creationId xmlns:a16="http://schemas.microsoft.com/office/drawing/2014/main" id="{ADC91B03-7FE6-7021-D0A6-2FDF62A07CBA}"/>
              </a:ext>
            </a:extLst>
          </p:cNvPr>
          <p:cNvPicPr>
            <a:picLocks noChangeAspect="1"/>
          </p:cNvPicPr>
          <p:nvPr/>
        </p:nvPicPr>
        <p:blipFill rotWithShape="1">
          <a:blip>
            <a:extLst>
              <a:ext uri="{96DAC541-7B7A-43D3-8B79-37D633B846F1}">
                <asvg:svgBlip xmlns:asvg="http://schemas.microsoft.com/office/drawing/2016/SVG/main" r:embed="rId3"/>
              </a:ext>
            </a:extLst>
          </a:blip>
          <a:srcRect l="21624" r="19352"/>
          <a:stretch/>
        </p:blipFill>
        <p:spPr>
          <a:xfrm>
            <a:off x="6312024" y="1254392"/>
            <a:ext cx="5879976" cy="5603609"/>
          </a:xfrm>
          <a:prstGeom prst="rect">
            <a:avLst/>
          </a:prstGeom>
        </p:spPr>
      </p:pic>
      <p:sp>
        <p:nvSpPr>
          <p:cNvPr id="8" name="Titel 7">
            <a:extLst>
              <a:ext uri="{FF2B5EF4-FFF2-40B4-BE49-F238E27FC236}">
                <a16:creationId xmlns:a16="http://schemas.microsoft.com/office/drawing/2014/main" id="{7867D6EB-FB6D-CD8E-1EAB-2C7733796DE0}"/>
              </a:ext>
            </a:extLst>
          </p:cNvPr>
          <p:cNvSpPr>
            <a:spLocks noGrp="1"/>
          </p:cNvSpPr>
          <p:nvPr>
            <p:ph type="title"/>
          </p:nvPr>
        </p:nvSpPr>
        <p:spPr>
          <a:xfrm>
            <a:off x="479424" y="1412874"/>
            <a:ext cx="7632701" cy="1799861"/>
          </a:xfrm>
        </p:spPr>
        <p:txBody>
          <a:bodyPr/>
          <a:lstStyle/>
          <a:p>
            <a:r>
              <a:rPr lang="en-US" dirty="0">
                <a:solidFill>
                  <a:srgbClr val="5D4495"/>
                </a:solidFill>
              </a:rPr>
              <a:t>This is a specific </a:t>
            </a:r>
            <a:br>
              <a:rPr lang="en-US" dirty="0">
                <a:solidFill>
                  <a:srgbClr val="5D4495"/>
                </a:solidFill>
              </a:rPr>
            </a:br>
            <a:r>
              <a:rPr lang="en-US" dirty="0">
                <a:solidFill>
                  <a:srgbClr val="5D4495"/>
                </a:solidFill>
              </a:rPr>
              <a:t>section in 2 lines</a:t>
            </a:r>
          </a:p>
        </p:txBody>
      </p:sp>
      <p:sp>
        <p:nvSpPr>
          <p:cNvPr id="9" name="Untertitel 8">
            <a:extLst>
              <a:ext uri="{FF2B5EF4-FFF2-40B4-BE49-F238E27FC236}">
                <a16:creationId xmlns:a16="http://schemas.microsoft.com/office/drawing/2014/main" id="{07BC3701-570B-A06E-7567-9E2E706FE193}"/>
              </a:ext>
            </a:extLst>
          </p:cNvPr>
          <p:cNvSpPr>
            <a:spLocks noGrp="1"/>
          </p:cNvSpPr>
          <p:nvPr>
            <p:ph type="subTitle" idx="14"/>
          </p:nvPr>
        </p:nvSpPr>
        <p:spPr>
          <a:xfrm>
            <a:off x="479424" y="3573016"/>
            <a:ext cx="7632701" cy="792088"/>
          </a:xfrm>
        </p:spPr>
        <p:txBody>
          <a:bodyPr/>
          <a:lstStyle/>
          <a:p>
            <a:r>
              <a:rPr lang="en-US" dirty="0"/>
              <a:t>Optional short description</a:t>
            </a:r>
          </a:p>
        </p:txBody>
      </p:sp>
      <p:sp>
        <p:nvSpPr>
          <p:cNvPr id="3" name="Foliennummernplatzhalter 2">
            <a:extLst>
              <a:ext uri="{FF2B5EF4-FFF2-40B4-BE49-F238E27FC236}">
                <a16:creationId xmlns:a16="http://schemas.microsoft.com/office/drawing/2014/main" id="{9E2F64C8-2492-7D1F-CB7A-AFDA21F4C588}"/>
              </a:ext>
            </a:extLst>
          </p:cNvPr>
          <p:cNvSpPr>
            <a:spLocks noGrp="1"/>
          </p:cNvSpPr>
          <p:nvPr>
            <p:ph type="sldNum" sz="quarter" idx="16"/>
          </p:nvPr>
        </p:nvSpPr>
        <p:spPr>
          <a:xfrm>
            <a:off x="11424592" y="6246836"/>
            <a:ext cx="288000" cy="288000"/>
          </a:xfrm>
        </p:spPr>
        <p:txBody>
          <a:bodyPr/>
          <a:lstStyle/>
          <a:p>
            <a:fld id="{8FF9B0DE-3FEB-4AA0-B465-B80EF7C1333D}" type="slidenum">
              <a:rPr lang="en-US" smtClean="0"/>
              <a:pPr/>
              <a:t>6</a:t>
            </a:fld>
            <a:endParaRPr lang="en-US" dirty="0"/>
          </a:p>
        </p:txBody>
      </p:sp>
      <p:sp>
        <p:nvSpPr>
          <p:cNvPr id="5" name="Fußzeilenplatzhalter 4">
            <a:extLst>
              <a:ext uri="{FF2B5EF4-FFF2-40B4-BE49-F238E27FC236}">
                <a16:creationId xmlns:a16="http://schemas.microsoft.com/office/drawing/2014/main" id="{8B00B131-A0A4-3024-CF0D-C1EBA8B5C475}"/>
              </a:ext>
            </a:extLst>
          </p:cNvPr>
          <p:cNvSpPr>
            <a:spLocks noGrp="1"/>
          </p:cNvSpPr>
          <p:nvPr>
            <p:ph type="ftr" sz="quarter" idx="19"/>
          </p:nvPr>
        </p:nvSpPr>
        <p:spPr>
          <a:xfrm>
            <a:off x="6312024" y="6246836"/>
            <a:ext cx="5040560" cy="288000"/>
          </a:xfrm>
        </p:spPr>
        <p:txBody>
          <a:bodyPr/>
          <a:lstStyle/>
          <a:p>
            <a:r>
              <a:rPr lang="en-US" dirty="0"/>
              <a:t>Slide library    |     ONLY FOR INTERNAL USE</a:t>
            </a:r>
          </a:p>
        </p:txBody>
      </p:sp>
      <p:pic>
        <p:nvPicPr>
          <p:cNvPr id="4" name="Grafik 3">
            <a:extLst>
              <a:ext uri="{FF2B5EF4-FFF2-40B4-BE49-F238E27FC236}">
                <a16:creationId xmlns:a16="http://schemas.microsoft.com/office/drawing/2014/main" id="{B5F62FED-B4FA-E573-B2AE-B61F027E57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2012268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65F324EC-A7A4-4682-A32A-EE0E6F2C60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5" name="Objekt 4" hidden="1">
                        <a:extLst>
                          <a:ext uri="{FF2B5EF4-FFF2-40B4-BE49-F238E27FC236}">
                            <a16:creationId xmlns:a16="http://schemas.microsoft.com/office/drawing/2014/main" id="{65F324EC-A7A4-4682-A32A-EE0E6F2C60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extplatzhalter 5">
            <a:extLst>
              <a:ext uri="{FF2B5EF4-FFF2-40B4-BE49-F238E27FC236}">
                <a16:creationId xmlns:a16="http://schemas.microsoft.com/office/drawing/2014/main" id="{FEF49448-1537-2164-8E32-3600C577DA29}"/>
              </a:ext>
            </a:extLst>
          </p:cNvPr>
          <p:cNvSpPr>
            <a:spLocks noGrp="1"/>
          </p:cNvSpPr>
          <p:nvPr>
            <p:ph type="body" sz="quarter" idx="13"/>
          </p:nvPr>
        </p:nvSpPr>
        <p:spPr bwMode="invGray"/>
        <p:txBody>
          <a:bodyPr/>
          <a:lstStyle/>
          <a:p>
            <a:endParaRPr lang="en-US" dirty="0"/>
          </a:p>
        </p:txBody>
      </p:sp>
      <p:sp>
        <p:nvSpPr>
          <p:cNvPr id="45" name="Textplatzhalter 8">
            <a:extLst>
              <a:ext uri="{FF2B5EF4-FFF2-40B4-BE49-F238E27FC236}">
                <a16:creationId xmlns:a16="http://schemas.microsoft.com/office/drawing/2014/main" id="{A069869E-6FDE-2D7E-9792-655F06459D52}"/>
              </a:ext>
            </a:extLst>
          </p:cNvPr>
          <p:cNvSpPr txBox="1">
            <a:spLocks/>
          </p:cNvSpPr>
          <p:nvPr/>
        </p:nvSpPr>
        <p:spPr bwMode="gray">
          <a:xfrm>
            <a:off x="479481" y="91107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01</a:t>
            </a:r>
          </a:p>
        </p:txBody>
      </p:sp>
      <p:sp>
        <p:nvSpPr>
          <p:cNvPr id="46" name="Textplatzhalter 2">
            <a:extLst>
              <a:ext uri="{FF2B5EF4-FFF2-40B4-BE49-F238E27FC236}">
                <a16:creationId xmlns:a16="http://schemas.microsoft.com/office/drawing/2014/main" id="{2F732AC3-8F5E-AE00-6574-5FD8A1DE79C6}"/>
              </a:ext>
            </a:extLst>
          </p:cNvPr>
          <p:cNvSpPr txBox="1">
            <a:spLocks/>
          </p:cNvSpPr>
          <p:nvPr/>
        </p:nvSpPr>
        <p:spPr bwMode="invGray">
          <a:xfrm>
            <a:off x="479376" y="163075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a:t>
            </a:r>
            <a:br>
              <a:rPr lang="en-US" dirty="0"/>
            </a:br>
            <a:r>
              <a:rPr lang="en-US" dirty="0"/>
              <a:t>dolor sit amet</a:t>
            </a:r>
          </a:p>
        </p:txBody>
      </p:sp>
      <p:sp>
        <p:nvSpPr>
          <p:cNvPr id="48" name="Textplatzhalter 8">
            <a:extLst>
              <a:ext uri="{FF2B5EF4-FFF2-40B4-BE49-F238E27FC236}">
                <a16:creationId xmlns:a16="http://schemas.microsoft.com/office/drawing/2014/main" id="{3EF0A0E8-FCB6-8DC7-4F79-E458E6DC8476}"/>
              </a:ext>
            </a:extLst>
          </p:cNvPr>
          <p:cNvSpPr txBox="1">
            <a:spLocks/>
          </p:cNvSpPr>
          <p:nvPr/>
        </p:nvSpPr>
        <p:spPr bwMode="gray">
          <a:xfrm>
            <a:off x="3035901" y="91107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02</a:t>
            </a:r>
          </a:p>
        </p:txBody>
      </p:sp>
      <p:sp>
        <p:nvSpPr>
          <p:cNvPr id="115" name="Textplatzhalter 2">
            <a:extLst>
              <a:ext uri="{FF2B5EF4-FFF2-40B4-BE49-F238E27FC236}">
                <a16:creationId xmlns:a16="http://schemas.microsoft.com/office/drawing/2014/main" id="{A58764AA-FFA4-6FA8-CD48-AC515EB85392}"/>
              </a:ext>
            </a:extLst>
          </p:cNvPr>
          <p:cNvSpPr txBox="1">
            <a:spLocks/>
          </p:cNvSpPr>
          <p:nvPr/>
        </p:nvSpPr>
        <p:spPr bwMode="invGray">
          <a:xfrm>
            <a:off x="3035796" y="163075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a:t>
            </a:r>
            <a:br>
              <a:rPr lang="en-US" dirty="0"/>
            </a:br>
            <a:r>
              <a:rPr lang="en-US" dirty="0"/>
              <a:t>dolor sit amet</a:t>
            </a:r>
          </a:p>
        </p:txBody>
      </p:sp>
      <p:sp>
        <p:nvSpPr>
          <p:cNvPr id="117" name="Textplatzhalter 8">
            <a:extLst>
              <a:ext uri="{FF2B5EF4-FFF2-40B4-BE49-F238E27FC236}">
                <a16:creationId xmlns:a16="http://schemas.microsoft.com/office/drawing/2014/main" id="{7B4AFC59-04D5-8AC6-B8E4-9DDE1527634F}"/>
              </a:ext>
            </a:extLst>
          </p:cNvPr>
          <p:cNvSpPr txBox="1">
            <a:spLocks/>
          </p:cNvSpPr>
          <p:nvPr/>
        </p:nvSpPr>
        <p:spPr bwMode="gray">
          <a:xfrm>
            <a:off x="5592197" y="91107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03</a:t>
            </a:r>
          </a:p>
        </p:txBody>
      </p:sp>
      <p:sp>
        <p:nvSpPr>
          <p:cNvPr id="118" name="Textplatzhalter 2">
            <a:extLst>
              <a:ext uri="{FF2B5EF4-FFF2-40B4-BE49-F238E27FC236}">
                <a16:creationId xmlns:a16="http://schemas.microsoft.com/office/drawing/2014/main" id="{E5D5A12E-D991-EC97-838D-635EE558EF5D}"/>
              </a:ext>
            </a:extLst>
          </p:cNvPr>
          <p:cNvSpPr txBox="1">
            <a:spLocks/>
          </p:cNvSpPr>
          <p:nvPr/>
        </p:nvSpPr>
        <p:spPr bwMode="invGray">
          <a:xfrm>
            <a:off x="5592092" y="163075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a:t>
            </a:r>
            <a:br>
              <a:rPr lang="en-US" dirty="0"/>
            </a:br>
            <a:r>
              <a:rPr lang="en-US" dirty="0"/>
              <a:t>dolor sit amet</a:t>
            </a:r>
          </a:p>
        </p:txBody>
      </p:sp>
      <p:sp>
        <p:nvSpPr>
          <p:cNvPr id="138" name="Textplatzhalter 8">
            <a:extLst>
              <a:ext uri="{FF2B5EF4-FFF2-40B4-BE49-F238E27FC236}">
                <a16:creationId xmlns:a16="http://schemas.microsoft.com/office/drawing/2014/main" id="{B75B6B3A-9A6E-CE72-CC7A-448C1780E4B7}"/>
              </a:ext>
            </a:extLst>
          </p:cNvPr>
          <p:cNvSpPr txBox="1">
            <a:spLocks/>
          </p:cNvSpPr>
          <p:nvPr/>
        </p:nvSpPr>
        <p:spPr bwMode="gray">
          <a:xfrm>
            <a:off x="479481" y="263788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04</a:t>
            </a:r>
          </a:p>
        </p:txBody>
      </p:sp>
      <p:sp>
        <p:nvSpPr>
          <p:cNvPr id="139" name="Textplatzhalter 2">
            <a:extLst>
              <a:ext uri="{FF2B5EF4-FFF2-40B4-BE49-F238E27FC236}">
                <a16:creationId xmlns:a16="http://schemas.microsoft.com/office/drawing/2014/main" id="{633CC8B2-117E-D901-7684-DD7F291BAC63}"/>
              </a:ext>
            </a:extLst>
          </p:cNvPr>
          <p:cNvSpPr txBox="1">
            <a:spLocks/>
          </p:cNvSpPr>
          <p:nvPr/>
        </p:nvSpPr>
        <p:spPr bwMode="invGray">
          <a:xfrm>
            <a:off x="479376" y="335756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a:t>
            </a:r>
            <a:br>
              <a:rPr lang="en-US" dirty="0"/>
            </a:br>
            <a:r>
              <a:rPr lang="en-US" dirty="0"/>
              <a:t>dolor sit amet</a:t>
            </a:r>
          </a:p>
        </p:txBody>
      </p:sp>
      <p:sp>
        <p:nvSpPr>
          <p:cNvPr id="141" name="Textplatzhalter 8">
            <a:extLst>
              <a:ext uri="{FF2B5EF4-FFF2-40B4-BE49-F238E27FC236}">
                <a16:creationId xmlns:a16="http://schemas.microsoft.com/office/drawing/2014/main" id="{8BFF8194-8303-CDC7-B996-DEE9BD08E1E4}"/>
              </a:ext>
            </a:extLst>
          </p:cNvPr>
          <p:cNvSpPr txBox="1">
            <a:spLocks/>
          </p:cNvSpPr>
          <p:nvPr/>
        </p:nvSpPr>
        <p:spPr bwMode="gray">
          <a:xfrm>
            <a:off x="3035901" y="263788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05</a:t>
            </a:r>
          </a:p>
        </p:txBody>
      </p:sp>
      <p:sp>
        <p:nvSpPr>
          <p:cNvPr id="142" name="Textplatzhalter 2">
            <a:extLst>
              <a:ext uri="{FF2B5EF4-FFF2-40B4-BE49-F238E27FC236}">
                <a16:creationId xmlns:a16="http://schemas.microsoft.com/office/drawing/2014/main" id="{9D5AAE7B-6F1F-2F5D-0102-9139872A7157}"/>
              </a:ext>
            </a:extLst>
          </p:cNvPr>
          <p:cNvSpPr txBox="1">
            <a:spLocks/>
          </p:cNvSpPr>
          <p:nvPr/>
        </p:nvSpPr>
        <p:spPr bwMode="invGray">
          <a:xfrm>
            <a:off x="3035796" y="335756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a:t>
            </a:r>
            <a:br>
              <a:rPr lang="en-US" dirty="0"/>
            </a:br>
            <a:r>
              <a:rPr lang="en-US" dirty="0"/>
              <a:t>dolor sit amet</a:t>
            </a:r>
          </a:p>
        </p:txBody>
      </p:sp>
      <p:sp>
        <p:nvSpPr>
          <p:cNvPr id="144" name="Textplatzhalter 8">
            <a:extLst>
              <a:ext uri="{FF2B5EF4-FFF2-40B4-BE49-F238E27FC236}">
                <a16:creationId xmlns:a16="http://schemas.microsoft.com/office/drawing/2014/main" id="{86022F8F-7D20-A83F-4A6B-BD1D4315E019}"/>
              </a:ext>
            </a:extLst>
          </p:cNvPr>
          <p:cNvSpPr txBox="1">
            <a:spLocks/>
          </p:cNvSpPr>
          <p:nvPr/>
        </p:nvSpPr>
        <p:spPr bwMode="gray">
          <a:xfrm>
            <a:off x="5592197" y="2637888"/>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06</a:t>
            </a:r>
          </a:p>
        </p:txBody>
      </p:sp>
      <p:sp>
        <p:nvSpPr>
          <p:cNvPr id="145" name="Textplatzhalter 2">
            <a:extLst>
              <a:ext uri="{FF2B5EF4-FFF2-40B4-BE49-F238E27FC236}">
                <a16:creationId xmlns:a16="http://schemas.microsoft.com/office/drawing/2014/main" id="{578307A2-F0D2-BE41-7213-56C66FC45117}"/>
              </a:ext>
            </a:extLst>
          </p:cNvPr>
          <p:cNvSpPr txBox="1">
            <a:spLocks/>
          </p:cNvSpPr>
          <p:nvPr/>
        </p:nvSpPr>
        <p:spPr bwMode="invGray">
          <a:xfrm>
            <a:off x="5592092" y="3357560"/>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a:t>
            </a:r>
            <a:br>
              <a:rPr lang="en-US" dirty="0"/>
            </a:br>
            <a:r>
              <a:rPr lang="en-US" dirty="0"/>
              <a:t>dolor sit amet</a:t>
            </a:r>
          </a:p>
        </p:txBody>
      </p:sp>
      <p:sp>
        <p:nvSpPr>
          <p:cNvPr id="146" name="Textplatzhalter 8">
            <a:extLst>
              <a:ext uri="{FF2B5EF4-FFF2-40B4-BE49-F238E27FC236}">
                <a16:creationId xmlns:a16="http://schemas.microsoft.com/office/drawing/2014/main" id="{A0548ADE-233E-96C6-FA1B-6037C726F119}"/>
              </a:ext>
            </a:extLst>
          </p:cNvPr>
          <p:cNvSpPr txBox="1">
            <a:spLocks/>
          </p:cNvSpPr>
          <p:nvPr/>
        </p:nvSpPr>
        <p:spPr bwMode="gray">
          <a:xfrm>
            <a:off x="479481" y="4365592"/>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07</a:t>
            </a:r>
          </a:p>
        </p:txBody>
      </p:sp>
      <p:sp>
        <p:nvSpPr>
          <p:cNvPr id="147" name="Textplatzhalter 2">
            <a:extLst>
              <a:ext uri="{FF2B5EF4-FFF2-40B4-BE49-F238E27FC236}">
                <a16:creationId xmlns:a16="http://schemas.microsoft.com/office/drawing/2014/main" id="{6D4613B2-D178-8F4F-B569-692CC3AA550D}"/>
              </a:ext>
            </a:extLst>
          </p:cNvPr>
          <p:cNvSpPr txBox="1">
            <a:spLocks/>
          </p:cNvSpPr>
          <p:nvPr/>
        </p:nvSpPr>
        <p:spPr bwMode="invGray">
          <a:xfrm>
            <a:off x="479376" y="5085264"/>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a:t>
            </a:r>
            <a:br>
              <a:rPr lang="en-US" dirty="0"/>
            </a:br>
            <a:r>
              <a:rPr lang="en-US" dirty="0"/>
              <a:t>dolor sit amet</a:t>
            </a:r>
          </a:p>
        </p:txBody>
      </p:sp>
      <p:sp>
        <p:nvSpPr>
          <p:cNvPr id="149" name="Textplatzhalter 8">
            <a:extLst>
              <a:ext uri="{FF2B5EF4-FFF2-40B4-BE49-F238E27FC236}">
                <a16:creationId xmlns:a16="http://schemas.microsoft.com/office/drawing/2014/main" id="{B32A643D-1381-0F5D-4E45-A74B153062C0}"/>
              </a:ext>
            </a:extLst>
          </p:cNvPr>
          <p:cNvSpPr txBox="1">
            <a:spLocks/>
          </p:cNvSpPr>
          <p:nvPr/>
        </p:nvSpPr>
        <p:spPr bwMode="gray">
          <a:xfrm>
            <a:off x="3035901" y="4365592"/>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08</a:t>
            </a:r>
          </a:p>
        </p:txBody>
      </p:sp>
      <p:sp>
        <p:nvSpPr>
          <p:cNvPr id="150" name="Textplatzhalter 2">
            <a:extLst>
              <a:ext uri="{FF2B5EF4-FFF2-40B4-BE49-F238E27FC236}">
                <a16:creationId xmlns:a16="http://schemas.microsoft.com/office/drawing/2014/main" id="{810B4B07-4F68-EED6-A936-CAD37844D6A0}"/>
              </a:ext>
            </a:extLst>
          </p:cNvPr>
          <p:cNvSpPr txBox="1">
            <a:spLocks/>
          </p:cNvSpPr>
          <p:nvPr/>
        </p:nvSpPr>
        <p:spPr bwMode="invGray">
          <a:xfrm>
            <a:off x="3035796" y="5085264"/>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a:t>
            </a:r>
            <a:br>
              <a:rPr lang="en-US" dirty="0"/>
            </a:br>
            <a:r>
              <a:rPr lang="en-US" dirty="0"/>
              <a:t>dolor sit amet</a:t>
            </a:r>
          </a:p>
        </p:txBody>
      </p:sp>
      <p:sp>
        <p:nvSpPr>
          <p:cNvPr id="151" name="Textplatzhalter 8">
            <a:extLst>
              <a:ext uri="{FF2B5EF4-FFF2-40B4-BE49-F238E27FC236}">
                <a16:creationId xmlns:a16="http://schemas.microsoft.com/office/drawing/2014/main" id="{7CA4837D-7DA9-84CF-1896-9332808C4272}"/>
              </a:ext>
            </a:extLst>
          </p:cNvPr>
          <p:cNvSpPr txBox="1">
            <a:spLocks/>
          </p:cNvSpPr>
          <p:nvPr/>
        </p:nvSpPr>
        <p:spPr bwMode="gray">
          <a:xfrm>
            <a:off x="5592197" y="4365592"/>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09</a:t>
            </a:r>
          </a:p>
        </p:txBody>
      </p:sp>
      <p:sp>
        <p:nvSpPr>
          <p:cNvPr id="152" name="Textplatzhalter 2">
            <a:extLst>
              <a:ext uri="{FF2B5EF4-FFF2-40B4-BE49-F238E27FC236}">
                <a16:creationId xmlns:a16="http://schemas.microsoft.com/office/drawing/2014/main" id="{E007CDD4-C4A9-3340-A096-92BFE5EED595}"/>
              </a:ext>
            </a:extLst>
          </p:cNvPr>
          <p:cNvSpPr txBox="1">
            <a:spLocks/>
          </p:cNvSpPr>
          <p:nvPr/>
        </p:nvSpPr>
        <p:spPr bwMode="invGray">
          <a:xfrm>
            <a:off x="5592092" y="5085264"/>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a:t>
            </a:r>
            <a:br>
              <a:rPr lang="en-US" dirty="0"/>
            </a:br>
            <a:r>
              <a:rPr lang="en-US" dirty="0"/>
              <a:t>dolor sit amet</a:t>
            </a:r>
          </a:p>
        </p:txBody>
      </p:sp>
      <p:pic>
        <p:nvPicPr>
          <p:cNvPr id="3" name="Grafik 2">
            <a:extLst>
              <a:ext uri="{FF2B5EF4-FFF2-40B4-BE49-F238E27FC236}">
                <a16:creationId xmlns:a16="http://schemas.microsoft.com/office/drawing/2014/main" id="{8BAF75CE-8A7A-C7FA-566F-97A83B56F1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bwMode="gray">
          <a:xfrm>
            <a:off x="8652284" y="2780928"/>
            <a:ext cx="3168352" cy="3168352"/>
          </a:xfrm>
          <a:prstGeom prst="rect">
            <a:avLst/>
          </a:prstGeom>
        </p:spPr>
      </p:pic>
      <p:sp>
        <p:nvSpPr>
          <p:cNvPr id="9" name="Fußzeilenplatzhalter 8">
            <a:extLst>
              <a:ext uri="{FF2B5EF4-FFF2-40B4-BE49-F238E27FC236}">
                <a16:creationId xmlns:a16="http://schemas.microsoft.com/office/drawing/2014/main" id="{B517E76A-6995-B607-D498-BB77A1483377}"/>
              </a:ext>
            </a:extLst>
          </p:cNvPr>
          <p:cNvSpPr>
            <a:spLocks noGrp="1"/>
          </p:cNvSpPr>
          <p:nvPr>
            <p:ph type="ftr" sz="quarter" idx="14"/>
          </p:nvPr>
        </p:nvSpPr>
        <p:spPr bwMode="invGray"/>
        <p:txBody>
          <a:bodyPr/>
          <a:lstStyle/>
          <a:p>
            <a:r>
              <a:rPr lang="en-US" dirty="0"/>
              <a:t>Slide library    |     ONLY FOR INTERNAL USE</a:t>
            </a:r>
          </a:p>
        </p:txBody>
      </p:sp>
      <p:sp>
        <p:nvSpPr>
          <p:cNvPr id="10" name="Foliennummernplatzhalter 9">
            <a:extLst>
              <a:ext uri="{FF2B5EF4-FFF2-40B4-BE49-F238E27FC236}">
                <a16:creationId xmlns:a16="http://schemas.microsoft.com/office/drawing/2014/main" id="{1A7ED42A-B6BC-61A0-740A-F13FBAA45042}"/>
              </a:ext>
            </a:extLst>
          </p:cNvPr>
          <p:cNvSpPr>
            <a:spLocks noGrp="1"/>
          </p:cNvSpPr>
          <p:nvPr>
            <p:ph type="sldNum" sz="quarter" idx="15"/>
          </p:nvPr>
        </p:nvSpPr>
        <p:spPr bwMode="invGray"/>
        <p:txBody>
          <a:bodyPr/>
          <a:lstStyle/>
          <a:p>
            <a:fld id="{8FF9B0DE-3FEB-4AA0-B465-B80EF7C1333D}" type="slidenum">
              <a:rPr lang="en-US" smtClean="0"/>
              <a:pPr/>
              <a:t>7</a:t>
            </a:fld>
            <a:endParaRPr lang="en-US" dirty="0"/>
          </a:p>
        </p:txBody>
      </p:sp>
    </p:spTree>
    <p:extLst>
      <p:ext uri="{BB962C8B-B14F-4D97-AF65-F5344CB8AC3E}">
        <p14:creationId xmlns:p14="http://schemas.microsoft.com/office/powerpoint/2010/main" val="2663600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DFC6DCB7-0319-02AB-A9FB-4C76C779C334}"/>
              </a:ext>
            </a:extLst>
          </p:cNvPr>
          <p:cNvSpPr txBox="1">
            <a:spLocks/>
          </p:cNvSpPr>
          <p:nvPr/>
        </p:nvSpPr>
        <p:spPr bwMode="gray">
          <a:xfrm>
            <a:off x="4332288" y="2132856"/>
            <a:ext cx="3527908" cy="3672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a:p>
            <a:r>
              <a:rPr lang="en-US" dirty="0"/>
              <a:t>Nam velit nisl, mattis ac, fermen-tum nec, feugiat nec, neque. Ut vene natis mauris ullamcorper</a:t>
            </a:r>
          </a:p>
        </p:txBody>
      </p:sp>
      <p:sp>
        <p:nvSpPr>
          <p:cNvPr id="5" name="Textplatzhalter 2">
            <a:extLst>
              <a:ext uri="{FF2B5EF4-FFF2-40B4-BE49-F238E27FC236}">
                <a16:creationId xmlns:a16="http://schemas.microsoft.com/office/drawing/2014/main" id="{AB80CFFF-C73F-1EB0-5866-0C6A6C1AA31E}"/>
              </a:ext>
            </a:extLst>
          </p:cNvPr>
          <p:cNvSpPr txBox="1">
            <a:spLocks/>
          </p:cNvSpPr>
          <p:nvPr/>
        </p:nvSpPr>
        <p:spPr bwMode="gray">
          <a:xfrm>
            <a:off x="479473" y="2132856"/>
            <a:ext cx="3564299" cy="3672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a:p>
            <a:r>
              <a:rPr lang="en-US" dirty="0"/>
              <a:t>Nam velit nisl, mattis ac, fermen-tum nec, feugiat nec, neque. Ut vene natis mauris ullamcorper</a:t>
            </a:r>
          </a:p>
        </p:txBody>
      </p:sp>
      <p:graphicFrame>
        <p:nvGraphicFramePr>
          <p:cNvPr id="19458" name="Rectangle 2"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0" imgH="0" progId="TCLayout.ActiveDocument.1">
                  <p:embed/>
                </p:oleObj>
              </mc:Choice>
              <mc:Fallback>
                <p:oleObj name="think-cell Folie" r:id="rId5" imgW="0" imgH="0" progId="TCLayout.ActiveDocument.1">
                  <p:embed/>
                  <p:pic>
                    <p:nvPicPr>
                      <p:cNvPr id="19458"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Rectangle 17" hidden="1"/>
          <p:cNvSpPr>
            <a:spLocks noChangeArrowheads="1"/>
          </p:cNvSpPr>
          <p:nvPr>
            <p:custDataLst>
              <p:tags r:id="rId2"/>
            </p:custDataLst>
          </p:nvPr>
        </p:nvSpPr>
        <p:spPr bwMode="gray">
          <a:xfrm>
            <a:off x="1524000" y="0"/>
            <a:ext cx="158750" cy="158750"/>
          </a:xfrm>
          <a:prstGeom prst="rect">
            <a:avLst/>
          </a:prstGeom>
          <a:solidFill>
            <a:schemeClr val="bg2"/>
          </a:solidFill>
          <a:ln w="12700" algn="ctr">
            <a:solidFill>
              <a:schemeClr val="tx1"/>
            </a:solidFill>
            <a:miter lim="800000"/>
            <a:headEnd/>
            <a:tailEnd/>
          </a:ln>
        </p:spPr>
        <p:txBody>
          <a:bodyPr wrap="none" lIns="0" tIns="0" rIns="0" bIns="0" anchor="ctr"/>
          <a:lstStyle/>
          <a:p>
            <a:pPr algn="ctr">
              <a:lnSpc>
                <a:spcPct val="100000"/>
              </a:lnSpc>
              <a:buClrTx/>
              <a:buSzTx/>
              <a:buFontTx/>
              <a:buNone/>
            </a:pPr>
            <a:r>
              <a:rPr lang="en-US" sz="2200" dirty="0">
                <a:latin typeface="Arial" pitchFamily="34" charset="0"/>
              </a:rPr>
              <a:t> </a:t>
            </a:r>
          </a:p>
        </p:txBody>
      </p:sp>
      <p:sp>
        <p:nvSpPr>
          <p:cNvPr id="10" name="Titel 9">
            <a:extLst>
              <a:ext uri="{FF2B5EF4-FFF2-40B4-BE49-F238E27FC236}">
                <a16:creationId xmlns:a16="http://schemas.microsoft.com/office/drawing/2014/main" id="{15C1856A-879E-64FA-6FFF-369CD3759927}"/>
              </a:ext>
            </a:extLst>
          </p:cNvPr>
          <p:cNvSpPr>
            <a:spLocks noGrp="1"/>
          </p:cNvSpPr>
          <p:nvPr>
            <p:ph type="title"/>
          </p:nvPr>
        </p:nvSpPr>
        <p:spPr bwMode="gray">
          <a:xfrm>
            <a:off x="479424" y="477000"/>
            <a:ext cx="11233151" cy="720000"/>
          </a:xfrm>
        </p:spPr>
        <p:txBody>
          <a:bodyPr vert="horz"/>
          <a:lstStyle/>
          <a:p>
            <a:r>
              <a:rPr lang="en-US" dirty="0"/>
              <a:t>Texts with icons</a:t>
            </a:r>
          </a:p>
        </p:txBody>
      </p:sp>
      <p:sp>
        <p:nvSpPr>
          <p:cNvPr id="19" name="Textplatzhalter 18">
            <a:extLst>
              <a:ext uri="{FF2B5EF4-FFF2-40B4-BE49-F238E27FC236}">
                <a16:creationId xmlns:a16="http://schemas.microsoft.com/office/drawing/2014/main" id="{B893B8E4-F62E-9D2E-ED32-EDA82EF518F8}"/>
              </a:ext>
            </a:extLst>
          </p:cNvPr>
          <p:cNvSpPr>
            <a:spLocks noGrp="1"/>
          </p:cNvSpPr>
          <p:nvPr>
            <p:ph type="body" sz="quarter" idx="13"/>
          </p:nvPr>
        </p:nvSpPr>
        <p:spPr bwMode="gray"/>
        <p:txBody>
          <a:bodyPr/>
          <a:lstStyle/>
          <a:p>
            <a:endParaRPr lang="en-US" dirty="0"/>
          </a:p>
        </p:txBody>
      </p:sp>
      <p:sp>
        <p:nvSpPr>
          <p:cNvPr id="14" name="Fußzeilenplatzhalter 13">
            <a:extLst>
              <a:ext uri="{FF2B5EF4-FFF2-40B4-BE49-F238E27FC236}">
                <a16:creationId xmlns:a16="http://schemas.microsoft.com/office/drawing/2014/main" id="{2D0D66A2-ECA7-02B9-88CD-3E372DB91827}"/>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15" name="Foliennummernplatzhalter 14">
            <a:extLst>
              <a:ext uri="{FF2B5EF4-FFF2-40B4-BE49-F238E27FC236}">
                <a16:creationId xmlns:a16="http://schemas.microsoft.com/office/drawing/2014/main" id="{128DF07C-F7C2-4E13-43FC-822690645555}"/>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8</a:t>
            </a:fld>
            <a:endParaRPr lang="en-US" dirty="0"/>
          </a:p>
        </p:txBody>
      </p:sp>
      <p:pic>
        <p:nvPicPr>
          <p:cNvPr id="4" name="Grafik 3">
            <a:extLst>
              <a:ext uri="{FF2B5EF4-FFF2-40B4-BE49-F238E27FC236}">
                <a16:creationId xmlns:a16="http://schemas.microsoft.com/office/drawing/2014/main" id="{5653DC92-710B-1DB8-3D1B-5F6DB7FF911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bwMode="gray">
          <a:xfrm>
            <a:off x="479376" y="1412776"/>
            <a:ext cx="576000" cy="576000"/>
          </a:xfrm>
          <a:prstGeom prst="rect">
            <a:avLst/>
          </a:prstGeom>
        </p:spPr>
      </p:pic>
      <p:sp>
        <p:nvSpPr>
          <p:cNvPr id="7" name="Textplatzhalter 2">
            <a:extLst>
              <a:ext uri="{FF2B5EF4-FFF2-40B4-BE49-F238E27FC236}">
                <a16:creationId xmlns:a16="http://schemas.microsoft.com/office/drawing/2014/main" id="{9791EEE0-4B83-12A9-CD3B-43BD159B3E5D}"/>
              </a:ext>
            </a:extLst>
          </p:cNvPr>
          <p:cNvSpPr txBox="1">
            <a:spLocks/>
          </p:cNvSpPr>
          <p:nvPr/>
        </p:nvSpPr>
        <p:spPr bwMode="gray">
          <a:xfrm>
            <a:off x="8148325" y="2132856"/>
            <a:ext cx="3564299" cy="3672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a:p>
            <a:r>
              <a:rPr lang="en-US" dirty="0"/>
              <a:t>Nam velit nisl, mattis ac, fermen-tum nec, feugiat nec, neque. Ut vene natis mauris ullamcorper</a:t>
            </a:r>
          </a:p>
        </p:txBody>
      </p:sp>
      <p:pic>
        <p:nvPicPr>
          <p:cNvPr id="11" name="Grafik 10">
            <a:extLst>
              <a:ext uri="{FF2B5EF4-FFF2-40B4-BE49-F238E27FC236}">
                <a16:creationId xmlns:a16="http://schemas.microsoft.com/office/drawing/2014/main" id="{93D518F1-7A1C-460A-C9B4-C7BD3907C1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31804" y="1412776"/>
            <a:ext cx="576000" cy="576000"/>
          </a:xfrm>
          <a:prstGeom prst="rect">
            <a:avLst/>
          </a:prstGeom>
        </p:spPr>
      </p:pic>
      <p:pic>
        <p:nvPicPr>
          <p:cNvPr id="16" name="Grafik 15">
            <a:extLst>
              <a:ext uri="{FF2B5EF4-FFF2-40B4-BE49-F238E27FC236}">
                <a16:creationId xmlns:a16="http://schemas.microsoft.com/office/drawing/2014/main" id="{8A93AA28-13D5-2665-6FB4-B3C8CB1F3C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48228" y="1412352"/>
            <a:ext cx="576000" cy="576000"/>
          </a:xfrm>
          <a:prstGeom prst="rect">
            <a:avLst/>
          </a:prstGeom>
        </p:spPr>
      </p:pic>
    </p:spTree>
    <p:extLst>
      <p:ext uri="{BB962C8B-B14F-4D97-AF65-F5344CB8AC3E}">
        <p14:creationId xmlns:p14="http://schemas.microsoft.com/office/powerpoint/2010/main" val="3849017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DFC6DCB7-0319-02AB-A9FB-4C76C779C334}"/>
              </a:ext>
            </a:extLst>
          </p:cNvPr>
          <p:cNvSpPr txBox="1">
            <a:spLocks/>
          </p:cNvSpPr>
          <p:nvPr/>
        </p:nvSpPr>
        <p:spPr bwMode="gray">
          <a:xfrm>
            <a:off x="4332288" y="2709264"/>
            <a:ext cx="3527908" cy="3096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a:p>
            <a:r>
              <a:rPr lang="en-US" dirty="0"/>
              <a:t>Nam velit nisl, mattis ac, fermen-tum nec, feugiat nec, neque</a:t>
            </a:r>
          </a:p>
        </p:txBody>
      </p:sp>
      <p:sp>
        <p:nvSpPr>
          <p:cNvPr id="5" name="Textplatzhalter 2">
            <a:extLst>
              <a:ext uri="{FF2B5EF4-FFF2-40B4-BE49-F238E27FC236}">
                <a16:creationId xmlns:a16="http://schemas.microsoft.com/office/drawing/2014/main" id="{AB80CFFF-C73F-1EB0-5866-0C6A6C1AA31E}"/>
              </a:ext>
            </a:extLst>
          </p:cNvPr>
          <p:cNvSpPr txBox="1">
            <a:spLocks/>
          </p:cNvSpPr>
          <p:nvPr/>
        </p:nvSpPr>
        <p:spPr bwMode="gray">
          <a:xfrm>
            <a:off x="479473" y="2709264"/>
            <a:ext cx="3564299" cy="3096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a:p>
            <a:r>
              <a:rPr lang="en-US" dirty="0"/>
              <a:t>Nam velit nisl, mattis ac, fermen-tum nec, feugiat nec, neque</a:t>
            </a:r>
          </a:p>
        </p:txBody>
      </p:sp>
      <p:graphicFrame>
        <p:nvGraphicFramePr>
          <p:cNvPr id="19458" name="Rectangle 2"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0" imgH="0" progId="TCLayout.ActiveDocument.1">
                  <p:embed/>
                </p:oleObj>
              </mc:Choice>
              <mc:Fallback>
                <p:oleObj name="think-cell Folie" r:id="rId5" imgW="0" imgH="0" progId="TCLayout.ActiveDocument.1">
                  <p:embed/>
                  <p:pic>
                    <p:nvPicPr>
                      <p:cNvPr id="19458"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Rectangle 17" hidden="1"/>
          <p:cNvSpPr>
            <a:spLocks noChangeArrowheads="1"/>
          </p:cNvSpPr>
          <p:nvPr>
            <p:custDataLst>
              <p:tags r:id="rId2"/>
            </p:custDataLst>
          </p:nvPr>
        </p:nvSpPr>
        <p:spPr bwMode="gray">
          <a:xfrm>
            <a:off x="1524000" y="0"/>
            <a:ext cx="158750" cy="158750"/>
          </a:xfrm>
          <a:prstGeom prst="rect">
            <a:avLst/>
          </a:prstGeom>
          <a:solidFill>
            <a:schemeClr val="bg2"/>
          </a:solidFill>
          <a:ln w="12700" algn="ctr">
            <a:solidFill>
              <a:schemeClr val="tx1"/>
            </a:solidFill>
            <a:miter lim="800000"/>
            <a:headEnd/>
            <a:tailEnd/>
          </a:ln>
        </p:spPr>
        <p:txBody>
          <a:bodyPr wrap="none" lIns="0" tIns="0" rIns="0" bIns="0" anchor="ctr"/>
          <a:lstStyle/>
          <a:p>
            <a:pPr algn="ctr">
              <a:lnSpc>
                <a:spcPct val="100000"/>
              </a:lnSpc>
              <a:buClrTx/>
              <a:buSzTx/>
              <a:buFontTx/>
              <a:buNone/>
            </a:pPr>
            <a:r>
              <a:rPr lang="en-US" sz="2200" dirty="0">
                <a:latin typeface="Arial" pitchFamily="34" charset="0"/>
              </a:rPr>
              <a:t> </a:t>
            </a:r>
          </a:p>
        </p:txBody>
      </p:sp>
      <p:sp>
        <p:nvSpPr>
          <p:cNvPr id="10" name="Titel 9">
            <a:extLst>
              <a:ext uri="{FF2B5EF4-FFF2-40B4-BE49-F238E27FC236}">
                <a16:creationId xmlns:a16="http://schemas.microsoft.com/office/drawing/2014/main" id="{15C1856A-879E-64FA-6FFF-369CD3759927}"/>
              </a:ext>
            </a:extLst>
          </p:cNvPr>
          <p:cNvSpPr>
            <a:spLocks noGrp="1"/>
          </p:cNvSpPr>
          <p:nvPr>
            <p:ph type="title"/>
          </p:nvPr>
        </p:nvSpPr>
        <p:spPr bwMode="gray">
          <a:xfrm>
            <a:off x="479424" y="477000"/>
            <a:ext cx="11233151" cy="720000"/>
          </a:xfrm>
        </p:spPr>
        <p:txBody>
          <a:bodyPr vert="horz"/>
          <a:lstStyle/>
          <a:p>
            <a:r>
              <a:rPr lang="en-US" dirty="0"/>
              <a:t>Texts with illustrations</a:t>
            </a:r>
          </a:p>
        </p:txBody>
      </p:sp>
      <p:sp>
        <p:nvSpPr>
          <p:cNvPr id="17" name="Textplatzhalter 16">
            <a:extLst>
              <a:ext uri="{FF2B5EF4-FFF2-40B4-BE49-F238E27FC236}">
                <a16:creationId xmlns:a16="http://schemas.microsoft.com/office/drawing/2014/main" id="{99F6ED85-E535-9565-E209-17D477E6E651}"/>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E470B0A0-A61B-CE54-FC5D-3646803A14D3}"/>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11" name="Foliennummernplatzhalter 10">
            <a:extLst>
              <a:ext uri="{FF2B5EF4-FFF2-40B4-BE49-F238E27FC236}">
                <a16:creationId xmlns:a16="http://schemas.microsoft.com/office/drawing/2014/main" id="{79BBBA9E-D27D-DA97-F617-E459020EE4E0}"/>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9</a:t>
            </a:fld>
            <a:endParaRPr lang="en-US" dirty="0"/>
          </a:p>
        </p:txBody>
      </p:sp>
      <p:sp>
        <p:nvSpPr>
          <p:cNvPr id="7" name="Textplatzhalter 2">
            <a:extLst>
              <a:ext uri="{FF2B5EF4-FFF2-40B4-BE49-F238E27FC236}">
                <a16:creationId xmlns:a16="http://schemas.microsoft.com/office/drawing/2014/main" id="{9791EEE0-4B83-12A9-CD3B-43BD159B3E5D}"/>
              </a:ext>
            </a:extLst>
          </p:cNvPr>
          <p:cNvSpPr txBox="1">
            <a:spLocks/>
          </p:cNvSpPr>
          <p:nvPr/>
        </p:nvSpPr>
        <p:spPr bwMode="gray">
          <a:xfrm>
            <a:off x="8148325" y="2709264"/>
            <a:ext cx="3564299" cy="3096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a:p>
            <a:r>
              <a:rPr lang="en-US" dirty="0"/>
              <a:t>Nam velit nisl, mattis ac, fermen-tum nec, feugiat nec, neque</a:t>
            </a:r>
          </a:p>
        </p:txBody>
      </p:sp>
      <p:pic>
        <p:nvPicPr>
          <p:cNvPr id="8" name="Grafik 7">
            <a:extLst>
              <a:ext uri="{FF2B5EF4-FFF2-40B4-BE49-F238E27FC236}">
                <a16:creationId xmlns:a16="http://schemas.microsoft.com/office/drawing/2014/main" id="{737368E1-480F-8280-0E92-947070288BE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bwMode="gray">
          <a:xfrm>
            <a:off x="479028" y="1412928"/>
            <a:ext cx="1080000" cy="1080000"/>
          </a:xfrm>
          <a:prstGeom prst="rect">
            <a:avLst/>
          </a:prstGeom>
        </p:spPr>
      </p:pic>
      <p:pic>
        <p:nvPicPr>
          <p:cNvPr id="9" name="Grafik 8">
            <a:extLst>
              <a:ext uri="{FF2B5EF4-FFF2-40B4-BE49-F238E27FC236}">
                <a16:creationId xmlns:a16="http://schemas.microsoft.com/office/drawing/2014/main" id="{1BD33CA0-1088-EC88-4F14-8C025D4864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31804" y="1418940"/>
            <a:ext cx="1080000" cy="1080000"/>
          </a:xfrm>
          <a:prstGeom prst="rect">
            <a:avLst/>
          </a:prstGeom>
        </p:spPr>
      </p:pic>
      <p:pic>
        <p:nvPicPr>
          <p:cNvPr id="16" name="Grafik 15">
            <a:extLst>
              <a:ext uri="{FF2B5EF4-FFF2-40B4-BE49-F238E27FC236}">
                <a16:creationId xmlns:a16="http://schemas.microsoft.com/office/drawing/2014/main" id="{7A1A1559-AB0C-8F4F-8CE2-05BCF1AEA4D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48228" y="1412760"/>
            <a:ext cx="1080000" cy="1080000"/>
          </a:xfrm>
          <a:prstGeom prst="rect">
            <a:avLst/>
          </a:prstGeom>
        </p:spPr>
      </p:pic>
    </p:spTree>
    <p:extLst>
      <p:ext uri="{BB962C8B-B14F-4D97-AF65-F5344CB8AC3E}">
        <p14:creationId xmlns:p14="http://schemas.microsoft.com/office/powerpoint/2010/main" val="1181457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platzhalter 2">
            <a:extLst>
              <a:ext uri="{FF2B5EF4-FFF2-40B4-BE49-F238E27FC236}">
                <a16:creationId xmlns:a16="http://schemas.microsoft.com/office/drawing/2014/main" id="{5B5D171F-4BD8-5113-8F12-A01BD09AFF48}"/>
              </a:ext>
            </a:extLst>
          </p:cNvPr>
          <p:cNvSpPr txBox="1">
            <a:spLocks/>
          </p:cNvSpPr>
          <p:nvPr/>
        </p:nvSpPr>
        <p:spPr bwMode="gray">
          <a:xfrm>
            <a:off x="479473" y="4509120"/>
            <a:ext cx="2268155" cy="1296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a:t>
            </a:r>
          </a:p>
        </p:txBody>
      </p:sp>
      <p:sp>
        <p:nvSpPr>
          <p:cNvPr id="21" name="Textplatzhalter 2">
            <a:extLst>
              <a:ext uri="{FF2B5EF4-FFF2-40B4-BE49-F238E27FC236}">
                <a16:creationId xmlns:a16="http://schemas.microsoft.com/office/drawing/2014/main" id="{2C7C4FA7-7D63-9F5E-C114-9E7845074DD4}"/>
              </a:ext>
            </a:extLst>
          </p:cNvPr>
          <p:cNvSpPr txBox="1">
            <a:spLocks/>
          </p:cNvSpPr>
          <p:nvPr/>
        </p:nvSpPr>
        <p:spPr bwMode="gray">
          <a:xfrm>
            <a:off x="3035757" y="4509120"/>
            <a:ext cx="2268155" cy="1296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a:t>
            </a:r>
          </a:p>
        </p:txBody>
      </p:sp>
      <p:sp>
        <p:nvSpPr>
          <p:cNvPr id="14" name="Textplatzhalter 2">
            <a:extLst>
              <a:ext uri="{FF2B5EF4-FFF2-40B4-BE49-F238E27FC236}">
                <a16:creationId xmlns:a16="http://schemas.microsoft.com/office/drawing/2014/main" id="{08FBA17C-CD56-0304-2420-9C3427F1B5E5}"/>
              </a:ext>
            </a:extLst>
          </p:cNvPr>
          <p:cNvSpPr txBox="1">
            <a:spLocks/>
          </p:cNvSpPr>
          <p:nvPr/>
        </p:nvSpPr>
        <p:spPr bwMode="gray">
          <a:xfrm>
            <a:off x="479473" y="2132856"/>
            <a:ext cx="2268155" cy="1368152"/>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a:t>
            </a:r>
          </a:p>
        </p:txBody>
      </p:sp>
      <p:sp>
        <p:nvSpPr>
          <p:cNvPr id="15" name="Textplatzhalter 2">
            <a:extLst>
              <a:ext uri="{FF2B5EF4-FFF2-40B4-BE49-F238E27FC236}">
                <a16:creationId xmlns:a16="http://schemas.microsoft.com/office/drawing/2014/main" id="{F3056462-B7B1-72F6-C9AE-BC98429ED38F}"/>
              </a:ext>
            </a:extLst>
          </p:cNvPr>
          <p:cNvSpPr txBox="1">
            <a:spLocks/>
          </p:cNvSpPr>
          <p:nvPr/>
        </p:nvSpPr>
        <p:spPr bwMode="gray">
          <a:xfrm>
            <a:off x="3035757" y="2132856"/>
            <a:ext cx="2268155" cy="1368152"/>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a:t>
            </a:r>
          </a:p>
        </p:txBody>
      </p:sp>
      <p:sp>
        <p:nvSpPr>
          <p:cNvPr id="17" name="Textplatzhalter 2">
            <a:extLst>
              <a:ext uri="{FF2B5EF4-FFF2-40B4-BE49-F238E27FC236}">
                <a16:creationId xmlns:a16="http://schemas.microsoft.com/office/drawing/2014/main" id="{4AF81F67-5CCC-BC3A-3C3F-B72EB90DBE0D}"/>
              </a:ext>
            </a:extLst>
          </p:cNvPr>
          <p:cNvSpPr txBox="1">
            <a:spLocks/>
          </p:cNvSpPr>
          <p:nvPr/>
        </p:nvSpPr>
        <p:spPr bwMode="gray">
          <a:xfrm>
            <a:off x="5591944" y="2132856"/>
            <a:ext cx="2268155" cy="1368152"/>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a:t>
            </a:r>
          </a:p>
        </p:txBody>
      </p:sp>
      <p:graphicFrame>
        <p:nvGraphicFramePr>
          <p:cNvPr id="13" name="Objekt 12" hidden="1">
            <a:extLst>
              <a:ext uri="{FF2B5EF4-FFF2-40B4-BE49-F238E27FC236}">
                <a16:creationId xmlns:a16="http://schemas.microsoft.com/office/drawing/2014/main" id="{87D71856-DF29-40AF-94E7-F99F97ED8B0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59" imgH="358" progId="TCLayout.ActiveDocument.1">
                  <p:embed/>
                </p:oleObj>
              </mc:Choice>
              <mc:Fallback>
                <p:oleObj name="think-cell Folie" r:id="rId5" imgW="359" imgH="358" progId="TCLayout.ActiveDocument.1">
                  <p:embed/>
                  <p:pic>
                    <p:nvPicPr>
                      <p:cNvPr id="13" name="Objekt 12" hidden="1">
                        <a:extLst>
                          <a:ext uri="{FF2B5EF4-FFF2-40B4-BE49-F238E27FC236}">
                            <a16:creationId xmlns:a16="http://schemas.microsoft.com/office/drawing/2014/main" id="{87D71856-DF29-40AF-94E7-F99F97ED8B0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2" name="Rechteck 11" hidden="1">
            <a:extLst>
              <a:ext uri="{FF2B5EF4-FFF2-40B4-BE49-F238E27FC236}">
                <a16:creationId xmlns:a16="http://schemas.microsoft.com/office/drawing/2014/main" id="{CC5C9ABD-5816-4376-9598-C824B3C318F0}"/>
              </a:ext>
            </a:extLst>
          </p:cNvPr>
          <p:cNvSpPr/>
          <p:nvPr>
            <p:custDataLst>
              <p:tags r:id="rId2"/>
            </p:custDataLst>
          </p:nvPr>
        </p:nvSpPr>
        <p:spPr>
          <a:xfrm>
            <a:off x="0" y="0"/>
            <a:ext cx="158750" cy="158750"/>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3000" dirty="0">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8" name="Titel 7">
            <a:extLst>
              <a:ext uri="{FF2B5EF4-FFF2-40B4-BE49-F238E27FC236}">
                <a16:creationId xmlns:a16="http://schemas.microsoft.com/office/drawing/2014/main" id="{14F628CC-98D3-4BBC-39B2-46FD7635D7D8}"/>
              </a:ext>
            </a:extLst>
          </p:cNvPr>
          <p:cNvSpPr>
            <a:spLocks noGrp="1"/>
          </p:cNvSpPr>
          <p:nvPr>
            <p:ph type="title"/>
          </p:nvPr>
        </p:nvSpPr>
        <p:spPr bwMode="gray">
          <a:xfrm>
            <a:off x="479425" y="475421"/>
            <a:ext cx="7380288" cy="720000"/>
          </a:xfrm>
        </p:spPr>
        <p:txBody>
          <a:bodyPr/>
          <a:lstStyle/>
          <a:p>
            <a:r>
              <a:rPr lang="en-US" dirty="0"/>
              <a:t>Topic with 5 texts and icons</a:t>
            </a:r>
          </a:p>
        </p:txBody>
      </p:sp>
      <p:sp>
        <p:nvSpPr>
          <p:cNvPr id="20" name="Textplatzhalter 19">
            <a:extLst>
              <a:ext uri="{FF2B5EF4-FFF2-40B4-BE49-F238E27FC236}">
                <a16:creationId xmlns:a16="http://schemas.microsoft.com/office/drawing/2014/main" id="{0E292574-5D31-E9F8-930B-88DAA2F4A1C0}"/>
              </a:ext>
            </a:extLst>
          </p:cNvPr>
          <p:cNvSpPr>
            <a:spLocks noGrp="1"/>
          </p:cNvSpPr>
          <p:nvPr>
            <p:ph type="body" sz="quarter" idx="13"/>
          </p:nvPr>
        </p:nvSpPr>
        <p:spPr bwMode="gray"/>
        <p:txBody>
          <a:bodyPr/>
          <a:lstStyle/>
          <a:p>
            <a:endParaRPr lang="en-US" dirty="0"/>
          </a:p>
        </p:txBody>
      </p:sp>
      <p:sp>
        <p:nvSpPr>
          <p:cNvPr id="16" name="Inhaltsplatzhalter 15">
            <a:extLst>
              <a:ext uri="{FF2B5EF4-FFF2-40B4-BE49-F238E27FC236}">
                <a16:creationId xmlns:a16="http://schemas.microsoft.com/office/drawing/2014/main" id="{BF6A69FA-126A-B67C-55A4-AB067A407520}"/>
              </a:ext>
            </a:extLst>
          </p:cNvPr>
          <p:cNvSpPr>
            <a:spLocks noGrp="1"/>
          </p:cNvSpPr>
          <p:nvPr>
            <p:ph idx="16"/>
          </p:nvPr>
        </p:nvSpPr>
        <p:spPr bwMode="white">
          <a:xfrm>
            <a:off x="8904624" y="476670"/>
            <a:ext cx="2808000" cy="5472000"/>
          </a:xfrm>
        </p:spPr>
        <p:txBody>
          <a:bodyPr/>
          <a:lstStyle/>
          <a:p>
            <a:pPr marL="0" indent="0">
              <a:buNone/>
            </a:pPr>
            <a:r>
              <a:rPr lang="en-US" b="1" dirty="0"/>
              <a:t>Lorem ipsum dolor sit amet</a:t>
            </a:r>
          </a:p>
          <a:p>
            <a:pPr marL="0" indent="0">
              <a:buNone/>
            </a:pPr>
            <a:r>
              <a:rPr lang="en-US" dirty="0"/>
              <a:t>Consetetur sadipscing elitr, sed diam nonumy eirmod tempor invidunt</a:t>
            </a:r>
          </a:p>
          <a:p>
            <a:r>
              <a:rPr lang="en-US" dirty="0"/>
              <a:t>Fusce posuere, magna sed pulvinar ultricies, purus lectus malesuada libero, sit amet commodo magna eros quis urna</a:t>
            </a:r>
          </a:p>
          <a:p>
            <a:r>
              <a:rPr lang="en-US" dirty="0"/>
              <a:t>Nunc viverra imperdiet enim.</a:t>
            </a:r>
            <a:br>
              <a:rPr lang="en-US" dirty="0"/>
            </a:br>
            <a:r>
              <a:rPr lang="en-US" dirty="0"/>
              <a:t>Fusce est. Vivamus a tellus</a:t>
            </a:r>
          </a:p>
        </p:txBody>
      </p:sp>
      <p:pic>
        <p:nvPicPr>
          <p:cNvPr id="19" name="Grafik 18">
            <a:extLst>
              <a:ext uri="{FF2B5EF4-FFF2-40B4-BE49-F238E27FC236}">
                <a16:creationId xmlns:a16="http://schemas.microsoft.com/office/drawing/2014/main" id="{8298BAFB-41F9-6982-6519-2FCCF537402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79376" y="1412776"/>
            <a:ext cx="576000" cy="576000"/>
          </a:xfrm>
          <a:prstGeom prst="rect">
            <a:avLst/>
          </a:prstGeom>
        </p:spPr>
      </p:pic>
      <p:pic>
        <p:nvPicPr>
          <p:cNvPr id="34" name="Grafik 33">
            <a:extLst>
              <a:ext uri="{FF2B5EF4-FFF2-40B4-BE49-F238E27FC236}">
                <a16:creationId xmlns:a16="http://schemas.microsoft.com/office/drawing/2014/main" id="{A67F9F57-58D8-7C85-C57E-487D241A10B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3035757" y="3789184"/>
            <a:ext cx="576000" cy="576000"/>
          </a:xfrm>
          <a:prstGeom prst="rect">
            <a:avLst/>
          </a:prstGeom>
        </p:spPr>
      </p:pic>
      <p:pic>
        <p:nvPicPr>
          <p:cNvPr id="35" name="Grafik 34">
            <a:extLst>
              <a:ext uri="{FF2B5EF4-FFF2-40B4-BE49-F238E27FC236}">
                <a16:creationId xmlns:a16="http://schemas.microsoft.com/office/drawing/2014/main" id="{A506C48B-6639-7746-F581-CB2AEDAF7F5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gray">
          <a:xfrm>
            <a:off x="479473" y="3789184"/>
            <a:ext cx="576000" cy="576000"/>
          </a:xfrm>
          <a:prstGeom prst="rect">
            <a:avLst/>
          </a:prstGeom>
        </p:spPr>
      </p:pic>
      <p:sp>
        <p:nvSpPr>
          <p:cNvPr id="24" name="Fußzeilenplatzhalter 23">
            <a:extLst>
              <a:ext uri="{FF2B5EF4-FFF2-40B4-BE49-F238E27FC236}">
                <a16:creationId xmlns:a16="http://schemas.microsoft.com/office/drawing/2014/main" id="{D271044F-4A2F-5A99-B665-DAC5FB7BEC6B}"/>
              </a:ext>
            </a:extLst>
          </p:cNvPr>
          <p:cNvSpPr>
            <a:spLocks noGrp="1"/>
          </p:cNvSpPr>
          <p:nvPr>
            <p:ph type="ftr" sz="quarter" idx="19"/>
          </p:nvPr>
        </p:nvSpPr>
        <p:spPr bwMode="gray"/>
        <p:txBody>
          <a:bodyPr/>
          <a:lstStyle/>
          <a:p>
            <a:r>
              <a:rPr lang="en-US" dirty="0"/>
              <a:t>Slide library    |</a:t>
            </a:r>
            <a:br>
              <a:rPr lang="en-US" dirty="0"/>
            </a:br>
            <a:r>
              <a:rPr lang="en-US" dirty="0"/>
              <a:t>     ONLY FOR INTERNAL USE</a:t>
            </a:r>
          </a:p>
        </p:txBody>
      </p:sp>
      <p:sp>
        <p:nvSpPr>
          <p:cNvPr id="27" name="Foliennummernplatzhalter 26">
            <a:extLst>
              <a:ext uri="{FF2B5EF4-FFF2-40B4-BE49-F238E27FC236}">
                <a16:creationId xmlns:a16="http://schemas.microsoft.com/office/drawing/2014/main" id="{33F77D0C-58D5-A05E-EAE2-CD1053A1ADE3}"/>
              </a:ext>
            </a:extLst>
          </p:cNvPr>
          <p:cNvSpPr>
            <a:spLocks noGrp="1"/>
          </p:cNvSpPr>
          <p:nvPr>
            <p:ph type="sldNum" sz="quarter" idx="18"/>
          </p:nvPr>
        </p:nvSpPr>
        <p:spPr bwMode="gray"/>
        <p:txBody>
          <a:bodyPr/>
          <a:lstStyle/>
          <a:p>
            <a:fld id="{8FF9B0DE-3FEB-4AA0-B465-B80EF7C1333D}" type="slidenum">
              <a:rPr lang="en-US" smtClean="0"/>
              <a:pPr/>
              <a:t>10</a:t>
            </a:fld>
            <a:endParaRPr lang="en-US" dirty="0"/>
          </a:p>
        </p:txBody>
      </p:sp>
      <p:pic>
        <p:nvPicPr>
          <p:cNvPr id="3" name="Grafik 2">
            <a:extLst>
              <a:ext uri="{FF2B5EF4-FFF2-40B4-BE49-F238E27FC236}">
                <a16:creationId xmlns:a16="http://schemas.microsoft.com/office/drawing/2014/main" id="{755E58A8-1D8C-F776-7717-19DF03F7987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35757" y="1412776"/>
            <a:ext cx="576000" cy="576000"/>
          </a:xfrm>
          <a:prstGeom prst="rect">
            <a:avLst/>
          </a:prstGeom>
        </p:spPr>
      </p:pic>
      <p:pic>
        <p:nvPicPr>
          <p:cNvPr id="5" name="Grafik 4">
            <a:extLst>
              <a:ext uri="{FF2B5EF4-FFF2-40B4-BE49-F238E27FC236}">
                <a16:creationId xmlns:a16="http://schemas.microsoft.com/office/drawing/2014/main" id="{FE8A0B2E-5E58-437B-50C1-DB9F7815B30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595652" y="1412776"/>
            <a:ext cx="576000" cy="576000"/>
          </a:xfrm>
          <a:prstGeom prst="rect">
            <a:avLst/>
          </a:prstGeom>
        </p:spPr>
      </p:pic>
    </p:spTree>
    <p:extLst>
      <p:ext uri="{BB962C8B-B14F-4D97-AF65-F5344CB8AC3E}">
        <p14:creationId xmlns:p14="http://schemas.microsoft.com/office/powerpoint/2010/main" val="1006809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hteck 5" hidden="1">
            <a:extLst>
              <a:ext uri="{FF2B5EF4-FFF2-40B4-BE49-F238E27FC236}">
                <a16:creationId xmlns:a16="http://schemas.microsoft.com/office/drawing/2014/main" id="{F87E3E9D-265E-47FC-8392-D006D3EB1CF6}"/>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4" name="Titel 13">
            <a:extLst>
              <a:ext uri="{FF2B5EF4-FFF2-40B4-BE49-F238E27FC236}">
                <a16:creationId xmlns:a16="http://schemas.microsoft.com/office/drawing/2014/main" id="{E99EBD63-63A5-5190-DE58-505E1A80FEAC}"/>
              </a:ext>
            </a:extLst>
          </p:cNvPr>
          <p:cNvSpPr>
            <a:spLocks noGrp="1"/>
          </p:cNvSpPr>
          <p:nvPr>
            <p:ph type="title"/>
          </p:nvPr>
        </p:nvSpPr>
        <p:spPr bwMode="gray">
          <a:xfrm>
            <a:off x="479424" y="477000"/>
            <a:ext cx="11233151" cy="720000"/>
          </a:xfrm>
        </p:spPr>
        <p:txBody>
          <a:bodyPr/>
          <a:lstStyle/>
          <a:p>
            <a:r>
              <a:rPr lang="en-US" dirty="0"/>
              <a:t>Three textboxes with conclusion</a:t>
            </a:r>
          </a:p>
        </p:txBody>
      </p:sp>
      <p:sp>
        <p:nvSpPr>
          <p:cNvPr id="16" name="Textplatzhalter 2">
            <a:extLst>
              <a:ext uri="{FF2B5EF4-FFF2-40B4-BE49-F238E27FC236}">
                <a16:creationId xmlns:a16="http://schemas.microsoft.com/office/drawing/2014/main" id="{1D6068DC-6E8B-D7A6-FBDD-DE835CA42A6F}"/>
              </a:ext>
            </a:extLst>
          </p:cNvPr>
          <p:cNvSpPr txBox="1">
            <a:spLocks/>
          </p:cNvSpPr>
          <p:nvPr/>
        </p:nvSpPr>
        <p:spPr bwMode="gray">
          <a:xfrm>
            <a:off x="4332288" y="1412775"/>
            <a:ext cx="3527908" cy="1728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p:txBody>
      </p:sp>
      <p:sp>
        <p:nvSpPr>
          <p:cNvPr id="17" name="Textplatzhalter 2">
            <a:extLst>
              <a:ext uri="{FF2B5EF4-FFF2-40B4-BE49-F238E27FC236}">
                <a16:creationId xmlns:a16="http://schemas.microsoft.com/office/drawing/2014/main" id="{6A177523-F33D-CF62-AA39-B22B7EB60BE2}"/>
              </a:ext>
            </a:extLst>
          </p:cNvPr>
          <p:cNvSpPr txBox="1">
            <a:spLocks/>
          </p:cNvSpPr>
          <p:nvPr/>
        </p:nvSpPr>
        <p:spPr bwMode="gray">
          <a:xfrm>
            <a:off x="479473" y="1412775"/>
            <a:ext cx="3564299" cy="1728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p:txBody>
      </p:sp>
      <p:sp>
        <p:nvSpPr>
          <p:cNvPr id="18" name="Textplatzhalter 2">
            <a:extLst>
              <a:ext uri="{FF2B5EF4-FFF2-40B4-BE49-F238E27FC236}">
                <a16:creationId xmlns:a16="http://schemas.microsoft.com/office/drawing/2014/main" id="{54CF967D-6519-9945-BF65-FEEC033ECF4C}"/>
              </a:ext>
            </a:extLst>
          </p:cNvPr>
          <p:cNvSpPr txBox="1">
            <a:spLocks/>
          </p:cNvSpPr>
          <p:nvPr/>
        </p:nvSpPr>
        <p:spPr bwMode="gray">
          <a:xfrm>
            <a:off x="8148325" y="1412775"/>
            <a:ext cx="3564299" cy="1728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Integer facilisis blandit vestibulum, felis massa laoreet mi, vel venenatis lacus erat quis leo.</a:t>
            </a:r>
          </a:p>
        </p:txBody>
      </p:sp>
      <p:sp>
        <p:nvSpPr>
          <p:cNvPr id="20" name="Rechteck 19">
            <a:extLst>
              <a:ext uri="{FF2B5EF4-FFF2-40B4-BE49-F238E27FC236}">
                <a16:creationId xmlns:a16="http://schemas.microsoft.com/office/drawing/2014/main" id="{19CDB47A-C452-54C2-91E9-1056109ED690}"/>
              </a:ext>
            </a:extLst>
          </p:cNvPr>
          <p:cNvSpPr/>
          <p:nvPr/>
        </p:nvSpPr>
        <p:spPr bwMode="ltGray">
          <a:xfrm>
            <a:off x="0" y="3429000"/>
            <a:ext cx="12192000" cy="3429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19" name="Grafik 18">
            <a:extLst>
              <a:ext uri="{FF2B5EF4-FFF2-40B4-BE49-F238E27FC236}">
                <a16:creationId xmlns:a16="http://schemas.microsoft.com/office/drawing/2014/main" id="{59647F4D-8D49-A2E5-B081-422AF21805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07432" y="3609084"/>
            <a:ext cx="576000" cy="576000"/>
          </a:xfrm>
          <a:prstGeom prst="rect">
            <a:avLst/>
          </a:prstGeom>
        </p:spPr>
      </p:pic>
      <p:sp>
        <p:nvSpPr>
          <p:cNvPr id="22" name="Textplatzhalter 2">
            <a:extLst>
              <a:ext uri="{FF2B5EF4-FFF2-40B4-BE49-F238E27FC236}">
                <a16:creationId xmlns:a16="http://schemas.microsoft.com/office/drawing/2014/main" id="{DA8E4287-B22F-5A5D-62EA-9C9866A817FA}"/>
              </a:ext>
            </a:extLst>
          </p:cNvPr>
          <p:cNvSpPr txBox="1">
            <a:spLocks/>
          </p:cNvSpPr>
          <p:nvPr/>
        </p:nvSpPr>
        <p:spPr bwMode="gray">
          <a:xfrm>
            <a:off x="479473" y="4293280"/>
            <a:ext cx="3564000" cy="1512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Lorem ipsum</a:t>
            </a:r>
          </a:p>
          <a:p>
            <a:pPr marL="0" indent="0">
              <a:buNone/>
            </a:pPr>
            <a:r>
              <a:rPr lang="en-US" dirty="0"/>
              <a:t>Sed sodales purus arcu in condi-mentum molestie nibh. Proin libero dolor, tempus</a:t>
            </a:r>
          </a:p>
        </p:txBody>
      </p:sp>
      <p:pic>
        <p:nvPicPr>
          <p:cNvPr id="23" name="Grafik 22">
            <a:extLst>
              <a:ext uri="{FF2B5EF4-FFF2-40B4-BE49-F238E27FC236}">
                <a16:creationId xmlns:a16="http://schemas.microsoft.com/office/drawing/2014/main" id="{7F552DB5-240E-459A-C970-F6B66B28D8A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260159" y="3609084"/>
            <a:ext cx="576000" cy="576000"/>
          </a:xfrm>
          <a:prstGeom prst="rect">
            <a:avLst/>
          </a:prstGeom>
        </p:spPr>
      </p:pic>
      <p:sp>
        <p:nvSpPr>
          <p:cNvPr id="24" name="Textplatzhalter 2">
            <a:extLst>
              <a:ext uri="{FF2B5EF4-FFF2-40B4-BE49-F238E27FC236}">
                <a16:creationId xmlns:a16="http://schemas.microsoft.com/office/drawing/2014/main" id="{9210512B-E7C2-87AB-CCA3-3EAB4CD5A70A}"/>
              </a:ext>
            </a:extLst>
          </p:cNvPr>
          <p:cNvSpPr txBox="1">
            <a:spLocks/>
          </p:cNvSpPr>
          <p:nvPr/>
        </p:nvSpPr>
        <p:spPr bwMode="gray">
          <a:xfrm>
            <a:off x="4331804" y="4293280"/>
            <a:ext cx="3527909" cy="1512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Lorem ipsum</a:t>
            </a:r>
          </a:p>
          <a:p>
            <a:pPr marL="0" indent="0">
              <a:buNone/>
            </a:pPr>
            <a:r>
              <a:rPr lang="en-US" dirty="0"/>
              <a:t>Sed sodales purus arcu in condi-mentum molestie nibh. Proin libero dolor, tempus</a:t>
            </a:r>
          </a:p>
        </p:txBody>
      </p:sp>
      <p:pic>
        <p:nvPicPr>
          <p:cNvPr id="25" name="Grafik 24">
            <a:extLst>
              <a:ext uri="{FF2B5EF4-FFF2-40B4-BE49-F238E27FC236}">
                <a16:creationId xmlns:a16="http://schemas.microsoft.com/office/drawing/2014/main" id="{2B16ADE3-C4F9-354A-2ECC-84EB74F054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8076583" y="3609084"/>
            <a:ext cx="576000" cy="576000"/>
          </a:xfrm>
          <a:prstGeom prst="rect">
            <a:avLst/>
          </a:prstGeom>
        </p:spPr>
      </p:pic>
      <p:sp>
        <p:nvSpPr>
          <p:cNvPr id="26" name="Textplatzhalter 2">
            <a:extLst>
              <a:ext uri="{FF2B5EF4-FFF2-40B4-BE49-F238E27FC236}">
                <a16:creationId xmlns:a16="http://schemas.microsoft.com/office/drawing/2014/main" id="{8B5E9EDC-7C0D-A43E-4444-C8B26669F6A3}"/>
              </a:ext>
            </a:extLst>
          </p:cNvPr>
          <p:cNvSpPr txBox="1">
            <a:spLocks/>
          </p:cNvSpPr>
          <p:nvPr/>
        </p:nvSpPr>
        <p:spPr bwMode="gray">
          <a:xfrm>
            <a:off x="8148624" y="4293280"/>
            <a:ext cx="3564000" cy="1512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Lorem ipsum</a:t>
            </a:r>
          </a:p>
          <a:p>
            <a:pPr marL="0" indent="0">
              <a:buNone/>
            </a:pPr>
            <a:r>
              <a:rPr lang="en-US" dirty="0"/>
              <a:t>Sed sodales purus arcu in condi-mentum molestie nibh. Proin libero dolor, tempus</a:t>
            </a:r>
          </a:p>
        </p:txBody>
      </p:sp>
      <p:sp>
        <p:nvSpPr>
          <p:cNvPr id="5" name="Fußzeilenplatzhalter 4">
            <a:extLst>
              <a:ext uri="{FF2B5EF4-FFF2-40B4-BE49-F238E27FC236}">
                <a16:creationId xmlns:a16="http://schemas.microsoft.com/office/drawing/2014/main" id="{0F47E805-2B22-F8D5-E16D-8FF0CAEC73F1}"/>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Slide library    |     ONLY FOR INTERNAL USE</a:t>
            </a:r>
          </a:p>
        </p:txBody>
      </p:sp>
      <p:sp>
        <p:nvSpPr>
          <p:cNvPr id="7" name="Foliennummernplatzhalter 6">
            <a:extLst>
              <a:ext uri="{FF2B5EF4-FFF2-40B4-BE49-F238E27FC236}">
                <a16:creationId xmlns:a16="http://schemas.microsoft.com/office/drawing/2014/main" id="{EA89D409-DDE0-BC55-4758-E85D6C31263C}"/>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11</a:t>
            </a:fld>
            <a:endParaRPr lang="en-US" dirty="0">
              <a:solidFill>
                <a:schemeClr val="bg1"/>
              </a:solidFill>
            </a:endParaRPr>
          </a:p>
        </p:txBody>
      </p:sp>
      <p:sp>
        <p:nvSpPr>
          <p:cNvPr id="11" name="Textplatzhalter 10">
            <a:extLst>
              <a:ext uri="{FF2B5EF4-FFF2-40B4-BE49-F238E27FC236}">
                <a16:creationId xmlns:a16="http://schemas.microsoft.com/office/drawing/2014/main" id="{1D357F9D-554B-9F45-7247-772713DB7036}"/>
              </a:ext>
            </a:extLst>
          </p:cNvPr>
          <p:cNvSpPr>
            <a:spLocks noGrp="1"/>
          </p:cNvSpPr>
          <p:nvPr>
            <p:ph type="body" sz="quarter" idx="13"/>
          </p:nvPr>
        </p:nvSpPr>
        <p:spPr bwMode="gray"/>
        <p:txBody>
          <a:bodyPr/>
          <a:lstStyle/>
          <a:p>
            <a:endParaRPr lang="en-US" dirty="0">
              <a:solidFill>
                <a:schemeClr val="bg1"/>
              </a:solidFill>
            </a:endParaRPr>
          </a:p>
        </p:txBody>
      </p:sp>
      <p:pic>
        <p:nvPicPr>
          <p:cNvPr id="2" name="Grafik 1">
            <a:extLst>
              <a:ext uri="{FF2B5EF4-FFF2-40B4-BE49-F238E27FC236}">
                <a16:creationId xmlns:a16="http://schemas.microsoft.com/office/drawing/2014/main" id="{21910E96-FC58-F0A8-8CBD-269AED49A44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1654554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2">
            <a:extLst>
              <a:ext uri="{FF2B5EF4-FFF2-40B4-BE49-F238E27FC236}">
                <a16:creationId xmlns:a16="http://schemas.microsoft.com/office/drawing/2014/main" id="{5A99910D-D687-D9EE-1938-D4A154019B7D}"/>
              </a:ext>
            </a:extLst>
          </p:cNvPr>
          <p:cNvSpPr txBox="1">
            <a:spLocks/>
          </p:cNvSpPr>
          <p:nvPr/>
        </p:nvSpPr>
        <p:spPr bwMode="gray">
          <a:xfrm>
            <a:off x="9120521"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3" name="Textplatzhalter 2">
            <a:extLst>
              <a:ext uri="{FF2B5EF4-FFF2-40B4-BE49-F238E27FC236}">
                <a16:creationId xmlns:a16="http://schemas.microsoft.com/office/drawing/2014/main" id="{28EE6308-174C-5C8E-4C60-975F7CED4650}"/>
              </a:ext>
            </a:extLst>
          </p:cNvPr>
          <p:cNvSpPr txBox="1">
            <a:spLocks/>
          </p:cNvSpPr>
          <p:nvPr/>
        </p:nvSpPr>
        <p:spPr bwMode="gray">
          <a:xfrm>
            <a:off x="6240489"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2" name="Textplatzhalter 2">
            <a:extLst>
              <a:ext uri="{FF2B5EF4-FFF2-40B4-BE49-F238E27FC236}">
                <a16:creationId xmlns:a16="http://schemas.microsoft.com/office/drawing/2014/main" id="{88623705-7572-84F0-4E97-955A4F8F5533}"/>
              </a:ext>
            </a:extLst>
          </p:cNvPr>
          <p:cNvSpPr txBox="1">
            <a:spLocks/>
          </p:cNvSpPr>
          <p:nvPr/>
        </p:nvSpPr>
        <p:spPr bwMode="gray">
          <a:xfrm>
            <a:off x="3359881"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24" name="Titel 23">
            <a:extLst>
              <a:ext uri="{FF2B5EF4-FFF2-40B4-BE49-F238E27FC236}">
                <a16:creationId xmlns:a16="http://schemas.microsoft.com/office/drawing/2014/main" id="{BE7D5811-F8E3-7AFD-A91C-96DFC7C5C0A0}"/>
              </a:ext>
            </a:extLst>
          </p:cNvPr>
          <p:cNvSpPr>
            <a:spLocks noGrp="1"/>
          </p:cNvSpPr>
          <p:nvPr>
            <p:ph type="title"/>
          </p:nvPr>
        </p:nvSpPr>
        <p:spPr bwMode="gray">
          <a:xfrm>
            <a:off x="479424" y="477000"/>
            <a:ext cx="11233151" cy="720000"/>
          </a:xfrm>
        </p:spPr>
        <p:txBody>
          <a:bodyPr/>
          <a:lstStyle/>
          <a:p>
            <a:r>
              <a:rPr lang="en-US" dirty="0"/>
              <a:t>Three numbered facts</a:t>
            </a:r>
          </a:p>
        </p:txBody>
      </p:sp>
      <p:sp>
        <p:nvSpPr>
          <p:cNvPr id="13" name="Textplatzhalter 12">
            <a:extLst>
              <a:ext uri="{FF2B5EF4-FFF2-40B4-BE49-F238E27FC236}">
                <a16:creationId xmlns:a16="http://schemas.microsoft.com/office/drawing/2014/main" id="{4C1A02F3-852E-BC44-F9C0-4A2F38AB9C7E}"/>
              </a:ext>
            </a:extLst>
          </p:cNvPr>
          <p:cNvSpPr>
            <a:spLocks noGrp="1"/>
          </p:cNvSpPr>
          <p:nvPr>
            <p:ph type="body" sz="quarter" idx="13"/>
          </p:nvPr>
        </p:nvSpPr>
        <p:spPr bwMode="gray"/>
        <p:txBody>
          <a:bodyPr/>
          <a:lstStyle/>
          <a:p>
            <a:endParaRPr lang="en-US" dirty="0"/>
          </a:p>
        </p:txBody>
      </p:sp>
      <p:sp>
        <p:nvSpPr>
          <p:cNvPr id="8" name="Fußzeilenplatzhalter 7">
            <a:extLst>
              <a:ext uri="{FF2B5EF4-FFF2-40B4-BE49-F238E27FC236}">
                <a16:creationId xmlns:a16="http://schemas.microsoft.com/office/drawing/2014/main" id="{EC139BD1-0E28-D064-DD84-506A383A8AD9}"/>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05FE7309-B331-0FD2-33FB-C8F7D20596B6}"/>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12</a:t>
            </a:fld>
            <a:endParaRPr lang="en-US" dirty="0"/>
          </a:p>
        </p:txBody>
      </p:sp>
      <p:sp>
        <p:nvSpPr>
          <p:cNvPr id="27" name="Textplatzhalter 8">
            <a:extLst>
              <a:ext uri="{FF2B5EF4-FFF2-40B4-BE49-F238E27FC236}">
                <a16:creationId xmlns:a16="http://schemas.microsoft.com/office/drawing/2014/main" id="{67C03383-608B-EAF7-8495-C886678A2A7C}"/>
              </a:ext>
            </a:extLst>
          </p:cNvPr>
          <p:cNvSpPr txBox="1">
            <a:spLocks/>
          </p:cNvSpPr>
          <p:nvPr/>
        </p:nvSpPr>
        <p:spPr bwMode="gray">
          <a:xfrm>
            <a:off x="3359985"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01</a:t>
            </a:r>
          </a:p>
        </p:txBody>
      </p:sp>
      <p:sp>
        <p:nvSpPr>
          <p:cNvPr id="32" name="Textplatzhalter 8">
            <a:extLst>
              <a:ext uri="{FF2B5EF4-FFF2-40B4-BE49-F238E27FC236}">
                <a16:creationId xmlns:a16="http://schemas.microsoft.com/office/drawing/2014/main" id="{BA09C372-6B98-7381-9921-5F369A0B3B9A}"/>
              </a:ext>
            </a:extLst>
          </p:cNvPr>
          <p:cNvSpPr txBox="1">
            <a:spLocks/>
          </p:cNvSpPr>
          <p:nvPr/>
        </p:nvSpPr>
        <p:spPr bwMode="gray">
          <a:xfrm>
            <a:off x="6240011"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02</a:t>
            </a:r>
          </a:p>
        </p:txBody>
      </p:sp>
      <p:sp>
        <p:nvSpPr>
          <p:cNvPr id="34" name="Textplatzhalter 8">
            <a:extLst>
              <a:ext uri="{FF2B5EF4-FFF2-40B4-BE49-F238E27FC236}">
                <a16:creationId xmlns:a16="http://schemas.microsoft.com/office/drawing/2014/main" id="{68000FDB-09A3-F422-C000-9EDF5C518AAD}"/>
              </a:ext>
            </a:extLst>
          </p:cNvPr>
          <p:cNvSpPr txBox="1">
            <a:spLocks/>
          </p:cNvSpPr>
          <p:nvPr/>
        </p:nvSpPr>
        <p:spPr bwMode="gray">
          <a:xfrm>
            <a:off x="9120624"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03</a:t>
            </a:r>
          </a:p>
        </p:txBody>
      </p:sp>
      <p:pic>
        <p:nvPicPr>
          <p:cNvPr id="10" name="Grafik 9">
            <a:extLst>
              <a:ext uri="{FF2B5EF4-FFF2-40B4-BE49-F238E27FC236}">
                <a16:creationId xmlns:a16="http://schemas.microsoft.com/office/drawing/2014/main" id="{1F3C464B-AAD0-14BF-B330-A238F12EBD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3353" y="2411456"/>
            <a:ext cx="2592000" cy="2592000"/>
          </a:xfrm>
          <a:prstGeom prst="rect">
            <a:avLst/>
          </a:prstGeom>
        </p:spPr>
      </p:pic>
    </p:spTree>
    <p:extLst>
      <p:ext uri="{BB962C8B-B14F-4D97-AF65-F5344CB8AC3E}">
        <p14:creationId xmlns:p14="http://schemas.microsoft.com/office/powerpoint/2010/main" val="1698100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216ECB00-AEC8-806C-D060-02023D60530F}"/>
              </a:ext>
            </a:extLst>
          </p:cNvPr>
          <p:cNvSpPr/>
          <p:nvPr/>
        </p:nvSpPr>
        <p:spPr bwMode="gray">
          <a:xfrm>
            <a:off x="0" y="0"/>
            <a:ext cx="12192000" cy="6858000"/>
          </a:xfrm>
          <a:prstGeom prst="rect">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4" name="Textplatzhalter 2">
            <a:extLst>
              <a:ext uri="{FF2B5EF4-FFF2-40B4-BE49-F238E27FC236}">
                <a16:creationId xmlns:a16="http://schemas.microsoft.com/office/drawing/2014/main" id="{5A99910D-D687-D9EE-1938-D4A154019B7D}"/>
              </a:ext>
            </a:extLst>
          </p:cNvPr>
          <p:cNvSpPr txBox="1">
            <a:spLocks/>
          </p:cNvSpPr>
          <p:nvPr/>
        </p:nvSpPr>
        <p:spPr bwMode="gray">
          <a:xfrm>
            <a:off x="9120521"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3" name="Textplatzhalter 2">
            <a:extLst>
              <a:ext uri="{FF2B5EF4-FFF2-40B4-BE49-F238E27FC236}">
                <a16:creationId xmlns:a16="http://schemas.microsoft.com/office/drawing/2014/main" id="{28EE6308-174C-5C8E-4C60-975F7CED4650}"/>
              </a:ext>
            </a:extLst>
          </p:cNvPr>
          <p:cNvSpPr txBox="1">
            <a:spLocks/>
          </p:cNvSpPr>
          <p:nvPr/>
        </p:nvSpPr>
        <p:spPr bwMode="gray">
          <a:xfrm>
            <a:off x="6240489"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2" name="Textplatzhalter 2">
            <a:extLst>
              <a:ext uri="{FF2B5EF4-FFF2-40B4-BE49-F238E27FC236}">
                <a16:creationId xmlns:a16="http://schemas.microsoft.com/office/drawing/2014/main" id="{88623705-7572-84F0-4E97-955A4F8F5533}"/>
              </a:ext>
            </a:extLst>
          </p:cNvPr>
          <p:cNvSpPr txBox="1">
            <a:spLocks/>
          </p:cNvSpPr>
          <p:nvPr/>
        </p:nvSpPr>
        <p:spPr bwMode="gray">
          <a:xfrm>
            <a:off x="3359881" y="3284984"/>
            <a:ext cx="259200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elitr sed diam nonumy eirmod tempor invidunt ut labore et dolore magna aliquyam erat, sed diadiam nonumy eirmod cursus.</a:t>
            </a:r>
          </a:p>
        </p:txBody>
      </p:sp>
      <p:sp>
        <p:nvSpPr>
          <p:cNvPr id="24" name="Titel 23">
            <a:extLst>
              <a:ext uri="{FF2B5EF4-FFF2-40B4-BE49-F238E27FC236}">
                <a16:creationId xmlns:a16="http://schemas.microsoft.com/office/drawing/2014/main" id="{BE7D5811-F8E3-7AFD-A91C-96DFC7C5C0A0}"/>
              </a:ext>
            </a:extLst>
          </p:cNvPr>
          <p:cNvSpPr>
            <a:spLocks noGrp="1"/>
          </p:cNvSpPr>
          <p:nvPr>
            <p:ph type="title"/>
          </p:nvPr>
        </p:nvSpPr>
        <p:spPr bwMode="gray">
          <a:xfrm>
            <a:off x="479424" y="477000"/>
            <a:ext cx="11233151" cy="720000"/>
          </a:xfrm>
        </p:spPr>
        <p:txBody>
          <a:bodyPr/>
          <a:lstStyle/>
          <a:p>
            <a:r>
              <a:rPr lang="en-US" dirty="0"/>
              <a:t>Three numbered facts</a:t>
            </a:r>
          </a:p>
        </p:txBody>
      </p:sp>
      <p:sp>
        <p:nvSpPr>
          <p:cNvPr id="17" name="Textplatzhalter 16">
            <a:extLst>
              <a:ext uri="{FF2B5EF4-FFF2-40B4-BE49-F238E27FC236}">
                <a16:creationId xmlns:a16="http://schemas.microsoft.com/office/drawing/2014/main" id="{E99B794E-2A78-2E89-B875-BBB6CE12820B}"/>
              </a:ext>
            </a:extLst>
          </p:cNvPr>
          <p:cNvSpPr>
            <a:spLocks noGrp="1"/>
          </p:cNvSpPr>
          <p:nvPr>
            <p:ph type="body" sz="quarter" idx="13"/>
          </p:nvPr>
        </p:nvSpPr>
        <p:spPr bwMode="gray"/>
        <p:txBody>
          <a:bodyPr/>
          <a:lstStyle/>
          <a:p>
            <a:endParaRPr lang="en-US" dirty="0"/>
          </a:p>
        </p:txBody>
      </p:sp>
      <p:sp>
        <p:nvSpPr>
          <p:cNvPr id="8" name="Fußzeilenplatzhalter 7">
            <a:extLst>
              <a:ext uri="{FF2B5EF4-FFF2-40B4-BE49-F238E27FC236}">
                <a16:creationId xmlns:a16="http://schemas.microsoft.com/office/drawing/2014/main" id="{F4BD5838-6FBC-4B55-CAC6-75DC3AE7C7CC}"/>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31A7FA0A-CA44-33BE-1F65-3677A1537B18}"/>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13</a:t>
            </a:fld>
            <a:endParaRPr lang="en-US" dirty="0"/>
          </a:p>
        </p:txBody>
      </p:sp>
      <p:sp>
        <p:nvSpPr>
          <p:cNvPr id="27" name="Textplatzhalter 8">
            <a:extLst>
              <a:ext uri="{FF2B5EF4-FFF2-40B4-BE49-F238E27FC236}">
                <a16:creationId xmlns:a16="http://schemas.microsoft.com/office/drawing/2014/main" id="{67C03383-608B-EAF7-8495-C886678A2A7C}"/>
              </a:ext>
            </a:extLst>
          </p:cNvPr>
          <p:cNvSpPr txBox="1">
            <a:spLocks/>
          </p:cNvSpPr>
          <p:nvPr/>
        </p:nvSpPr>
        <p:spPr bwMode="gray">
          <a:xfrm>
            <a:off x="3359985"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rgbClr val="076D7E"/>
                </a:solidFill>
              </a:rPr>
              <a:t>01</a:t>
            </a:r>
          </a:p>
        </p:txBody>
      </p:sp>
      <p:sp>
        <p:nvSpPr>
          <p:cNvPr id="32" name="Textplatzhalter 8">
            <a:extLst>
              <a:ext uri="{FF2B5EF4-FFF2-40B4-BE49-F238E27FC236}">
                <a16:creationId xmlns:a16="http://schemas.microsoft.com/office/drawing/2014/main" id="{BA09C372-6B98-7381-9921-5F369A0B3B9A}"/>
              </a:ext>
            </a:extLst>
          </p:cNvPr>
          <p:cNvSpPr txBox="1">
            <a:spLocks/>
          </p:cNvSpPr>
          <p:nvPr/>
        </p:nvSpPr>
        <p:spPr bwMode="gray">
          <a:xfrm>
            <a:off x="6240011"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rgbClr val="076D7E"/>
                </a:solidFill>
              </a:rPr>
              <a:t>02</a:t>
            </a:r>
          </a:p>
        </p:txBody>
      </p:sp>
      <p:sp>
        <p:nvSpPr>
          <p:cNvPr id="34" name="Textplatzhalter 8">
            <a:extLst>
              <a:ext uri="{FF2B5EF4-FFF2-40B4-BE49-F238E27FC236}">
                <a16:creationId xmlns:a16="http://schemas.microsoft.com/office/drawing/2014/main" id="{68000FDB-09A3-F422-C000-9EDF5C518AAD}"/>
              </a:ext>
            </a:extLst>
          </p:cNvPr>
          <p:cNvSpPr txBox="1">
            <a:spLocks/>
          </p:cNvSpPr>
          <p:nvPr/>
        </p:nvSpPr>
        <p:spPr bwMode="gray">
          <a:xfrm>
            <a:off x="9120624" y="256531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rgbClr val="076D7E"/>
                </a:solidFill>
              </a:rPr>
              <a:t>03</a:t>
            </a:r>
          </a:p>
        </p:txBody>
      </p:sp>
      <p:pic>
        <p:nvPicPr>
          <p:cNvPr id="10" name="Grafik 9">
            <a:extLst>
              <a:ext uri="{FF2B5EF4-FFF2-40B4-BE49-F238E27FC236}">
                <a16:creationId xmlns:a16="http://schemas.microsoft.com/office/drawing/2014/main" id="{876FD29E-8F4E-156F-705E-D1E22F5512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pic>
        <p:nvPicPr>
          <p:cNvPr id="7" name="Grafik 6">
            <a:extLst>
              <a:ext uri="{FF2B5EF4-FFF2-40B4-BE49-F238E27FC236}">
                <a16:creationId xmlns:a16="http://schemas.microsoft.com/office/drawing/2014/main" id="{BC1B9F0E-6239-4A9D-2B57-3683BDBBCF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3353" y="2411456"/>
            <a:ext cx="2592000" cy="2592000"/>
          </a:xfrm>
          <a:prstGeom prst="rect">
            <a:avLst/>
          </a:prstGeom>
        </p:spPr>
      </p:pic>
    </p:spTree>
    <p:extLst>
      <p:ext uri="{BB962C8B-B14F-4D97-AF65-F5344CB8AC3E}">
        <p14:creationId xmlns:p14="http://schemas.microsoft.com/office/powerpoint/2010/main" val="3049408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platzhalter 2">
            <a:extLst>
              <a:ext uri="{FF2B5EF4-FFF2-40B4-BE49-F238E27FC236}">
                <a16:creationId xmlns:a16="http://schemas.microsoft.com/office/drawing/2014/main" id="{15EA3358-ED48-7828-D090-31FC2D35920A}"/>
              </a:ext>
            </a:extLst>
          </p:cNvPr>
          <p:cNvSpPr txBox="1">
            <a:spLocks/>
          </p:cNvSpPr>
          <p:nvPr/>
        </p:nvSpPr>
        <p:spPr bwMode="gray">
          <a:xfrm>
            <a:off x="3359696" y="1412776"/>
            <a:ext cx="2591842" cy="2052228"/>
          </a:xfrm>
          <a:prstGeom prst="rect">
            <a:avLst/>
          </a:prstGeom>
          <a:solidFill>
            <a:schemeClr val="bg2"/>
          </a:solid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solidFill>
                  <a:schemeClr val="tx2"/>
                </a:solidFill>
              </a:rPr>
              <a:t>Lorem ipsum</a:t>
            </a:r>
          </a:p>
          <a:p>
            <a:pPr marL="0" lvl="4" indent="0">
              <a:buNone/>
            </a:pPr>
            <a:r>
              <a:rPr lang="en-US" dirty="0">
                <a:solidFill>
                  <a:schemeClr val="tx2"/>
                </a:solidFill>
              </a:rPr>
              <a:t>Lorem ipsum consectetuer adipiscing elit. Suspendisse neque ac rhoncus auctor, urna ante elementum nunc.</a:t>
            </a:r>
          </a:p>
        </p:txBody>
      </p:sp>
      <p:sp>
        <p:nvSpPr>
          <p:cNvPr id="12" name="Titel 11">
            <a:extLst>
              <a:ext uri="{FF2B5EF4-FFF2-40B4-BE49-F238E27FC236}">
                <a16:creationId xmlns:a16="http://schemas.microsoft.com/office/drawing/2014/main" id="{D25EBF4D-D718-CE42-245A-F2CBEFE4920D}"/>
              </a:ext>
            </a:extLst>
          </p:cNvPr>
          <p:cNvSpPr>
            <a:spLocks noGrp="1"/>
          </p:cNvSpPr>
          <p:nvPr>
            <p:ph type="title"/>
          </p:nvPr>
        </p:nvSpPr>
        <p:spPr bwMode="gray">
          <a:xfrm>
            <a:off x="479424" y="477000"/>
            <a:ext cx="11233151" cy="720000"/>
          </a:xfrm>
        </p:spPr>
        <p:txBody>
          <a:bodyPr/>
          <a:lstStyle/>
          <a:p>
            <a:r>
              <a:rPr lang="en-US" dirty="0"/>
              <a:t>Text box listings</a:t>
            </a:r>
          </a:p>
        </p:txBody>
      </p:sp>
      <p:sp>
        <p:nvSpPr>
          <p:cNvPr id="19" name="Textplatzhalter 18">
            <a:extLst>
              <a:ext uri="{FF2B5EF4-FFF2-40B4-BE49-F238E27FC236}">
                <a16:creationId xmlns:a16="http://schemas.microsoft.com/office/drawing/2014/main" id="{4D5BE112-0914-A042-AF9C-F98F0525FA8E}"/>
              </a:ext>
            </a:extLst>
          </p:cNvPr>
          <p:cNvSpPr>
            <a:spLocks noGrp="1"/>
          </p:cNvSpPr>
          <p:nvPr>
            <p:ph type="body" sz="quarter" idx="13"/>
          </p:nvPr>
        </p:nvSpPr>
        <p:spPr bwMode="gray"/>
        <p:txBody>
          <a:bodyPr/>
          <a:lstStyle/>
          <a:p>
            <a:endParaRPr lang="en-US" dirty="0"/>
          </a:p>
        </p:txBody>
      </p:sp>
      <p:sp>
        <p:nvSpPr>
          <p:cNvPr id="14" name="Fußzeilenplatzhalter 13">
            <a:extLst>
              <a:ext uri="{FF2B5EF4-FFF2-40B4-BE49-F238E27FC236}">
                <a16:creationId xmlns:a16="http://schemas.microsoft.com/office/drawing/2014/main" id="{5640778F-8DD4-CF03-42E7-1732B1BC6958}"/>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15" name="Foliennummernplatzhalter 14">
            <a:extLst>
              <a:ext uri="{FF2B5EF4-FFF2-40B4-BE49-F238E27FC236}">
                <a16:creationId xmlns:a16="http://schemas.microsoft.com/office/drawing/2014/main" id="{5F800E07-4494-F289-F0AA-66AB2BB52BBD}"/>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14</a:t>
            </a:fld>
            <a:endParaRPr lang="en-US" dirty="0"/>
          </a:p>
        </p:txBody>
      </p:sp>
      <p:sp>
        <p:nvSpPr>
          <p:cNvPr id="2" name="Textplatzhalter 2">
            <a:extLst>
              <a:ext uri="{FF2B5EF4-FFF2-40B4-BE49-F238E27FC236}">
                <a16:creationId xmlns:a16="http://schemas.microsoft.com/office/drawing/2014/main" id="{6796B636-663D-C16B-8EE6-E028F702EAC4}"/>
              </a:ext>
            </a:extLst>
          </p:cNvPr>
          <p:cNvSpPr txBox="1">
            <a:spLocks/>
          </p:cNvSpPr>
          <p:nvPr/>
        </p:nvSpPr>
        <p:spPr bwMode="gray">
          <a:xfrm>
            <a:off x="479472" y="1412776"/>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3" name="Textplatzhalter 2">
            <a:extLst>
              <a:ext uri="{FF2B5EF4-FFF2-40B4-BE49-F238E27FC236}">
                <a16:creationId xmlns:a16="http://schemas.microsoft.com/office/drawing/2014/main" id="{38128032-159A-2F1D-EE6D-205C07689D9F}"/>
              </a:ext>
            </a:extLst>
          </p:cNvPr>
          <p:cNvSpPr txBox="1">
            <a:spLocks/>
          </p:cNvSpPr>
          <p:nvPr/>
        </p:nvSpPr>
        <p:spPr bwMode="gray">
          <a:xfrm>
            <a:off x="479472" y="3753264"/>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5" name="Textplatzhalter 2">
            <a:extLst>
              <a:ext uri="{FF2B5EF4-FFF2-40B4-BE49-F238E27FC236}">
                <a16:creationId xmlns:a16="http://schemas.microsoft.com/office/drawing/2014/main" id="{65FC7CA0-353C-0721-879F-6371A4C2C06E}"/>
              </a:ext>
            </a:extLst>
          </p:cNvPr>
          <p:cNvSpPr txBox="1">
            <a:spLocks/>
          </p:cNvSpPr>
          <p:nvPr/>
        </p:nvSpPr>
        <p:spPr bwMode="gray">
          <a:xfrm>
            <a:off x="3359984" y="3753264"/>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6" name="Textplatzhalter 2">
            <a:extLst>
              <a:ext uri="{FF2B5EF4-FFF2-40B4-BE49-F238E27FC236}">
                <a16:creationId xmlns:a16="http://schemas.microsoft.com/office/drawing/2014/main" id="{247695A4-627B-8F7B-3FEE-C4F41D0121DE}"/>
              </a:ext>
            </a:extLst>
          </p:cNvPr>
          <p:cNvSpPr txBox="1">
            <a:spLocks/>
          </p:cNvSpPr>
          <p:nvPr/>
        </p:nvSpPr>
        <p:spPr bwMode="gray">
          <a:xfrm>
            <a:off x="6240112" y="1412776"/>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7" name="Textplatzhalter 2">
            <a:extLst>
              <a:ext uri="{FF2B5EF4-FFF2-40B4-BE49-F238E27FC236}">
                <a16:creationId xmlns:a16="http://schemas.microsoft.com/office/drawing/2014/main" id="{5ECD1F96-D21C-EDB0-DC2A-D3541B68759F}"/>
              </a:ext>
            </a:extLst>
          </p:cNvPr>
          <p:cNvSpPr txBox="1">
            <a:spLocks/>
          </p:cNvSpPr>
          <p:nvPr/>
        </p:nvSpPr>
        <p:spPr bwMode="gray">
          <a:xfrm>
            <a:off x="6240112" y="3753264"/>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8" name="Textplatzhalter 2">
            <a:extLst>
              <a:ext uri="{FF2B5EF4-FFF2-40B4-BE49-F238E27FC236}">
                <a16:creationId xmlns:a16="http://schemas.microsoft.com/office/drawing/2014/main" id="{0AF53FB0-CE0C-24BD-9B40-93698D2B1BE1}"/>
              </a:ext>
            </a:extLst>
          </p:cNvPr>
          <p:cNvSpPr txBox="1">
            <a:spLocks/>
          </p:cNvSpPr>
          <p:nvPr/>
        </p:nvSpPr>
        <p:spPr bwMode="gray">
          <a:xfrm>
            <a:off x="9120624" y="1412776"/>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
        <p:nvSpPr>
          <p:cNvPr id="9" name="Textplatzhalter 2">
            <a:extLst>
              <a:ext uri="{FF2B5EF4-FFF2-40B4-BE49-F238E27FC236}">
                <a16:creationId xmlns:a16="http://schemas.microsoft.com/office/drawing/2014/main" id="{1DBBF9F6-6070-273B-C43F-D7890B2D0B9E}"/>
              </a:ext>
            </a:extLst>
          </p:cNvPr>
          <p:cNvSpPr txBox="1">
            <a:spLocks/>
          </p:cNvSpPr>
          <p:nvPr/>
        </p:nvSpPr>
        <p:spPr bwMode="gray">
          <a:xfrm>
            <a:off x="9120624" y="3753264"/>
            <a:ext cx="2592000" cy="2052000"/>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lvl="4" indent="0">
              <a:buNone/>
            </a:pPr>
            <a:r>
              <a:rPr lang="en-US" dirty="0"/>
              <a:t>Lorem ipsum consectetuer adipiscing elit. Suspendisse neque ac rhoncus auctor, urna ante elementum nunc.</a:t>
            </a:r>
          </a:p>
        </p:txBody>
      </p:sp>
    </p:spTree>
    <p:extLst>
      <p:ext uri="{BB962C8B-B14F-4D97-AF65-F5344CB8AC3E}">
        <p14:creationId xmlns:p14="http://schemas.microsoft.com/office/powerpoint/2010/main" val="1207866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5" name="Objekt 4" hidden="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hteck 2" hidden="1">
            <a:extLst>
              <a:ext uri="{FF2B5EF4-FFF2-40B4-BE49-F238E27FC236}">
                <a16:creationId xmlns:a16="http://schemas.microsoft.com/office/drawing/2014/main" id="{0319DF81-A5D1-46DE-BF39-95DC61F01BA1}"/>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 name="Titel 1"/>
          <p:cNvSpPr>
            <a:spLocks noGrp="1"/>
          </p:cNvSpPr>
          <p:nvPr>
            <p:ph type="title"/>
          </p:nvPr>
        </p:nvSpPr>
        <p:spPr bwMode="gray">
          <a:xfrm>
            <a:off x="479424" y="477000"/>
            <a:ext cx="11233151" cy="720000"/>
          </a:xfrm>
        </p:spPr>
        <p:txBody>
          <a:bodyPr/>
          <a:lstStyle/>
          <a:p>
            <a:r>
              <a:rPr lang="en-US" dirty="0"/>
              <a:t>Three quotations</a:t>
            </a:r>
          </a:p>
        </p:txBody>
      </p:sp>
      <p:sp>
        <p:nvSpPr>
          <p:cNvPr id="13" name="Textplatzhalter 12">
            <a:extLst>
              <a:ext uri="{FF2B5EF4-FFF2-40B4-BE49-F238E27FC236}">
                <a16:creationId xmlns:a16="http://schemas.microsoft.com/office/drawing/2014/main" id="{E693B6F3-7443-34E2-1D85-4B11512BFA70}"/>
              </a:ext>
            </a:extLst>
          </p:cNvPr>
          <p:cNvSpPr>
            <a:spLocks noGrp="1"/>
          </p:cNvSpPr>
          <p:nvPr>
            <p:ph type="body" sz="quarter" idx="13"/>
          </p:nvPr>
        </p:nvSpPr>
        <p:spPr bwMode="invGray"/>
        <p:txBody>
          <a:bodyPr/>
          <a:lstStyle/>
          <a:p>
            <a:endParaRPr lang="en-US" dirty="0"/>
          </a:p>
        </p:txBody>
      </p:sp>
      <p:sp>
        <p:nvSpPr>
          <p:cNvPr id="7" name="Fußzeilenplatzhalter 6">
            <a:extLst>
              <a:ext uri="{FF2B5EF4-FFF2-40B4-BE49-F238E27FC236}">
                <a16:creationId xmlns:a16="http://schemas.microsoft.com/office/drawing/2014/main" id="{29031941-D6AE-2701-3A5D-45F45F02E449}"/>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8" name="Foliennummernplatzhalter 7">
            <a:extLst>
              <a:ext uri="{FF2B5EF4-FFF2-40B4-BE49-F238E27FC236}">
                <a16:creationId xmlns:a16="http://schemas.microsoft.com/office/drawing/2014/main" id="{A6443874-5166-6DD7-29A5-A7723A28C0A8}"/>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15</a:t>
            </a:fld>
            <a:endParaRPr lang="en-US" dirty="0"/>
          </a:p>
        </p:txBody>
      </p:sp>
      <p:pic>
        <p:nvPicPr>
          <p:cNvPr id="42" name="Grafik 41">
            <a:extLst>
              <a:ext uri="{FF2B5EF4-FFF2-40B4-BE49-F238E27FC236}">
                <a16:creationId xmlns:a16="http://schemas.microsoft.com/office/drawing/2014/main" id="{D1C355F6-582D-0663-8CB2-5486A812595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07368" y="2637223"/>
            <a:ext cx="432000" cy="432000"/>
          </a:xfrm>
          <a:prstGeom prst="rect">
            <a:avLst/>
          </a:prstGeom>
        </p:spPr>
      </p:pic>
      <p:pic>
        <p:nvPicPr>
          <p:cNvPr id="43" name="Grafik 42">
            <a:extLst>
              <a:ext uri="{FF2B5EF4-FFF2-40B4-BE49-F238E27FC236}">
                <a16:creationId xmlns:a16="http://schemas.microsoft.com/office/drawing/2014/main" id="{8E4062BF-D04D-F283-25BF-0852CE6912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8076284" y="2637223"/>
            <a:ext cx="432000" cy="432000"/>
          </a:xfrm>
          <a:prstGeom prst="rect">
            <a:avLst/>
          </a:prstGeom>
        </p:spPr>
      </p:pic>
      <p:pic>
        <p:nvPicPr>
          <p:cNvPr id="55" name="Grafik 54">
            <a:extLst>
              <a:ext uri="{FF2B5EF4-FFF2-40B4-BE49-F238E27FC236}">
                <a16:creationId xmlns:a16="http://schemas.microsoft.com/office/drawing/2014/main" id="{B384FC36-82C4-9854-A2DD-55FCC726DFB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259796" y="1412776"/>
            <a:ext cx="432000" cy="432000"/>
          </a:xfrm>
          <a:prstGeom prst="rect">
            <a:avLst/>
          </a:prstGeom>
        </p:spPr>
      </p:pic>
      <p:sp>
        <p:nvSpPr>
          <p:cNvPr id="6" name="Inhaltsplatzhalter 2">
            <a:extLst>
              <a:ext uri="{FF2B5EF4-FFF2-40B4-BE49-F238E27FC236}">
                <a16:creationId xmlns:a16="http://schemas.microsoft.com/office/drawing/2014/main" id="{FA73DF86-5B5A-9FFE-75E7-0A9C66228E0F}"/>
              </a:ext>
            </a:extLst>
          </p:cNvPr>
          <p:cNvSpPr txBox="1">
            <a:spLocks/>
          </p:cNvSpPr>
          <p:nvPr/>
        </p:nvSpPr>
        <p:spPr bwMode="invGray">
          <a:xfrm>
            <a:off x="1019436" y="2637159"/>
            <a:ext cx="3024000" cy="3168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a:t>Vestibulum lacinia </a:t>
            </a:r>
            <a:r>
              <a:rPr lang="en-US" dirty="0" err="1"/>
              <a:t>turpis</a:t>
            </a:r>
            <a:r>
              <a:rPr lang="en-US" dirty="0"/>
              <a:t>.</a:t>
            </a:r>
            <a:br>
              <a:rPr lang="en-US" dirty="0"/>
            </a:br>
            <a:r>
              <a:rPr lang="en-US" dirty="0"/>
              <a:t>Aenean in </a:t>
            </a:r>
            <a:r>
              <a:rPr lang="en-US" dirty="0" err="1"/>
              <a:t>dignissim</a:t>
            </a:r>
            <a:r>
              <a:rPr lang="en-US" dirty="0"/>
              <a:t> cursus magna. </a:t>
            </a:r>
            <a:r>
              <a:rPr lang="en-US" dirty="0" err="1"/>
              <a:t>Vivamus</a:t>
            </a:r>
            <a:r>
              <a:rPr lang="en-US" dirty="0"/>
              <a:t> et </a:t>
            </a:r>
            <a:r>
              <a:rPr lang="en-US" dirty="0" err="1"/>
              <a:t>enim</a:t>
            </a:r>
            <a:r>
              <a:rPr lang="en-US" dirty="0"/>
              <a:t>, Integer </a:t>
            </a:r>
            <a:r>
              <a:rPr lang="en-US" dirty="0" err="1"/>
              <a:t>facilisis</a:t>
            </a:r>
            <a:r>
              <a:rPr lang="en-US" dirty="0"/>
              <a:t>, </a:t>
            </a:r>
            <a:r>
              <a:rPr lang="en-US" dirty="0" err="1"/>
              <a:t>sem</a:t>
            </a:r>
            <a:r>
              <a:rPr lang="en-US" dirty="0"/>
              <a:t> </a:t>
            </a:r>
            <a:r>
              <a:rPr lang="en-US" dirty="0" err="1"/>
              <a:t>ut</a:t>
            </a:r>
            <a:r>
              <a:rPr lang="en-US" dirty="0"/>
              <a:t> </a:t>
            </a:r>
            <a:r>
              <a:rPr lang="en-US" dirty="0" err="1"/>
              <a:t>blandit</a:t>
            </a:r>
            <a:r>
              <a:rPr lang="en-US" dirty="0"/>
              <a:t> </a:t>
            </a:r>
            <a:r>
              <a:rPr lang="en-US" dirty="0" err="1"/>
              <a:t>morbi</a:t>
            </a:r>
            <a:r>
              <a:rPr lang="en-US" dirty="0"/>
              <a:t> vestibulum, </a:t>
            </a:r>
            <a:r>
              <a:rPr lang="en-US" dirty="0" err="1"/>
              <a:t>felis</a:t>
            </a:r>
            <a:r>
              <a:rPr lang="en-US" dirty="0"/>
              <a:t> mas </a:t>
            </a:r>
            <a:r>
              <a:rPr lang="en-US" dirty="0" err="1"/>
              <a:t>laoreet</a:t>
            </a:r>
            <a:r>
              <a:rPr lang="en-US" dirty="0"/>
              <a:t>.</a:t>
            </a:r>
          </a:p>
          <a:p>
            <a:pPr lvl="1"/>
            <a:r>
              <a:rPr lang="en-US" dirty="0"/>
              <a:t>Author</a:t>
            </a:r>
          </a:p>
        </p:txBody>
      </p:sp>
      <p:sp>
        <p:nvSpPr>
          <p:cNvPr id="9" name="Inhaltsplatzhalter 2">
            <a:extLst>
              <a:ext uri="{FF2B5EF4-FFF2-40B4-BE49-F238E27FC236}">
                <a16:creationId xmlns:a16="http://schemas.microsoft.com/office/drawing/2014/main" id="{FE8A5441-CC6E-C5ED-6581-E5A761858E9C}"/>
              </a:ext>
            </a:extLst>
          </p:cNvPr>
          <p:cNvSpPr txBox="1">
            <a:spLocks/>
          </p:cNvSpPr>
          <p:nvPr/>
        </p:nvSpPr>
        <p:spPr bwMode="invGray">
          <a:xfrm>
            <a:off x="4871864" y="1412875"/>
            <a:ext cx="2988000" cy="4392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err="1"/>
              <a:t>Vivamus</a:t>
            </a:r>
            <a:r>
              <a:rPr lang="en-US" dirty="0"/>
              <a:t> et </a:t>
            </a:r>
            <a:r>
              <a:rPr lang="en-US" dirty="0" err="1"/>
              <a:t>enim</a:t>
            </a:r>
            <a:r>
              <a:rPr lang="en-US" dirty="0"/>
              <a:t>, </a:t>
            </a:r>
            <a:r>
              <a:rPr lang="en-US" dirty="0" err="1"/>
              <a:t>tempor</a:t>
            </a:r>
            <a:r>
              <a:rPr lang="en-US" dirty="0"/>
              <a:t> </a:t>
            </a:r>
            <a:r>
              <a:rPr lang="en-US" dirty="0" err="1"/>
              <a:t>consectetuer</a:t>
            </a:r>
            <a:r>
              <a:rPr lang="en-US" dirty="0"/>
              <a:t> </a:t>
            </a:r>
            <a:r>
              <a:rPr lang="en-US" dirty="0" err="1"/>
              <a:t>nec</a:t>
            </a:r>
            <a:r>
              <a:rPr lang="en-US" dirty="0"/>
              <a:t>, </a:t>
            </a:r>
            <a:r>
              <a:rPr lang="en-US" dirty="0" err="1"/>
              <a:t>purus</a:t>
            </a:r>
            <a:endParaRPr lang="en-US" dirty="0"/>
          </a:p>
          <a:p>
            <a:r>
              <a:rPr lang="en-US" dirty="0"/>
              <a:t>Integer </a:t>
            </a:r>
            <a:r>
              <a:rPr lang="en-US" dirty="0" err="1"/>
              <a:t>facilisis</a:t>
            </a:r>
            <a:r>
              <a:rPr lang="en-US" dirty="0"/>
              <a:t>, </a:t>
            </a:r>
            <a:r>
              <a:rPr lang="en-US" dirty="0" err="1"/>
              <a:t>sem</a:t>
            </a:r>
            <a:r>
              <a:rPr lang="en-US" dirty="0"/>
              <a:t> </a:t>
            </a:r>
            <a:r>
              <a:rPr lang="en-US" dirty="0" err="1"/>
              <a:t>ut</a:t>
            </a:r>
            <a:r>
              <a:rPr lang="en-US" dirty="0"/>
              <a:t> </a:t>
            </a:r>
            <a:r>
              <a:rPr lang="en-US" dirty="0" err="1"/>
              <a:t>blandit</a:t>
            </a:r>
            <a:r>
              <a:rPr lang="en-US" dirty="0"/>
              <a:t> </a:t>
            </a:r>
            <a:r>
              <a:rPr lang="en-US" dirty="0" err="1"/>
              <a:t>morbi</a:t>
            </a:r>
            <a:r>
              <a:rPr lang="en-US" dirty="0"/>
              <a:t> vestibulum, </a:t>
            </a:r>
            <a:r>
              <a:rPr lang="en-US" dirty="0" err="1"/>
              <a:t>felis</a:t>
            </a:r>
            <a:r>
              <a:rPr lang="en-US" dirty="0"/>
              <a:t> mas </a:t>
            </a:r>
            <a:r>
              <a:rPr lang="en-US" dirty="0" err="1"/>
              <a:t>laoreet</a:t>
            </a:r>
            <a:r>
              <a:rPr lang="en-US" dirty="0"/>
              <a:t> mi, </a:t>
            </a:r>
            <a:r>
              <a:rPr lang="en-US" dirty="0" err="1"/>
              <a:t>netus</a:t>
            </a:r>
            <a:r>
              <a:rPr lang="en-US" dirty="0"/>
              <a:t> Donec </a:t>
            </a:r>
            <a:r>
              <a:rPr lang="en-US" dirty="0" err="1"/>
              <a:t>urna</a:t>
            </a:r>
            <a:r>
              <a:rPr lang="en-US" dirty="0"/>
              <a:t> </a:t>
            </a:r>
            <a:r>
              <a:rPr lang="en-US" dirty="0" err="1"/>
              <a:t>lacus</a:t>
            </a:r>
            <a:r>
              <a:rPr lang="en-US" dirty="0"/>
              <a:t>, </a:t>
            </a:r>
            <a:r>
              <a:rPr lang="en-US" dirty="0" err="1"/>
              <a:t>tincidunt</a:t>
            </a:r>
            <a:r>
              <a:rPr lang="en-US" dirty="0"/>
              <a:t> sed, </a:t>
            </a:r>
            <a:r>
              <a:rPr lang="en-US" dirty="0" err="1"/>
              <a:t>pede</a:t>
            </a:r>
            <a:r>
              <a:rPr lang="en-US" dirty="0"/>
              <a:t> </a:t>
            </a:r>
            <a:r>
              <a:rPr lang="en-US" dirty="0" err="1"/>
              <a:t>pretium</a:t>
            </a:r>
            <a:r>
              <a:rPr lang="en-US" dirty="0"/>
              <a:t> </a:t>
            </a:r>
            <a:r>
              <a:rPr lang="en-US" dirty="0" err="1"/>
              <a:t>bibendum</a:t>
            </a:r>
            <a:r>
              <a:rPr lang="en-US" dirty="0"/>
              <a:t>, </a:t>
            </a:r>
            <a:r>
              <a:rPr lang="en-US" dirty="0" err="1"/>
              <a:t>nibh</a:t>
            </a:r>
            <a:r>
              <a:rPr lang="en-US" dirty="0"/>
              <a:t>.</a:t>
            </a:r>
          </a:p>
          <a:p>
            <a:r>
              <a:rPr lang="en-US" dirty="0"/>
              <a:t>Vestibulum ligula magna, </a:t>
            </a:r>
            <a:r>
              <a:rPr lang="en-US" dirty="0" err="1"/>
              <a:t>tincidunt</a:t>
            </a:r>
            <a:r>
              <a:rPr lang="en-US" dirty="0"/>
              <a:t> et, </a:t>
            </a:r>
            <a:r>
              <a:rPr lang="en-US" dirty="0" err="1"/>
              <a:t>tincidunt</a:t>
            </a:r>
            <a:r>
              <a:rPr lang="en-US" dirty="0"/>
              <a:t> </a:t>
            </a:r>
            <a:r>
              <a:rPr lang="en-US" dirty="0" err="1"/>
              <a:t>nec</a:t>
            </a:r>
            <a:r>
              <a:rPr lang="en-US" dirty="0"/>
              <a:t>, </a:t>
            </a:r>
            <a:r>
              <a:rPr lang="en-US" dirty="0" err="1"/>
              <a:t>pretium</a:t>
            </a:r>
            <a:r>
              <a:rPr lang="en-US" dirty="0"/>
              <a:t> vel, semper.</a:t>
            </a:r>
          </a:p>
          <a:p>
            <a:pPr lvl="1"/>
            <a:r>
              <a:rPr lang="en-US" dirty="0"/>
              <a:t>Author</a:t>
            </a:r>
          </a:p>
        </p:txBody>
      </p:sp>
      <p:sp>
        <p:nvSpPr>
          <p:cNvPr id="10" name="Inhaltsplatzhalter 2">
            <a:extLst>
              <a:ext uri="{FF2B5EF4-FFF2-40B4-BE49-F238E27FC236}">
                <a16:creationId xmlns:a16="http://schemas.microsoft.com/office/drawing/2014/main" id="{4635C534-AE1B-3476-8146-E7C143534291}"/>
              </a:ext>
            </a:extLst>
          </p:cNvPr>
          <p:cNvSpPr txBox="1">
            <a:spLocks/>
          </p:cNvSpPr>
          <p:nvPr/>
        </p:nvSpPr>
        <p:spPr bwMode="invGray">
          <a:xfrm>
            <a:off x="8688620" y="2637158"/>
            <a:ext cx="3024000" cy="3168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err="1"/>
              <a:t>Consectetuer</a:t>
            </a:r>
            <a:r>
              <a:rPr lang="en-US" dirty="0"/>
              <a:t> </a:t>
            </a:r>
            <a:r>
              <a:rPr lang="en-US" dirty="0" err="1"/>
              <a:t>nec</a:t>
            </a:r>
            <a:r>
              <a:rPr lang="en-US" dirty="0"/>
              <a:t>, </a:t>
            </a:r>
            <a:r>
              <a:rPr lang="en-US" dirty="0" err="1"/>
              <a:t>purus</a:t>
            </a:r>
            <a:r>
              <a:rPr lang="en-US" dirty="0"/>
              <a:t>:</a:t>
            </a:r>
            <a:br>
              <a:rPr lang="en-US" dirty="0"/>
            </a:br>
            <a:r>
              <a:rPr lang="en-US" dirty="0"/>
              <a:t>Integer </a:t>
            </a:r>
            <a:r>
              <a:rPr lang="en-US" dirty="0" err="1"/>
              <a:t>facilisis</a:t>
            </a:r>
            <a:r>
              <a:rPr lang="en-US" dirty="0"/>
              <a:t>, </a:t>
            </a:r>
            <a:r>
              <a:rPr lang="en-US" dirty="0" err="1"/>
              <a:t>sem</a:t>
            </a:r>
            <a:r>
              <a:rPr lang="en-US" dirty="0"/>
              <a:t> </a:t>
            </a:r>
            <a:r>
              <a:rPr lang="en-US" dirty="0" err="1"/>
              <a:t>ut</a:t>
            </a:r>
            <a:r>
              <a:rPr lang="en-US" dirty="0"/>
              <a:t> </a:t>
            </a:r>
            <a:r>
              <a:rPr lang="en-US" dirty="0" err="1"/>
              <a:t>blandit</a:t>
            </a:r>
            <a:r>
              <a:rPr lang="en-US" dirty="0"/>
              <a:t> </a:t>
            </a:r>
            <a:r>
              <a:rPr lang="en-US" dirty="0" err="1"/>
              <a:t>morbi</a:t>
            </a:r>
            <a:r>
              <a:rPr lang="en-US" dirty="0"/>
              <a:t> vestibulum, </a:t>
            </a:r>
            <a:r>
              <a:rPr lang="en-US" dirty="0" err="1"/>
              <a:t>felis</a:t>
            </a:r>
            <a:r>
              <a:rPr lang="en-US" dirty="0"/>
              <a:t> mas </a:t>
            </a:r>
            <a:r>
              <a:rPr lang="en-US" dirty="0" err="1"/>
              <a:t>laoreet</a:t>
            </a:r>
            <a:r>
              <a:rPr lang="en-US" dirty="0"/>
              <a:t> mi, </a:t>
            </a:r>
            <a:r>
              <a:rPr lang="en-US" dirty="0" err="1"/>
              <a:t>netus</a:t>
            </a:r>
            <a:r>
              <a:rPr lang="en-US" dirty="0"/>
              <a:t> Donec </a:t>
            </a:r>
            <a:r>
              <a:rPr lang="en-US" dirty="0" err="1"/>
              <a:t>urna</a:t>
            </a:r>
            <a:r>
              <a:rPr lang="en-US" dirty="0"/>
              <a:t> </a:t>
            </a:r>
            <a:r>
              <a:rPr lang="en-US" dirty="0" err="1"/>
              <a:t>lacus</a:t>
            </a:r>
            <a:r>
              <a:rPr lang="en-US" dirty="0"/>
              <a:t>, </a:t>
            </a:r>
            <a:r>
              <a:rPr lang="en-US" dirty="0" err="1"/>
              <a:t>tincidunt</a:t>
            </a:r>
            <a:r>
              <a:rPr lang="en-US" dirty="0"/>
              <a:t> sed, pedes.</a:t>
            </a:r>
          </a:p>
          <a:p>
            <a:pPr lvl="1"/>
            <a:r>
              <a:rPr lang="en-US" dirty="0"/>
              <a:t>Author</a:t>
            </a:r>
          </a:p>
        </p:txBody>
      </p:sp>
    </p:spTree>
    <p:extLst>
      <p:ext uri="{BB962C8B-B14F-4D97-AF65-F5344CB8AC3E}">
        <p14:creationId xmlns:p14="http://schemas.microsoft.com/office/powerpoint/2010/main" val="2159662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5" name="Objekt 4" hidden="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hteck 2" hidden="1">
            <a:extLst>
              <a:ext uri="{FF2B5EF4-FFF2-40B4-BE49-F238E27FC236}">
                <a16:creationId xmlns:a16="http://schemas.microsoft.com/office/drawing/2014/main" id="{0319DF81-A5D1-46DE-BF39-95DC61F01BA1}"/>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 name="Titel 1"/>
          <p:cNvSpPr>
            <a:spLocks noGrp="1"/>
          </p:cNvSpPr>
          <p:nvPr>
            <p:ph type="title"/>
          </p:nvPr>
        </p:nvSpPr>
        <p:spPr>
          <a:xfrm>
            <a:off x="479424" y="477000"/>
            <a:ext cx="11233151" cy="720000"/>
          </a:xfrm>
        </p:spPr>
        <p:txBody>
          <a:bodyPr/>
          <a:lstStyle/>
          <a:p>
            <a:r>
              <a:rPr lang="en-US" dirty="0"/>
              <a:t>Three quotations</a:t>
            </a:r>
          </a:p>
        </p:txBody>
      </p:sp>
      <p:sp>
        <p:nvSpPr>
          <p:cNvPr id="16" name="Textplatzhalter 15">
            <a:extLst>
              <a:ext uri="{FF2B5EF4-FFF2-40B4-BE49-F238E27FC236}">
                <a16:creationId xmlns:a16="http://schemas.microsoft.com/office/drawing/2014/main" id="{84F23E87-997A-BB53-2515-1831AD71C7D2}"/>
              </a:ext>
            </a:extLst>
          </p:cNvPr>
          <p:cNvSpPr>
            <a:spLocks noGrp="1"/>
          </p:cNvSpPr>
          <p:nvPr>
            <p:ph type="body" sz="quarter" idx="13"/>
          </p:nvPr>
        </p:nvSpPr>
        <p:spPr/>
        <p:txBody>
          <a:bodyPr/>
          <a:lstStyle/>
          <a:p>
            <a:endParaRPr lang="en-US" dirty="0"/>
          </a:p>
        </p:txBody>
      </p:sp>
      <p:sp>
        <p:nvSpPr>
          <p:cNvPr id="8" name="Fußzeilenplatzhalter 7">
            <a:extLst>
              <a:ext uri="{FF2B5EF4-FFF2-40B4-BE49-F238E27FC236}">
                <a16:creationId xmlns:a16="http://schemas.microsoft.com/office/drawing/2014/main" id="{843C0D0E-B6A1-228C-64F5-932B34673111}"/>
              </a:ext>
            </a:extLst>
          </p:cNvPr>
          <p:cNvSpPr>
            <a:spLocks noGrp="1"/>
          </p:cNvSpPr>
          <p:nvPr>
            <p:ph type="ftr" sz="quarter" idx="10"/>
          </p:nvPr>
        </p:nvSpPr>
        <p:spPr>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F46150F8-6A17-4232-3609-5B9796F6D9DC}"/>
              </a:ext>
            </a:extLst>
          </p:cNvPr>
          <p:cNvSpPr>
            <a:spLocks noGrp="1"/>
          </p:cNvSpPr>
          <p:nvPr>
            <p:ph type="sldNum" sz="quarter" idx="11"/>
          </p:nvPr>
        </p:nvSpPr>
        <p:spPr>
          <a:xfrm>
            <a:off x="11424592" y="6246836"/>
            <a:ext cx="288000" cy="288000"/>
          </a:xfrm>
        </p:spPr>
        <p:txBody>
          <a:bodyPr/>
          <a:lstStyle/>
          <a:p>
            <a:fld id="{8FF9B0DE-3FEB-4AA0-B465-B80EF7C1333D}" type="slidenum">
              <a:rPr lang="en-US" smtClean="0"/>
              <a:pPr/>
              <a:t>16</a:t>
            </a:fld>
            <a:endParaRPr lang="en-US" dirty="0"/>
          </a:p>
        </p:txBody>
      </p:sp>
      <p:pic>
        <p:nvPicPr>
          <p:cNvPr id="33" name="Grafik 32">
            <a:extLst>
              <a:ext uri="{FF2B5EF4-FFF2-40B4-BE49-F238E27FC236}">
                <a16:creationId xmlns:a16="http://schemas.microsoft.com/office/drawing/2014/main" id="{F542D6E6-679E-F9C3-72AE-3F198C8D0D4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7368" y="2637223"/>
            <a:ext cx="432000" cy="432000"/>
          </a:xfrm>
          <a:prstGeom prst="rect">
            <a:avLst/>
          </a:prstGeom>
        </p:spPr>
      </p:pic>
      <p:pic>
        <p:nvPicPr>
          <p:cNvPr id="34" name="Grafik 33">
            <a:extLst>
              <a:ext uri="{FF2B5EF4-FFF2-40B4-BE49-F238E27FC236}">
                <a16:creationId xmlns:a16="http://schemas.microsoft.com/office/drawing/2014/main" id="{70C3B391-F4E7-0995-8080-EAA7B05B642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76284" y="2637223"/>
            <a:ext cx="432000" cy="432000"/>
          </a:xfrm>
          <a:prstGeom prst="rect">
            <a:avLst/>
          </a:prstGeom>
        </p:spPr>
      </p:pic>
      <p:pic>
        <p:nvPicPr>
          <p:cNvPr id="35" name="Grafik 34">
            <a:extLst>
              <a:ext uri="{FF2B5EF4-FFF2-40B4-BE49-F238E27FC236}">
                <a16:creationId xmlns:a16="http://schemas.microsoft.com/office/drawing/2014/main" id="{BAA95AF6-D2C1-20B4-0514-019C5B000D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59796" y="1412776"/>
            <a:ext cx="432000" cy="432000"/>
          </a:xfrm>
          <a:prstGeom prst="rect">
            <a:avLst/>
          </a:prstGeom>
        </p:spPr>
      </p:pic>
      <p:sp>
        <p:nvSpPr>
          <p:cNvPr id="4" name="Inhaltsplatzhalter 2">
            <a:extLst>
              <a:ext uri="{FF2B5EF4-FFF2-40B4-BE49-F238E27FC236}">
                <a16:creationId xmlns:a16="http://schemas.microsoft.com/office/drawing/2014/main" id="{4BD9D5F6-9379-3DC0-6043-79E8585325B9}"/>
              </a:ext>
            </a:extLst>
          </p:cNvPr>
          <p:cNvSpPr txBox="1">
            <a:spLocks/>
          </p:cNvSpPr>
          <p:nvPr/>
        </p:nvSpPr>
        <p:spPr bwMode="invGray">
          <a:xfrm>
            <a:off x="1019436" y="2637159"/>
            <a:ext cx="3024000" cy="3168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a:solidFill>
                  <a:schemeClr val="tx1"/>
                </a:solidFill>
              </a:rPr>
              <a:t>Vestibulum lacinia </a:t>
            </a:r>
            <a:r>
              <a:rPr lang="en-US" dirty="0" err="1">
                <a:solidFill>
                  <a:schemeClr val="tx1"/>
                </a:solidFill>
              </a:rPr>
              <a:t>turpis</a:t>
            </a:r>
            <a:r>
              <a:rPr lang="en-US" dirty="0">
                <a:solidFill>
                  <a:schemeClr val="tx1"/>
                </a:solidFill>
              </a:rPr>
              <a:t>.</a:t>
            </a:r>
            <a:br>
              <a:rPr lang="en-US" dirty="0">
                <a:solidFill>
                  <a:schemeClr val="tx1"/>
                </a:solidFill>
              </a:rPr>
            </a:br>
            <a:r>
              <a:rPr lang="en-US" dirty="0">
                <a:solidFill>
                  <a:schemeClr val="tx1"/>
                </a:solidFill>
              </a:rPr>
              <a:t>Aenean in </a:t>
            </a:r>
            <a:r>
              <a:rPr lang="en-US" dirty="0" err="1">
                <a:solidFill>
                  <a:schemeClr val="tx1"/>
                </a:solidFill>
              </a:rPr>
              <a:t>dignissim</a:t>
            </a:r>
            <a:r>
              <a:rPr lang="en-US" dirty="0">
                <a:solidFill>
                  <a:schemeClr val="tx1"/>
                </a:solidFill>
              </a:rPr>
              <a:t> cursus magna. </a:t>
            </a:r>
            <a:r>
              <a:rPr lang="en-US" dirty="0" err="1">
                <a:solidFill>
                  <a:schemeClr val="tx1"/>
                </a:solidFill>
              </a:rPr>
              <a:t>Vivamus</a:t>
            </a:r>
            <a:r>
              <a:rPr lang="en-US" dirty="0">
                <a:solidFill>
                  <a:schemeClr val="tx1"/>
                </a:solidFill>
              </a:rPr>
              <a:t> et </a:t>
            </a:r>
            <a:r>
              <a:rPr lang="en-US" dirty="0" err="1">
                <a:solidFill>
                  <a:schemeClr val="tx1"/>
                </a:solidFill>
              </a:rPr>
              <a:t>enim</a:t>
            </a:r>
            <a:r>
              <a:rPr lang="en-US" dirty="0">
                <a:solidFill>
                  <a:schemeClr val="tx1"/>
                </a:solidFill>
              </a:rPr>
              <a:t>, Integer </a:t>
            </a:r>
            <a:r>
              <a:rPr lang="en-US" dirty="0" err="1">
                <a:solidFill>
                  <a:schemeClr val="tx1"/>
                </a:solidFill>
              </a:rPr>
              <a:t>facilisis</a:t>
            </a:r>
            <a:r>
              <a:rPr lang="en-US" dirty="0">
                <a:solidFill>
                  <a:schemeClr val="tx1"/>
                </a:solidFill>
              </a:rPr>
              <a:t>, </a:t>
            </a:r>
            <a:r>
              <a:rPr lang="en-US" dirty="0" err="1">
                <a:solidFill>
                  <a:schemeClr val="tx1"/>
                </a:solidFill>
              </a:rPr>
              <a:t>sem</a:t>
            </a:r>
            <a:r>
              <a:rPr lang="en-US" dirty="0">
                <a:solidFill>
                  <a:schemeClr val="tx1"/>
                </a:solidFill>
              </a:rPr>
              <a:t> </a:t>
            </a:r>
            <a:r>
              <a:rPr lang="en-US" dirty="0" err="1">
                <a:solidFill>
                  <a:schemeClr val="tx1"/>
                </a:solidFill>
              </a:rPr>
              <a:t>ut</a:t>
            </a:r>
            <a:r>
              <a:rPr lang="en-US" dirty="0">
                <a:solidFill>
                  <a:schemeClr val="tx1"/>
                </a:solidFill>
              </a:rPr>
              <a:t> </a:t>
            </a:r>
            <a:r>
              <a:rPr lang="en-US" dirty="0" err="1">
                <a:solidFill>
                  <a:schemeClr val="tx1"/>
                </a:solidFill>
              </a:rPr>
              <a:t>blandit</a:t>
            </a:r>
            <a:r>
              <a:rPr lang="en-US" dirty="0">
                <a:solidFill>
                  <a:schemeClr val="tx1"/>
                </a:solidFill>
              </a:rPr>
              <a:t> </a:t>
            </a:r>
            <a:r>
              <a:rPr lang="en-US" dirty="0" err="1">
                <a:solidFill>
                  <a:schemeClr val="tx1"/>
                </a:solidFill>
              </a:rPr>
              <a:t>morbi</a:t>
            </a:r>
            <a:r>
              <a:rPr lang="en-US" dirty="0">
                <a:solidFill>
                  <a:schemeClr val="tx1"/>
                </a:solidFill>
              </a:rPr>
              <a:t> vestibulum, </a:t>
            </a:r>
            <a:r>
              <a:rPr lang="en-US" dirty="0" err="1">
                <a:solidFill>
                  <a:schemeClr val="tx1"/>
                </a:solidFill>
              </a:rPr>
              <a:t>felis</a:t>
            </a:r>
            <a:r>
              <a:rPr lang="en-US" dirty="0">
                <a:solidFill>
                  <a:schemeClr val="tx1"/>
                </a:solidFill>
              </a:rPr>
              <a:t> mas </a:t>
            </a:r>
            <a:r>
              <a:rPr lang="en-US" dirty="0" err="1">
                <a:solidFill>
                  <a:schemeClr val="tx1"/>
                </a:solidFill>
              </a:rPr>
              <a:t>laoreet</a:t>
            </a:r>
            <a:r>
              <a:rPr lang="en-US" dirty="0">
                <a:solidFill>
                  <a:schemeClr val="tx1"/>
                </a:solidFill>
              </a:rPr>
              <a:t>.</a:t>
            </a:r>
          </a:p>
          <a:p>
            <a:pPr lvl="1"/>
            <a:r>
              <a:rPr lang="en-US" dirty="0">
                <a:solidFill>
                  <a:schemeClr val="tx1"/>
                </a:solidFill>
              </a:rPr>
              <a:t>Author</a:t>
            </a:r>
          </a:p>
        </p:txBody>
      </p:sp>
      <p:sp>
        <p:nvSpPr>
          <p:cNvPr id="6" name="Inhaltsplatzhalter 2">
            <a:extLst>
              <a:ext uri="{FF2B5EF4-FFF2-40B4-BE49-F238E27FC236}">
                <a16:creationId xmlns:a16="http://schemas.microsoft.com/office/drawing/2014/main" id="{27E8BFF4-BD54-CB21-ED4D-18B0D0AE8C5C}"/>
              </a:ext>
            </a:extLst>
          </p:cNvPr>
          <p:cNvSpPr txBox="1">
            <a:spLocks/>
          </p:cNvSpPr>
          <p:nvPr/>
        </p:nvSpPr>
        <p:spPr bwMode="invGray">
          <a:xfrm>
            <a:off x="4871864" y="1412875"/>
            <a:ext cx="2988000" cy="4392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err="1">
                <a:solidFill>
                  <a:schemeClr val="tx1"/>
                </a:solidFill>
              </a:rPr>
              <a:t>Vivamus</a:t>
            </a:r>
            <a:r>
              <a:rPr lang="en-US" dirty="0">
                <a:solidFill>
                  <a:schemeClr val="tx1"/>
                </a:solidFill>
              </a:rPr>
              <a:t> et </a:t>
            </a:r>
            <a:r>
              <a:rPr lang="en-US" dirty="0" err="1">
                <a:solidFill>
                  <a:schemeClr val="tx1"/>
                </a:solidFill>
              </a:rPr>
              <a:t>enim</a:t>
            </a:r>
            <a:r>
              <a:rPr lang="en-US" dirty="0">
                <a:solidFill>
                  <a:schemeClr val="tx1"/>
                </a:solidFill>
              </a:rPr>
              <a:t>, </a:t>
            </a:r>
            <a:r>
              <a:rPr lang="en-US" dirty="0" err="1">
                <a:solidFill>
                  <a:schemeClr val="tx1"/>
                </a:solidFill>
              </a:rPr>
              <a:t>tempor</a:t>
            </a:r>
            <a:r>
              <a:rPr lang="en-US" dirty="0">
                <a:solidFill>
                  <a:schemeClr val="tx1"/>
                </a:solidFill>
              </a:rPr>
              <a:t> </a:t>
            </a:r>
            <a:r>
              <a:rPr lang="en-US" dirty="0" err="1">
                <a:solidFill>
                  <a:schemeClr val="tx1"/>
                </a:solidFill>
              </a:rPr>
              <a:t>consectetuer</a:t>
            </a:r>
            <a:r>
              <a:rPr lang="en-US" dirty="0">
                <a:solidFill>
                  <a:schemeClr val="tx1"/>
                </a:solidFill>
              </a:rPr>
              <a:t> </a:t>
            </a:r>
            <a:r>
              <a:rPr lang="en-US" dirty="0" err="1">
                <a:solidFill>
                  <a:schemeClr val="tx1"/>
                </a:solidFill>
              </a:rPr>
              <a:t>nec</a:t>
            </a:r>
            <a:r>
              <a:rPr lang="en-US" dirty="0">
                <a:solidFill>
                  <a:schemeClr val="tx1"/>
                </a:solidFill>
              </a:rPr>
              <a:t>, </a:t>
            </a:r>
            <a:r>
              <a:rPr lang="en-US" dirty="0" err="1">
                <a:solidFill>
                  <a:schemeClr val="tx1"/>
                </a:solidFill>
              </a:rPr>
              <a:t>purus</a:t>
            </a:r>
            <a:endParaRPr lang="en-US" dirty="0">
              <a:solidFill>
                <a:schemeClr val="tx1"/>
              </a:solidFill>
            </a:endParaRPr>
          </a:p>
          <a:p>
            <a:r>
              <a:rPr lang="en-US" dirty="0">
                <a:solidFill>
                  <a:schemeClr val="tx1"/>
                </a:solidFill>
              </a:rPr>
              <a:t>Integer </a:t>
            </a:r>
            <a:r>
              <a:rPr lang="en-US" dirty="0" err="1">
                <a:solidFill>
                  <a:schemeClr val="tx1"/>
                </a:solidFill>
              </a:rPr>
              <a:t>facilisis</a:t>
            </a:r>
            <a:r>
              <a:rPr lang="en-US" dirty="0">
                <a:solidFill>
                  <a:schemeClr val="tx1"/>
                </a:solidFill>
              </a:rPr>
              <a:t>, </a:t>
            </a:r>
            <a:r>
              <a:rPr lang="en-US" dirty="0" err="1">
                <a:solidFill>
                  <a:schemeClr val="tx1"/>
                </a:solidFill>
              </a:rPr>
              <a:t>sem</a:t>
            </a:r>
            <a:r>
              <a:rPr lang="en-US" dirty="0">
                <a:solidFill>
                  <a:schemeClr val="tx1"/>
                </a:solidFill>
              </a:rPr>
              <a:t> </a:t>
            </a:r>
            <a:r>
              <a:rPr lang="en-US" dirty="0" err="1">
                <a:solidFill>
                  <a:schemeClr val="tx1"/>
                </a:solidFill>
              </a:rPr>
              <a:t>ut</a:t>
            </a:r>
            <a:r>
              <a:rPr lang="en-US" dirty="0">
                <a:solidFill>
                  <a:schemeClr val="tx1"/>
                </a:solidFill>
              </a:rPr>
              <a:t> </a:t>
            </a:r>
            <a:r>
              <a:rPr lang="en-US" dirty="0" err="1">
                <a:solidFill>
                  <a:schemeClr val="tx1"/>
                </a:solidFill>
              </a:rPr>
              <a:t>blandit</a:t>
            </a:r>
            <a:r>
              <a:rPr lang="en-US" dirty="0">
                <a:solidFill>
                  <a:schemeClr val="tx1"/>
                </a:solidFill>
              </a:rPr>
              <a:t> </a:t>
            </a:r>
            <a:r>
              <a:rPr lang="en-US" dirty="0" err="1">
                <a:solidFill>
                  <a:schemeClr val="tx1"/>
                </a:solidFill>
              </a:rPr>
              <a:t>morbi</a:t>
            </a:r>
            <a:r>
              <a:rPr lang="en-US" dirty="0">
                <a:solidFill>
                  <a:schemeClr val="tx1"/>
                </a:solidFill>
              </a:rPr>
              <a:t> vestibulum, </a:t>
            </a:r>
            <a:r>
              <a:rPr lang="en-US" dirty="0" err="1">
                <a:solidFill>
                  <a:schemeClr val="tx1"/>
                </a:solidFill>
              </a:rPr>
              <a:t>felis</a:t>
            </a:r>
            <a:r>
              <a:rPr lang="en-US" dirty="0">
                <a:solidFill>
                  <a:schemeClr val="tx1"/>
                </a:solidFill>
              </a:rPr>
              <a:t> mas </a:t>
            </a:r>
            <a:r>
              <a:rPr lang="en-US" dirty="0" err="1">
                <a:solidFill>
                  <a:schemeClr val="tx1"/>
                </a:solidFill>
              </a:rPr>
              <a:t>laoreet</a:t>
            </a:r>
            <a:r>
              <a:rPr lang="en-US" dirty="0">
                <a:solidFill>
                  <a:schemeClr val="tx1"/>
                </a:solidFill>
              </a:rPr>
              <a:t> mi, </a:t>
            </a:r>
            <a:r>
              <a:rPr lang="en-US" dirty="0" err="1">
                <a:solidFill>
                  <a:schemeClr val="tx1"/>
                </a:solidFill>
              </a:rPr>
              <a:t>netus</a:t>
            </a:r>
            <a:r>
              <a:rPr lang="en-US" dirty="0">
                <a:solidFill>
                  <a:schemeClr val="tx1"/>
                </a:solidFill>
              </a:rPr>
              <a:t> Donec </a:t>
            </a:r>
            <a:r>
              <a:rPr lang="en-US" dirty="0" err="1">
                <a:solidFill>
                  <a:schemeClr val="tx1"/>
                </a:solidFill>
              </a:rPr>
              <a:t>urna</a:t>
            </a:r>
            <a:r>
              <a:rPr lang="en-US" dirty="0">
                <a:solidFill>
                  <a:schemeClr val="tx1"/>
                </a:solidFill>
              </a:rPr>
              <a:t> </a:t>
            </a:r>
            <a:r>
              <a:rPr lang="en-US" dirty="0" err="1">
                <a:solidFill>
                  <a:schemeClr val="tx1"/>
                </a:solidFill>
              </a:rPr>
              <a:t>lacus</a:t>
            </a:r>
            <a:r>
              <a:rPr lang="en-US" dirty="0">
                <a:solidFill>
                  <a:schemeClr val="tx1"/>
                </a:solidFill>
              </a:rPr>
              <a:t>, </a:t>
            </a:r>
            <a:r>
              <a:rPr lang="en-US" dirty="0" err="1">
                <a:solidFill>
                  <a:schemeClr val="tx1"/>
                </a:solidFill>
              </a:rPr>
              <a:t>tincidunt</a:t>
            </a:r>
            <a:r>
              <a:rPr lang="en-US" dirty="0">
                <a:solidFill>
                  <a:schemeClr val="tx1"/>
                </a:solidFill>
              </a:rPr>
              <a:t> sed, </a:t>
            </a:r>
            <a:r>
              <a:rPr lang="en-US" dirty="0" err="1">
                <a:solidFill>
                  <a:schemeClr val="tx1"/>
                </a:solidFill>
              </a:rPr>
              <a:t>pede</a:t>
            </a:r>
            <a:r>
              <a:rPr lang="en-US" dirty="0">
                <a:solidFill>
                  <a:schemeClr val="tx1"/>
                </a:solidFill>
              </a:rPr>
              <a:t> </a:t>
            </a:r>
            <a:r>
              <a:rPr lang="en-US" dirty="0" err="1">
                <a:solidFill>
                  <a:schemeClr val="tx1"/>
                </a:solidFill>
              </a:rPr>
              <a:t>pretium</a:t>
            </a:r>
            <a:r>
              <a:rPr lang="en-US" dirty="0">
                <a:solidFill>
                  <a:schemeClr val="tx1"/>
                </a:solidFill>
              </a:rPr>
              <a:t> </a:t>
            </a:r>
            <a:r>
              <a:rPr lang="en-US" dirty="0" err="1">
                <a:solidFill>
                  <a:schemeClr val="tx1"/>
                </a:solidFill>
              </a:rPr>
              <a:t>bibendum</a:t>
            </a:r>
            <a:r>
              <a:rPr lang="en-US" dirty="0">
                <a:solidFill>
                  <a:schemeClr val="tx1"/>
                </a:solidFill>
              </a:rPr>
              <a:t>, </a:t>
            </a:r>
            <a:r>
              <a:rPr lang="en-US" dirty="0" err="1">
                <a:solidFill>
                  <a:schemeClr val="tx1"/>
                </a:solidFill>
              </a:rPr>
              <a:t>nibh</a:t>
            </a:r>
            <a:r>
              <a:rPr lang="en-US" dirty="0">
                <a:solidFill>
                  <a:schemeClr val="tx1"/>
                </a:solidFill>
              </a:rPr>
              <a:t>.</a:t>
            </a:r>
          </a:p>
          <a:p>
            <a:r>
              <a:rPr lang="en-US" dirty="0">
                <a:solidFill>
                  <a:schemeClr val="tx1"/>
                </a:solidFill>
              </a:rPr>
              <a:t>Vestibulum ligula magna, </a:t>
            </a:r>
            <a:r>
              <a:rPr lang="en-US" dirty="0" err="1">
                <a:solidFill>
                  <a:schemeClr val="tx1"/>
                </a:solidFill>
              </a:rPr>
              <a:t>tincidunt</a:t>
            </a:r>
            <a:r>
              <a:rPr lang="en-US" dirty="0">
                <a:solidFill>
                  <a:schemeClr val="tx1"/>
                </a:solidFill>
              </a:rPr>
              <a:t> et, </a:t>
            </a:r>
            <a:r>
              <a:rPr lang="en-US" dirty="0" err="1">
                <a:solidFill>
                  <a:schemeClr val="tx1"/>
                </a:solidFill>
              </a:rPr>
              <a:t>tincidunt</a:t>
            </a:r>
            <a:r>
              <a:rPr lang="en-US" dirty="0">
                <a:solidFill>
                  <a:schemeClr val="tx1"/>
                </a:solidFill>
              </a:rPr>
              <a:t> </a:t>
            </a:r>
            <a:r>
              <a:rPr lang="en-US" dirty="0" err="1">
                <a:solidFill>
                  <a:schemeClr val="tx1"/>
                </a:solidFill>
              </a:rPr>
              <a:t>nec</a:t>
            </a:r>
            <a:r>
              <a:rPr lang="en-US" dirty="0">
                <a:solidFill>
                  <a:schemeClr val="tx1"/>
                </a:solidFill>
              </a:rPr>
              <a:t>, </a:t>
            </a:r>
            <a:r>
              <a:rPr lang="en-US" dirty="0" err="1">
                <a:solidFill>
                  <a:schemeClr val="tx1"/>
                </a:solidFill>
              </a:rPr>
              <a:t>pretium</a:t>
            </a:r>
            <a:r>
              <a:rPr lang="en-US" dirty="0">
                <a:solidFill>
                  <a:schemeClr val="tx1"/>
                </a:solidFill>
              </a:rPr>
              <a:t> vel, semper.</a:t>
            </a:r>
          </a:p>
          <a:p>
            <a:pPr lvl="1"/>
            <a:r>
              <a:rPr lang="en-US" dirty="0">
                <a:solidFill>
                  <a:schemeClr val="tx1"/>
                </a:solidFill>
              </a:rPr>
              <a:t>Author</a:t>
            </a:r>
          </a:p>
        </p:txBody>
      </p:sp>
      <p:sp>
        <p:nvSpPr>
          <p:cNvPr id="7" name="Inhaltsplatzhalter 2">
            <a:extLst>
              <a:ext uri="{FF2B5EF4-FFF2-40B4-BE49-F238E27FC236}">
                <a16:creationId xmlns:a16="http://schemas.microsoft.com/office/drawing/2014/main" id="{E58A208F-347C-25C8-1169-CFC9F0ED98FF}"/>
              </a:ext>
            </a:extLst>
          </p:cNvPr>
          <p:cNvSpPr txBox="1">
            <a:spLocks/>
          </p:cNvSpPr>
          <p:nvPr/>
        </p:nvSpPr>
        <p:spPr bwMode="invGray">
          <a:xfrm>
            <a:off x="8688620" y="2637158"/>
            <a:ext cx="3024000" cy="3168000"/>
          </a:xfrm>
          <a:prstGeom prst="rect">
            <a:avLst/>
          </a:prstGeom>
        </p:spPr>
        <p:txBody>
          <a:bodyPr vert="horz" lIns="0" tIns="0" rIns="0" bIns="0" rtlCol="0">
            <a:noAutofit/>
          </a:bodyPr>
          <a:lstStyle>
            <a:lvl1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600" b="0" kern="1200">
                <a:solidFill>
                  <a:schemeClr val="tx2"/>
                </a:solidFill>
                <a:latin typeface="+mn-lt"/>
                <a:ea typeface="+mn-ea"/>
                <a:cs typeface="+mn-cs"/>
              </a:defRPr>
            </a:lvl1pPr>
            <a:lvl2pPr marL="0" indent="0" algn="l" defTabSz="914400" rtl="0" eaLnBrk="1" latinLnBrk="0" hangingPunct="1">
              <a:lnSpc>
                <a:spcPct val="140000"/>
              </a:lnSpc>
              <a:spcBef>
                <a:spcPts val="180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2pPr>
            <a:lvl3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3pPr>
            <a:lvl4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4pPr>
            <a:lvl5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5pPr>
            <a:lvl6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6pPr>
            <a:lvl7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7pPr>
            <a:lvl8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8pPr>
            <a:lvl9pPr marL="0" indent="0" algn="l" defTabSz="914400" rtl="0" eaLnBrk="1" latinLnBrk="0" hangingPunct="1">
              <a:lnSpc>
                <a:spcPct val="140000"/>
              </a:lnSpc>
              <a:spcBef>
                <a:spcPts val="0"/>
              </a:spcBef>
              <a:spcAft>
                <a:spcPts val="600"/>
              </a:spcAft>
              <a:buClr>
                <a:schemeClr val="tx2"/>
              </a:buClr>
              <a:buFont typeface="Arial" panose="020B0604020202020204" pitchFamily="34" charset="0"/>
              <a:buNone/>
              <a:defRPr sz="1200" kern="1200">
                <a:solidFill>
                  <a:schemeClr val="bg1"/>
                </a:solidFill>
                <a:latin typeface="+mn-lt"/>
                <a:ea typeface="+mn-ea"/>
                <a:cs typeface="+mn-cs"/>
              </a:defRPr>
            </a:lvl9pPr>
          </a:lstStyle>
          <a:p>
            <a:r>
              <a:rPr lang="en-US" dirty="0" err="1">
                <a:solidFill>
                  <a:schemeClr val="tx1"/>
                </a:solidFill>
              </a:rPr>
              <a:t>Consectetuer</a:t>
            </a:r>
            <a:r>
              <a:rPr lang="en-US" dirty="0">
                <a:solidFill>
                  <a:schemeClr val="tx1"/>
                </a:solidFill>
              </a:rPr>
              <a:t> </a:t>
            </a:r>
            <a:r>
              <a:rPr lang="en-US" dirty="0" err="1">
                <a:solidFill>
                  <a:schemeClr val="tx1"/>
                </a:solidFill>
              </a:rPr>
              <a:t>nec</a:t>
            </a:r>
            <a:r>
              <a:rPr lang="en-US" dirty="0">
                <a:solidFill>
                  <a:schemeClr val="tx1"/>
                </a:solidFill>
              </a:rPr>
              <a:t>, </a:t>
            </a:r>
            <a:r>
              <a:rPr lang="en-US" dirty="0" err="1">
                <a:solidFill>
                  <a:schemeClr val="tx1"/>
                </a:solidFill>
              </a:rPr>
              <a:t>purus</a:t>
            </a:r>
            <a:r>
              <a:rPr lang="en-US" dirty="0">
                <a:solidFill>
                  <a:schemeClr val="tx1"/>
                </a:solidFill>
              </a:rPr>
              <a:t>:</a:t>
            </a:r>
            <a:br>
              <a:rPr lang="en-US" dirty="0">
                <a:solidFill>
                  <a:schemeClr val="tx1"/>
                </a:solidFill>
              </a:rPr>
            </a:br>
            <a:r>
              <a:rPr lang="en-US" dirty="0">
                <a:solidFill>
                  <a:schemeClr val="tx1"/>
                </a:solidFill>
              </a:rPr>
              <a:t>Integer </a:t>
            </a:r>
            <a:r>
              <a:rPr lang="en-US" dirty="0" err="1">
                <a:solidFill>
                  <a:schemeClr val="tx1"/>
                </a:solidFill>
              </a:rPr>
              <a:t>facilisis</a:t>
            </a:r>
            <a:r>
              <a:rPr lang="en-US" dirty="0">
                <a:solidFill>
                  <a:schemeClr val="tx1"/>
                </a:solidFill>
              </a:rPr>
              <a:t>, </a:t>
            </a:r>
            <a:r>
              <a:rPr lang="en-US" dirty="0" err="1">
                <a:solidFill>
                  <a:schemeClr val="tx1"/>
                </a:solidFill>
              </a:rPr>
              <a:t>sem</a:t>
            </a:r>
            <a:r>
              <a:rPr lang="en-US" dirty="0">
                <a:solidFill>
                  <a:schemeClr val="tx1"/>
                </a:solidFill>
              </a:rPr>
              <a:t> </a:t>
            </a:r>
            <a:r>
              <a:rPr lang="en-US" dirty="0" err="1">
                <a:solidFill>
                  <a:schemeClr val="tx1"/>
                </a:solidFill>
              </a:rPr>
              <a:t>ut</a:t>
            </a:r>
            <a:r>
              <a:rPr lang="en-US" dirty="0">
                <a:solidFill>
                  <a:schemeClr val="tx1"/>
                </a:solidFill>
              </a:rPr>
              <a:t> </a:t>
            </a:r>
            <a:r>
              <a:rPr lang="en-US" dirty="0" err="1">
                <a:solidFill>
                  <a:schemeClr val="tx1"/>
                </a:solidFill>
              </a:rPr>
              <a:t>blandit</a:t>
            </a:r>
            <a:r>
              <a:rPr lang="en-US" dirty="0">
                <a:solidFill>
                  <a:schemeClr val="tx1"/>
                </a:solidFill>
              </a:rPr>
              <a:t> </a:t>
            </a:r>
            <a:r>
              <a:rPr lang="en-US" dirty="0" err="1">
                <a:solidFill>
                  <a:schemeClr val="tx1"/>
                </a:solidFill>
              </a:rPr>
              <a:t>morbi</a:t>
            </a:r>
            <a:r>
              <a:rPr lang="en-US" dirty="0">
                <a:solidFill>
                  <a:schemeClr val="tx1"/>
                </a:solidFill>
              </a:rPr>
              <a:t> vestibulum, </a:t>
            </a:r>
            <a:r>
              <a:rPr lang="en-US" dirty="0" err="1">
                <a:solidFill>
                  <a:schemeClr val="tx1"/>
                </a:solidFill>
              </a:rPr>
              <a:t>felis</a:t>
            </a:r>
            <a:r>
              <a:rPr lang="en-US" dirty="0">
                <a:solidFill>
                  <a:schemeClr val="tx1"/>
                </a:solidFill>
              </a:rPr>
              <a:t> mas </a:t>
            </a:r>
            <a:r>
              <a:rPr lang="en-US" dirty="0" err="1">
                <a:solidFill>
                  <a:schemeClr val="tx1"/>
                </a:solidFill>
              </a:rPr>
              <a:t>laoreet</a:t>
            </a:r>
            <a:r>
              <a:rPr lang="en-US" dirty="0">
                <a:solidFill>
                  <a:schemeClr val="tx1"/>
                </a:solidFill>
              </a:rPr>
              <a:t> mi, </a:t>
            </a:r>
            <a:r>
              <a:rPr lang="en-US" dirty="0" err="1">
                <a:solidFill>
                  <a:schemeClr val="tx1"/>
                </a:solidFill>
              </a:rPr>
              <a:t>netus</a:t>
            </a:r>
            <a:r>
              <a:rPr lang="en-US" dirty="0">
                <a:solidFill>
                  <a:schemeClr val="tx1"/>
                </a:solidFill>
              </a:rPr>
              <a:t> Donec </a:t>
            </a:r>
            <a:r>
              <a:rPr lang="en-US" dirty="0" err="1">
                <a:solidFill>
                  <a:schemeClr val="tx1"/>
                </a:solidFill>
              </a:rPr>
              <a:t>urna</a:t>
            </a:r>
            <a:r>
              <a:rPr lang="en-US" dirty="0">
                <a:solidFill>
                  <a:schemeClr val="tx1"/>
                </a:solidFill>
              </a:rPr>
              <a:t> </a:t>
            </a:r>
            <a:r>
              <a:rPr lang="en-US" dirty="0" err="1">
                <a:solidFill>
                  <a:schemeClr val="tx1"/>
                </a:solidFill>
              </a:rPr>
              <a:t>lacus</a:t>
            </a:r>
            <a:r>
              <a:rPr lang="en-US" dirty="0">
                <a:solidFill>
                  <a:schemeClr val="tx1"/>
                </a:solidFill>
              </a:rPr>
              <a:t>, </a:t>
            </a:r>
            <a:r>
              <a:rPr lang="en-US" dirty="0" err="1">
                <a:solidFill>
                  <a:schemeClr val="tx1"/>
                </a:solidFill>
              </a:rPr>
              <a:t>tincidunt</a:t>
            </a:r>
            <a:r>
              <a:rPr lang="en-US" dirty="0">
                <a:solidFill>
                  <a:schemeClr val="tx1"/>
                </a:solidFill>
              </a:rPr>
              <a:t> sed, pedes.</a:t>
            </a:r>
          </a:p>
          <a:p>
            <a:pPr lvl="1"/>
            <a:r>
              <a:rPr lang="en-US" dirty="0">
                <a:solidFill>
                  <a:schemeClr val="tx1"/>
                </a:solidFill>
              </a:rPr>
              <a:t>Author</a:t>
            </a:r>
          </a:p>
        </p:txBody>
      </p:sp>
    </p:spTree>
    <p:extLst>
      <p:ext uri="{BB962C8B-B14F-4D97-AF65-F5344CB8AC3E}">
        <p14:creationId xmlns:p14="http://schemas.microsoft.com/office/powerpoint/2010/main" val="587303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5" name="Objekt 4" hidden="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hteck 2" hidden="1">
            <a:extLst>
              <a:ext uri="{FF2B5EF4-FFF2-40B4-BE49-F238E27FC236}">
                <a16:creationId xmlns:a16="http://schemas.microsoft.com/office/drawing/2014/main" id="{0319DF81-A5D1-46DE-BF39-95DC61F01BA1}"/>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 name="Titel 1"/>
          <p:cNvSpPr>
            <a:spLocks noGrp="1"/>
          </p:cNvSpPr>
          <p:nvPr>
            <p:ph type="title"/>
          </p:nvPr>
        </p:nvSpPr>
        <p:spPr bwMode="gray">
          <a:xfrm>
            <a:off x="479424" y="477000"/>
            <a:ext cx="11233151" cy="720000"/>
          </a:xfrm>
        </p:spPr>
        <p:txBody>
          <a:bodyPr/>
          <a:lstStyle/>
          <a:p>
            <a:r>
              <a:rPr lang="en-US" dirty="0"/>
              <a:t>Three quotations</a:t>
            </a:r>
          </a:p>
        </p:txBody>
      </p:sp>
      <p:sp>
        <p:nvSpPr>
          <p:cNvPr id="19" name="Textplatzhalter 18">
            <a:extLst>
              <a:ext uri="{FF2B5EF4-FFF2-40B4-BE49-F238E27FC236}">
                <a16:creationId xmlns:a16="http://schemas.microsoft.com/office/drawing/2014/main" id="{E313FB00-BC87-F1E1-73A0-6C391154CDA1}"/>
              </a:ext>
            </a:extLst>
          </p:cNvPr>
          <p:cNvSpPr>
            <a:spLocks noGrp="1"/>
          </p:cNvSpPr>
          <p:nvPr>
            <p:ph type="body" sz="quarter" idx="13"/>
          </p:nvPr>
        </p:nvSpPr>
        <p:spPr bwMode="gray"/>
        <p:txBody>
          <a:bodyPr/>
          <a:lstStyle/>
          <a:p>
            <a:endParaRPr lang="en-US" dirty="0"/>
          </a:p>
        </p:txBody>
      </p:sp>
      <p:sp>
        <p:nvSpPr>
          <p:cNvPr id="8" name="Fußzeilenplatzhalter 7">
            <a:extLst>
              <a:ext uri="{FF2B5EF4-FFF2-40B4-BE49-F238E27FC236}">
                <a16:creationId xmlns:a16="http://schemas.microsoft.com/office/drawing/2014/main" id="{AFEFC911-B312-C797-813A-0CE6FBC1FE66}"/>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9FED471C-9160-3A24-0AFD-FB47CCC42DA7}"/>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17</a:t>
            </a:fld>
            <a:endParaRPr lang="en-US" dirty="0"/>
          </a:p>
        </p:txBody>
      </p:sp>
      <p:sp>
        <p:nvSpPr>
          <p:cNvPr id="10" name="Textplatzhalter 2">
            <a:extLst>
              <a:ext uri="{FF2B5EF4-FFF2-40B4-BE49-F238E27FC236}">
                <a16:creationId xmlns:a16="http://schemas.microsoft.com/office/drawing/2014/main" id="{FE19FAF6-F84B-79CA-3C6C-A0DA374E8AB8}"/>
              </a:ext>
            </a:extLst>
          </p:cNvPr>
          <p:cNvSpPr txBox="1">
            <a:spLocks/>
          </p:cNvSpPr>
          <p:nvPr/>
        </p:nvSpPr>
        <p:spPr bwMode="gray">
          <a:xfrm>
            <a:off x="8148228" y="1916872"/>
            <a:ext cx="3564000" cy="2304256"/>
          </a:xfrm>
          <a:prstGeom prst="rect">
            <a:avLst/>
          </a:prstGeom>
          <a:solidFill>
            <a:srgbClr val="E0E1F6"/>
          </a:solid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“Consectetuer nec, purus:</a:t>
            </a:r>
            <a:br>
              <a:rPr lang="en-US" dirty="0"/>
            </a:br>
            <a:r>
              <a:rPr lang="en-US" dirty="0"/>
              <a:t>Integer facilisis, sem ut blandit morbi vestibulum, felis mas laoreet mi, netus Donec urna lacus, tincidunt sed, pedes.”</a:t>
            </a:r>
          </a:p>
        </p:txBody>
      </p:sp>
      <p:sp>
        <p:nvSpPr>
          <p:cNvPr id="11" name="Textplatzhalter 2">
            <a:extLst>
              <a:ext uri="{FF2B5EF4-FFF2-40B4-BE49-F238E27FC236}">
                <a16:creationId xmlns:a16="http://schemas.microsoft.com/office/drawing/2014/main" id="{C5A4042D-2503-AE8C-6494-21EB64DE4A66}"/>
              </a:ext>
            </a:extLst>
          </p:cNvPr>
          <p:cNvSpPr txBox="1">
            <a:spLocks/>
          </p:cNvSpPr>
          <p:nvPr/>
        </p:nvSpPr>
        <p:spPr bwMode="gray">
          <a:xfrm>
            <a:off x="4332196" y="1412876"/>
            <a:ext cx="3528000" cy="3455988"/>
          </a:xfrm>
          <a:prstGeom prst="rect">
            <a:avLst/>
          </a:prstGeom>
          <a:solidFill>
            <a:srgbClr val="D2F2F7"/>
          </a:solid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“Vivamus et enim, tempor consectetuer nec, purus</a:t>
            </a:r>
          </a:p>
          <a:p>
            <a:pPr marL="0" indent="0">
              <a:buNone/>
            </a:pPr>
            <a:r>
              <a:rPr lang="en-US" dirty="0"/>
              <a:t>Integer facilisis, sem ut blandit morbi vestibulum, felis mas laoreet mi, netus Donec urna lacus, tincidunt sed, pede pretium bibendum, nibh.”</a:t>
            </a:r>
          </a:p>
        </p:txBody>
      </p:sp>
      <p:sp>
        <p:nvSpPr>
          <p:cNvPr id="12" name="Textplatzhalter 2">
            <a:extLst>
              <a:ext uri="{FF2B5EF4-FFF2-40B4-BE49-F238E27FC236}">
                <a16:creationId xmlns:a16="http://schemas.microsoft.com/office/drawing/2014/main" id="{2FFF37E6-5855-4A53-66C3-03445764C3F2}"/>
              </a:ext>
            </a:extLst>
          </p:cNvPr>
          <p:cNvSpPr txBox="1">
            <a:spLocks/>
          </p:cNvSpPr>
          <p:nvPr/>
        </p:nvSpPr>
        <p:spPr bwMode="gray">
          <a:xfrm>
            <a:off x="479376" y="1917128"/>
            <a:ext cx="3564000" cy="2304000"/>
          </a:xfrm>
          <a:prstGeom prst="rect">
            <a:avLst/>
          </a:prstGeom>
          <a:solidFill>
            <a:srgbClr val="FBF9AA"/>
          </a:solid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“Vestibulum lacinia turpis.</a:t>
            </a:r>
            <a:br>
              <a:rPr lang="en-US" dirty="0"/>
            </a:br>
            <a:r>
              <a:rPr lang="en-US" dirty="0"/>
              <a:t>Aenean in dignissim cursus magna. Vivamus et enim, Integer facilisis, sem ut blandit morbi vestibulum, felis mas laoreet.”</a:t>
            </a:r>
          </a:p>
        </p:txBody>
      </p:sp>
      <p:sp>
        <p:nvSpPr>
          <p:cNvPr id="13" name="Textplatzhalter 2">
            <a:extLst>
              <a:ext uri="{FF2B5EF4-FFF2-40B4-BE49-F238E27FC236}">
                <a16:creationId xmlns:a16="http://schemas.microsoft.com/office/drawing/2014/main" id="{D46DCAAE-A20A-3DF1-C3EC-BC2532DDFD53}"/>
              </a:ext>
            </a:extLst>
          </p:cNvPr>
          <p:cNvSpPr txBox="1">
            <a:spLocks/>
          </p:cNvSpPr>
          <p:nvPr/>
        </p:nvSpPr>
        <p:spPr bwMode="gray">
          <a:xfrm>
            <a:off x="479963" y="4581208"/>
            <a:ext cx="3563400" cy="36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dirty="0"/>
              <a:t>Author</a:t>
            </a:r>
          </a:p>
        </p:txBody>
      </p:sp>
      <p:sp>
        <p:nvSpPr>
          <p:cNvPr id="26" name="Gleichschenkliges Dreieck 25">
            <a:extLst>
              <a:ext uri="{FF2B5EF4-FFF2-40B4-BE49-F238E27FC236}">
                <a16:creationId xmlns:a16="http://schemas.microsoft.com/office/drawing/2014/main" id="{F2B607D8-1E34-9393-D537-A3E55099E750}"/>
              </a:ext>
            </a:extLst>
          </p:cNvPr>
          <p:cNvSpPr/>
          <p:nvPr/>
        </p:nvSpPr>
        <p:spPr bwMode="gray">
          <a:xfrm flipV="1">
            <a:off x="587388" y="4214738"/>
            <a:ext cx="288032" cy="217265"/>
          </a:xfrm>
          <a:prstGeom prst="triangle">
            <a:avLst/>
          </a:prstGeom>
          <a:solidFill>
            <a:srgbClr val="FBF9AA"/>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7" name="Textplatzhalter 2">
            <a:extLst>
              <a:ext uri="{FF2B5EF4-FFF2-40B4-BE49-F238E27FC236}">
                <a16:creationId xmlns:a16="http://schemas.microsoft.com/office/drawing/2014/main" id="{8964E33A-5887-4A02-C347-055603DF00AA}"/>
              </a:ext>
            </a:extLst>
          </p:cNvPr>
          <p:cNvSpPr txBox="1">
            <a:spLocks/>
          </p:cNvSpPr>
          <p:nvPr/>
        </p:nvSpPr>
        <p:spPr bwMode="gray">
          <a:xfrm>
            <a:off x="4331804" y="5229240"/>
            <a:ext cx="3527909" cy="36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dirty="0"/>
              <a:t>Author</a:t>
            </a:r>
          </a:p>
        </p:txBody>
      </p:sp>
      <p:sp>
        <p:nvSpPr>
          <p:cNvPr id="28" name="Gleichschenkliges Dreieck 27">
            <a:extLst>
              <a:ext uri="{FF2B5EF4-FFF2-40B4-BE49-F238E27FC236}">
                <a16:creationId xmlns:a16="http://schemas.microsoft.com/office/drawing/2014/main" id="{03206F55-E708-9F21-781D-B2936440360E}"/>
              </a:ext>
            </a:extLst>
          </p:cNvPr>
          <p:cNvSpPr/>
          <p:nvPr/>
        </p:nvSpPr>
        <p:spPr bwMode="gray">
          <a:xfrm flipV="1">
            <a:off x="4439229" y="4866779"/>
            <a:ext cx="288032" cy="217265"/>
          </a:xfrm>
          <a:prstGeom prst="triangle">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9" name="Textplatzhalter 2">
            <a:extLst>
              <a:ext uri="{FF2B5EF4-FFF2-40B4-BE49-F238E27FC236}">
                <a16:creationId xmlns:a16="http://schemas.microsoft.com/office/drawing/2014/main" id="{F9BAEDF2-9FBF-8B00-DECB-8A301D6A1758}"/>
              </a:ext>
            </a:extLst>
          </p:cNvPr>
          <p:cNvSpPr txBox="1">
            <a:spLocks/>
          </p:cNvSpPr>
          <p:nvPr/>
        </p:nvSpPr>
        <p:spPr bwMode="gray">
          <a:xfrm>
            <a:off x="8148228" y="4581208"/>
            <a:ext cx="3563400" cy="36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dirty="0"/>
              <a:t>Author</a:t>
            </a:r>
          </a:p>
        </p:txBody>
      </p:sp>
      <p:sp>
        <p:nvSpPr>
          <p:cNvPr id="32" name="Gleichschenkliges Dreieck 31">
            <a:extLst>
              <a:ext uri="{FF2B5EF4-FFF2-40B4-BE49-F238E27FC236}">
                <a16:creationId xmlns:a16="http://schemas.microsoft.com/office/drawing/2014/main" id="{F65393FE-0C78-8779-5073-CC44669D0D64}"/>
              </a:ext>
            </a:extLst>
          </p:cNvPr>
          <p:cNvSpPr/>
          <p:nvPr/>
        </p:nvSpPr>
        <p:spPr bwMode="gray">
          <a:xfrm flipV="1">
            <a:off x="8255653" y="4217913"/>
            <a:ext cx="288032" cy="217265"/>
          </a:xfrm>
          <a:prstGeom prst="triangle">
            <a:avLst/>
          </a:prstGeom>
          <a:solidFill>
            <a:srgbClr val="E0E1F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Tree>
    <p:extLst>
      <p:ext uri="{BB962C8B-B14F-4D97-AF65-F5344CB8AC3E}">
        <p14:creationId xmlns:p14="http://schemas.microsoft.com/office/powerpoint/2010/main" val="2797297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0BCA742A-2A95-8535-24BC-427EFD8B9E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gray">
          <a:xfrm>
            <a:off x="3215680" y="1341440"/>
            <a:ext cx="936000" cy="936000"/>
          </a:xfrm>
          <a:prstGeom prst="rect">
            <a:avLst/>
          </a:prstGeom>
        </p:spPr>
      </p:pic>
      <p:sp>
        <p:nvSpPr>
          <p:cNvPr id="11" name="Textplatzhalter 10">
            <a:extLst>
              <a:ext uri="{FF2B5EF4-FFF2-40B4-BE49-F238E27FC236}">
                <a16:creationId xmlns:a16="http://schemas.microsoft.com/office/drawing/2014/main" id="{3196F515-DD5C-4985-55AB-78859511AE9E}"/>
              </a:ext>
            </a:extLst>
          </p:cNvPr>
          <p:cNvSpPr>
            <a:spLocks noGrp="1"/>
          </p:cNvSpPr>
          <p:nvPr>
            <p:ph type="body" sz="quarter" idx="13"/>
          </p:nvPr>
        </p:nvSpPr>
        <p:spPr bwMode="invGray"/>
        <p:txBody>
          <a:bodyPr/>
          <a:lstStyle/>
          <a:p>
            <a:endParaRPr lang="en-US" dirty="0"/>
          </a:p>
        </p:txBody>
      </p:sp>
      <p:sp>
        <p:nvSpPr>
          <p:cNvPr id="4" name="Fußzeilenplatzhalter 3">
            <a:extLst>
              <a:ext uri="{FF2B5EF4-FFF2-40B4-BE49-F238E27FC236}">
                <a16:creationId xmlns:a16="http://schemas.microsoft.com/office/drawing/2014/main" id="{5857908E-1F67-2579-991F-CB0BD3314133}"/>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D4445832-EF85-253A-A6A3-F08DBEABCDCB}"/>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18</a:t>
            </a:fld>
            <a:endParaRPr lang="en-US" dirty="0"/>
          </a:p>
        </p:txBody>
      </p:sp>
      <p:sp>
        <p:nvSpPr>
          <p:cNvPr id="3" name="Inhaltsplatzhalter 2">
            <a:extLst>
              <a:ext uri="{FF2B5EF4-FFF2-40B4-BE49-F238E27FC236}">
                <a16:creationId xmlns:a16="http://schemas.microsoft.com/office/drawing/2014/main" id="{011F1630-ACAB-0CC8-9644-4D2AA0D6F290}"/>
              </a:ext>
            </a:extLst>
          </p:cNvPr>
          <p:cNvSpPr txBox="1">
            <a:spLocks/>
          </p:cNvSpPr>
          <p:nvPr/>
        </p:nvSpPr>
        <p:spPr bwMode="invGray">
          <a:xfrm>
            <a:off x="4332624" y="1412874"/>
            <a:ext cx="7380000" cy="4392000"/>
          </a:xfrm>
          <a:prstGeom prst="rect">
            <a:avLst/>
          </a:prstGeom>
        </p:spPr>
        <p:txBody>
          <a:bodyPr lIns="0" tIns="0" rIns="0" bIns="0"/>
          <a:lstStyle>
            <a:lvl1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4000" b="1" kern="1200">
                <a:solidFill>
                  <a:schemeClr val="tx2"/>
                </a:solidFill>
                <a:latin typeface="+mn-lt"/>
                <a:ea typeface="+mn-ea"/>
                <a:cs typeface="+mn-cs"/>
              </a:defRPr>
            </a:lvl1pPr>
            <a:lvl2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2pPr>
            <a:lvl3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3pPr>
            <a:lvl4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4pPr>
            <a:lvl5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5pPr>
            <a:lvl6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6pPr>
            <a:lvl7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7pPr>
            <a:lvl8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8pPr>
            <a:lvl9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9pPr>
          </a:lstStyle>
          <a:p>
            <a:r>
              <a:rPr lang="en-US" dirty="0"/>
              <a:t>Quote. Proin libero dolor, tempus </a:t>
            </a:r>
            <a:r>
              <a:rPr lang="en-US" dirty="0" err="1"/>
              <a:t>eu</a:t>
            </a:r>
            <a:r>
              <a:rPr lang="en-US" dirty="0"/>
              <a:t>, </a:t>
            </a:r>
            <a:r>
              <a:rPr lang="en-US" dirty="0" err="1"/>
              <a:t>enim</a:t>
            </a:r>
            <a:r>
              <a:rPr lang="en-US" dirty="0"/>
              <a:t>. Sed </a:t>
            </a:r>
            <a:r>
              <a:rPr lang="en-US" dirty="0" err="1"/>
              <a:t>sodales</a:t>
            </a:r>
            <a:r>
              <a:rPr lang="en-US" dirty="0"/>
              <a:t> </a:t>
            </a:r>
            <a:br>
              <a:rPr lang="en-US" dirty="0"/>
            </a:br>
            <a:r>
              <a:rPr lang="en-US" dirty="0" err="1"/>
              <a:t>purus</a:t>
            </a:r>
            <a:r>
              <a:rPr lang="en-US" dirty="0"/>
              <a:t> </a:t>
            </a:r>
            <a:r>
              <a:rPr lang="en-US" dirty="0" err="1"/>
              <a:t>eget</a:t>
            </a:r>
            <a:r>
              <a:rPr lang="en-US" dirty="0"/>
              <a:t> </a:t>
            </a:r>
            <a:r>
              <a:rPr lang="en-US" dirty="0" err="1"/>
              <a:t>tortor</a:t>
            </a:r>
            <a:r>
              <a:rPr lang="en-US" dirty="0"/>
              <a:t>. Sed vitae </a:t>
            </a:r>
            <a:r>
              <a:rPr lang="en-US" dirty="0" err="1"/>
              <a:t>arcu</a:t>
            </a:r>
            <a:r>
              <a:rPr lang="en-US" dirty="0"/>
              <a:t> in dolor </a:t>
            </a:r>
            <a:r>
              <a:rPr lang="en-US" dirty="0" err="1"/>
              <a:t>blandit</a:t>
            </a:r>
            <a:r>
              <a:rPr lang="en-US" dirty="0"/>
              <a:t>. </a:t>
            </a:r>
          </a:p>
          <a:p>
            <a:pPr lvl="1"/>
            <a:r>
              <a:rPr lang="en-US" dirty="0"/>
              <a:t>Author | Position</a:t>
            </a:r>
          </a:p>
        </p:txBody>
      </p:sp>
    </p:spTree>
    <p:extLst>
      <p:ext uri="{BB962C8B-B14F-4D97-AF65-F5344CB8AC3E}">
        <p14:creationId xmlns:p14="http://schemas.microsoft.com/office/powerpoint/2010/main" val="1454409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8114F4F-3647-B807-8C01-78D3B7C7997D}"/>
              </a:ext>
            </a:extLst>
          </p:cNvPr>
          <p:cNvSpPr/>
          <p:nvPr/>
        </p:nvSpPr>
        <p:spPr bwMode="gray">
          <a:xfrm>
            <a:off x="0" y="0"/>
            <a:ext cx="12192000" cy="6858000"/>
          </a:xfrm>
          <a:prstGeom prst="rect">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9" name="Grafik 8">
            <a:extLst>
              <a:ext uri="{FF2B5EF4-FFF2-40B4-BE49-F238E27FC236}">
                <a16:creationId xmlns:a16="http://schemas.microsoft.com/office/drawing/2014/main" id="{1B25727C-67DB-46E9-FBD6-BE4EE5645365}"/>
              </a:ext>
            </a:extLst>
          </p:cNvPr>
          <p:cNvPicPr>
            <a:picLocks noChangeAspect="1"/>
          </p:cNvPicPr>
          <p:nvPr/>
        </p:nvPicPr>
        <p:blipFill rotWithShape="1">
          <a:blip>
            <a:extLst>
              <a:ext uri="{96DAC541-7B7A-43D3-8B79-37D633B846F1}">
                <asvg:svgBlip xmlns:asvg="http://schemas.microsoft.com/office/drawing/2016/SVG/main" r:embed="rId3"/>
              </a:ext>
            </a:extLst>
          </a:blip>
          <a:srcRect l="16643" r="31174"/>
          <a:stretch/>
        </p:blipFill>
        <p:spPr>
          <a:xfrm>
            <a:off x="6306890" y="512676"/>
            <a:ext cx="5886429" cy="6345324"/>
          </a:xfrm>
          <a:prstGeom prst="rect">
            <a:avLst/>
          </a:prstGeom>
        </p:spPr>
      </p:pic>
      <p:sp>
        <p:nvSpPr>
          <p:cNvPr id="7" name="Fußzeilenplatzhalter 6">
            <a:extLst>
              <a:ext uri="{FF2B5EF4-FFF2-40B4-BE49-F238E27FC236}">
                <a16:creationId xmlns:a16="http://schemas.microsoft.com/office/drawing/2014/main" id="{8C250415-4DED-C569-BA73-BAAA3C5B2F23}"/>
              </a:ext>
            </a:extLst>
          </p:cNvPr>
          <p:cNvSpPr>
            <a:spLocks noGrp="1"/>
          </p:cNvSpPr>
          <p:nvPr>
            <p:ph type="ftr" sz="quarter" idx="10"/>
          </p:nvPr>
        </p:nvSpPr>
        <p:spPr bwMode="gray"/>
        <p:txBody>
          <a:bodyPr/>
          <a:lstStyle/>
          <a:p>
            <a:r>
              <a:rPr lang="en-US" dirty="0"/>
              <a:t>Slide library    |     ONLY FOR INTERNAL USE</a:t>
            </a:r>
          </a:p>
        </p:txBody>
      </p:sp>
      <p:sp>
        <p:nvSpPr>
          <p:cNvPr id="8" name="Foliennummernplatzhalter 7">
            <a:extLst>
              <a:ext uri="{FF2B5EF4-FFF2-40B4-BE49-F238E27FC236}">
                <a16:creationId xmlns:a16="http://schemas.microsoft.com/office/drawing/2014/main" id="{A4D25DCD-5D3C-6F8D-C707-FECC88B5DB29}"/>
              </a:ext>
            </a:extLst>
          </p:cNvPr>
          <p:cNvSpPr>
            <a:spLocks noGrp="1"/>
          </p:cNvSpPr>
          <p:nvPr>
            <p:ph type="sldNum" sz="quarter" idx="11"/>
          </p:nvPr>
        </p:nvSpPr>
        <p:spPr bwMode="gray"/>
        <p:txBody>
          <a:bodyPr/>
          <a:lstStyle/>
          <a:p>
            <a:fld id="{8FF9B0DE-3FEB-4AA0-B465-B80EF7C1333D}" type="slidenum">
              <a:rPr lang="en-US" smtClean="0"/>
              <a:pPr/>
              <a:t>19</a:t>
            </a:fld>
            <a:endParaRPr lang="en-US" dirty="0"/>
          </a:p>
        </p:txBody>
      </p:sp>
      <p:sp>
        <p:nvSpPr>
          <p:cNvPr id="2" name="Inhaltsplatzhalter 2">
            <a:extLst>
              <a:ext uri="{FF2B5EF4-FFF2-40B4-BE49-F238E27FC236}">
                <a16:creationId xmlns:a16="http://schemas.microsoft.com/office/drawing/2014/main" id="{11B3AC82-80EF-5512-0CA9-5D139BDDBC12}"/>
              </a:ext>
            </a:extLst>
          </p:cNvPr>
          <p:cNvSpPr txBox="1">
            <a:spLocks/>
          </p:cNvSpPr>
          <p:nvPr/>
        </p:nvSpPr>
        <p:spPr bwMode="invGray">
          <a:xfrm>
            <a:off x="1493340" y="1412874"/>
            <a:ext cx="5472000" cy="4536000"/>
          </a:xfrm>
          <a:prstGeom prst="rect">
            <a:avLst/>
          </a:prstGeom>
        </p:spPr>
        <p:txBody>
          <a:bodyPr lIns="0" tIns="0" rIns="0" bIns="0"/>
          <a:lstStyle>
            <a:lvl1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4000" b="1" kern="1200">
                <a:solidFill>
                  <a:schemeClr val="tx2"/>
                </a:solidFill>
                <a:latin typeface="+mn-lt"/>
                <a:ea typeface="+mn-ea"/>
                <a:cs typeface="+mn-cs"/>
              </a:defRPr>
            </a:lvl1pPr>
            <a:lvl2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2pPr>
            <a:lvl3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3pPr>
            <a:lvl4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4pPr>
            <a:lvl5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5pPr>
            <a:lvl6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6pPr>
            <a:lvl7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7pPr>
            <a:lvl8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8pPr>
            <a:lvl9pPr marL="0" indent="0" algn="l" defTabSz="914400" rtl="0" eaLnBrk="1" latinLnBrk="0" hangingPunct="1">
              <a:lnSpc>
                <a:spcPct val="100000"/>
              </a:lnSpc>
              <a:spcBef>
                <a:spcPts val="4800"/>
              </a:spcBef>
              <a:spcAft>
                <a:spcPts val="0"/>
              </a:spcAft>
              <a:buClr>
                <a:schemeClr val="tx2"/>
              </a:buClr>
              <a:buFont typeface="Arial" panose="020B0604020202020204" pitchFamily="34" charset="0"/>
              <a:buNone/>
              <a:defRPr sz="1600" kern="1200">
                <a:solidFill>
                  <a:schemeClr val="bg1"/>
                </a:solidFill>
                <a:latin typeface="+mn-lt"/>
                <a:ea typeface="+mn-ea"/>
                <a:cs typeface="+mn-cs"/>
              </a:defRPr>
            </a:lvl9pPr>
          </a:lstStyle>
          <a:p>
            <a:pPr>
              <a:lnSpc>
                <a:spcPct val="100000"/>
              </a:lnSpc>
              <a:spcAft>
                <a:spcPts val="0"/>
              </a:spcAft>
            </a:pPr>
            <a:r>
              <a:rPr lang="en-US" sz="4000" dirty="0">
                <a:solidFill>
                  <a:schemeClr val="bg2"/>
                </a:solidFill>
              </a:rPr>
              <a:t>“Quote. Proin libero dolor, tempus </a:t>
            </a:r>
            <a:r>
              <a:rPr lang="en-US" sz="4000" dirty="0" err="1">
                <a:solidFill>
                  <a:schemeClr val="bg2"/>
                </a:solidFill>
              </a:rPr>
              <a:t>eu</a:t>
            </a:r>
            <a:r>
              <a:rPr lang="en-US" sz="4000" dirty="0">
                <a:solidFill>
                  <a:schemeClr val="bg2"/>
                </a:solidFill>
              </a:rPr>
              <a:t>, </a:t>
            </a:r>
            <a:r>
              <a:rPr lang="en-US" sz="4000" dirty="0" err="1">
                <a:solidFill>
                  <a:schemeClr val="bg2"/>
                </a:solidFill>
              </a:rPr>
              <a:t>enim</a:t>
            </a:r>
            <a:r>
              <a:rPr lang="en-US" sz="4000" dirty="0">
                <a:solidFill>
                  <a:schemeClr val="bg2"/>
                </a:solidFill>
              </a:rPr>
              <a:t>. Sed </a:t>
            </a:r>
            <a:r>
              <a:rPr lang="en-US" sz="4000" dirty="0" err="1">
                <a:solidFill>
                  <a:schemeClr val="bg2"/>
                </a:solidFill>
              </a:rPr>
              <a:t>sodales</a:t>
            </a:r>
            <a:r>
              <a:rPr lang="en-US" sz="4000" dirty="0">
                <a:solidFill>
                  <a:schemeClr val="bg2"/>
                </a:solidFill>
              </a:rPr>
              <a:t> </a:t>
            </a:r>
            <a:r>
              <a:rPr lang="en-US" sz="4000" dirty="0" err="1">
                <a:solidFill>
                  <a:schemeClr val="bg2"/>
                </a:solidFill>
              </a:rPr>
              <a:t>purus</a:t>
            </a:r>
            <a:r>
              <a:rPr lang="en-US" sz="4000" dirty="0">
                <a:solidFill>
                  <a:schemeClr val="bg2"/>
                </a:solidFill>
              </a:rPr>
              <a:t> </a:t>
            </a:r>
            <a:r>
              <a:rPr lang="en-US" sz="4000" dirty="0" err="1">
                <a:solidFill>
                  <a:schemeClr val="bg2"/>
                </a:solidFill>
              </a:rPr>
              <a:t>eget</a:t>
            </a:r>
            <a:r>
              <a:rPr lang="en-US" sz="4000" dirty="0">
                <a:solidFill>
                  <a:schemeClr val="bg2"/>
                </a:solidFill>
              </a:rPr>
              <a:t> </a:t>
            </a:r>
            <a:r>
              <a:rPr lang="en-US" sz="4000" dirty="0" err="1">
                <a:solidFill>
                  <a:schemeClr val="bg2"/>
                </a:solidFill>
              </a:rPr>
              <a:t>tortor</a:t>
            </a:r>
            <a:r>
              <a:rPr lang="en-US" sz="4000" dirty="0">
                <a:solidFill>
                  <a:schemeClr val="bg2"/>
                </a:solidFill>
              </a:rPr>
              <a:t>.” </a:t>
            </a:r>
          </a:p>
          <a:p>
            <a:pPr lvl="1"/>
            <a:r>
              <a:rPr lang="en-US" dirty="0">
                <a:solidFill>
                  <a:schemeClr val="bg2"/>
                </a:solidFill>
              </a:rPr>
              <a:t>Author | Position</a:t>
            </a:r>
          </a:p>
        </p:txBody>
      </p:sp>
      <p:pic>
        <p:nvPicPr>
          <p:cNvPr id="6" name="Grafik 5">
            <a:extLst>
              <a:ext uri="{FF2B5EF4-FFF2-40B4-BE49-F238E27FC236}">
                <a16:creationId xmlns:a16="http://schemas.microsoft.com/office/drawing/2014/main" id="{BF9F5962-726A-6369-8031-A2C062E938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937795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5">
            <a:extLst>
              <a:ext uri="{FF2B5EF4-FFF2-40B4-BE49-F238E27FC236}">
                <a16:creationId xmlns:a16="http://schemas.microsoft.com/office/drawing/2014/main" id="{272F5068-78F6-8E86-F4EE-E29641176B4A}"/>
              </a:ext>
            </a:extLst>
          </p:cNvPr>
          <p:cNvPicPr>
            <a:picLocks noChangeAspect="1"/>
          </p:cNvPicPr>
          <p:nvPr>
            <p:custDataLst>
              <p:tags r:id="rId1"/>
            </p:custDataLst>
          </p:nvPr>
        </p:nvPicPr>
        <p:blipFill rotWithShape="1">
          <a:blip r:embed="rId4">
            <a:extLst>
              <a:ext uri="{28A0092B-C50C-407E-A947-70E740481C1C}">
                <a14:useLocalDpi xmlns:a14="http://schemas.microsoft.com/office/drawing/2010/main" val="0"/>
              </a:ext>
            </a:extLst>
          </a:blip>
          <a:srcRect l="14805" t="1" r="15974" b="337"/>
          <a:stretch/>
        </p:blipFill>
        <p:spPr bwMode="gray">
          <a:xfrm>
            <a:off x="6240462" y="0"/>
            <a:ext cx="5951537" cy="6858000"/>
          </a:xfrm>
          <a:prstGeom prst="rect">
            <a:avLst/>
          </a:prstGeom>
        </p:spPr>
      </p:pic>
      <p:sp>
        <p:nvSpPr>
          <p:cNvPr id="7" name="Titel 6">
            <a:extLst>
              <a:ext uri="{FF2B5EF4-FFF2-40B4-BE49-F238E27FC236}">
                <a16:creationId xmlns:a16="http://schemas.microsoft.com/office/drawing/2014/main" id="{66D024ED-90EC-B805-E217-961FF43C8E76}"/>
              </a:ext>
            </a:extLst>
          </p:cNvPr>
          <p:cNvSpPr>
            <a:spLocks noGrp="1"/>
          </p:cNvSpPr>
          <p:nvPr>
            <p:ph type="title"/>
          </p:nvPr>
        </p:nvSpPr>
        <p:spPr bwMode="gray">
          <a:xfrm>
            <a:off x="479425" y="476250"/>
            <a:ext cx="5472113" cy="720725"/>
          </a:xfrm>
        </p:spPr>
        <p:txBody>
          <a:bodyPr/>
          <a:lstStyle/>
          <a:p>
            <a:r>
              <a:rPr lang="en-US" dirty="0"/>
              <a:t>Picture and text</a:t>
            </a:r>
          </a:p>
        </p:txBody>
      </p:sp>
      <p:sp>
        <p:nvSpPr>
          <p:cNvPr id="13" name="Textplatzhalter 12">
            <a:extLst>
              <a:ext uri="{FF2B5EF4-FFF2-40B4-BE49-F238E27FC236}">
                <a16:creationId xmlns:a16="http://schemas.microsoft.com/office/drawing/2014/main" id="{AAB1801C-B5F2-0C90-23D6-62AE70A15678}"/>
              </a:ext>
            </a:extLst>
          </p:cNvPr>
          <p:cNvSpPr>
            <a:spLocks noGrp="1"/>
          </p:cNvSpPr>
          <p:nvPr>
            <p:ph type="body" sz="quarter" idx="13"/>
          </p:nvPr>
        </p:nvSpPr>
        <p:spPr bwMode="gray">
          <a:xfrm>
            <a:off x="479998" y="5805280"/>
            <a:ext cx="5472000" cy="144000"/>
          </a:xfrm>
        </p:spPr>
        <p:txBody>
          <a:bodyPr/>
          <a:lstStyle/>
          <a:p>
            <a:endParaRPr lang="en-US" dirty="0"/>
          </a:p>
        </p:txBody>
      </p:sp>
      <p:sp>
        <p:nvSpPr>
          <p:cNvPr id="6" name="Fußzeilenplatzhalter 5">
            <a:extLst>
              <a:ext uri="{FF2B5EF4-FFF2-40B4-BE49-F238E27FC236}">
                <a16:creationId xmlns:a16="http://schemas.microsoft.com/office/drawing/2014/main" id="{0A0F3A9D-7431-E460-534E-1E3DA99318A3}"/>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5C620A84-93F0-65BF-D07D-34F462F4F30F}"/>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20</a:t>
            </a:fld>
            <a:endParaRPr lang="en-US" dirty="0"/>
          </a:p>
        </p:txBody>
      </p:sp>
      <p:sp>
        <p:nvSpPr>
          <p:cNvPr id="31" name="Textplatzhalter 2">
            <a:extLst>
              <a:ext uri="{FF2B5EF4-FFF2-40B4-BE49-F238E27FC236}">
                <a16:creationId xmlns:a16="http://schemas.microsoft.com/office/drawing/2014/main" id="{1922B496-7355-96CC-FF1D-AF4A785E62BD}"/>
              </a:ext>
            </a:extLst>
          </p:cNvPr>
          <p:cNvSpPr txBox="1">
            <a:spLocks/>
          </p:cNvSpPr>
          <p:nvPr/>
        </p:nvSpPr>
        <p:spPr bwMode="gray">
          <a:xfrm>
            <a:off x="479473" y="4041068"/>
            <a:ext cx="5472065" cy="1764196"/>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Lorem ipsum dolor sit amet, consectetuer adipiscing elit. Maecenas porttitor congue massa. Fusce posuere, magna sed pulvinar ultricies.</a:t>
            </a:r>
          </a:p>
        </p:txBody>
      </p:sp>
      <p:pic>
        <p:nvPicPr>
          <p:cNvPr id="11" name="Grafik 10">
            <a:extLst>
              <a:ext uri="{FF2B5EF4-FFF2-40B4-BE49-F238E27FC236}">
                <a16:creationId xmlns:a16="http://schemas.microsoft.com/office/drawing/2014/main" id="{8E4B03D3-4050-2432-D68D-77558B53F5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9376" y="2024844"/>
            <a:ext cx="1800000" cy="1800000"/>
          </a:xfrm>
          <a:prstGeom prst="rect">
            <a:avLst/>
          </a:prstGeom>
        </p:spPr>
      </p:pic>
    </p:spTree>
    <p:extLst>
      <p:ext uri="{BB962C8B-B14F-4D97-AF65-F5344CB8AC3E}">
        <p14:creationId xmlns:p14="http://schemas.microsoft.com/office/powerpoint/2010/main" val="437482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Bildplatzhalter 8">
            <a:extLst>
              <a:ext uri="{FF2B5EF4-FFF2-40B4-BE49-F238E27FC236}">
                <a16:creationId xmlns:a16="http://schemas.microsoft.com/office/drawing/2014/main" id="{6323511D-96B9-A0DC-5504-DB4CF0B457CA}"/>
              </a:ext>
            </a:extLst>
          </p:cNvPr>
          <p:cNvPicPr>
            <a:picLocks noChangeAspect="1"/>
          </p:cNvPicPr>
          <p:nvPr>
            <p:custDataLst>
              <p:tags r:id="rId1"/>
            </p:custDataLst>
          </p:nvPr>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336" b="48520"/>
          <a:stretch/>
        </p:blipFill>
        <p:spPr bwMode="gray">
          <a:xfrm>
            <a:off x="0" y="0"/>
            <a:ext cx="12192000" cy="3428999"/>
          </a:xfrm>
          <a:prstGeom prst="rect">
            <a:avLst/>
          </a:prstGeom>
        </p:spPr>
      </p:pic>
      <p:sp>
        <p:nvSpPr>
          <p:cNvPr id="13" name="Textplatzhalter 12">
            <a:extLst>
              <a:ext uri="{FF2B5EF4-FFF2-40B4-BE49-F238E27FC236}">
                <a16:creationId xmlns:a16="http://schemas.microsoft.com/office/drawing/2014/main" id="{27036DF0-B095-BA16-878D-7E228ACB40DD}"/>
              </a:ext>
            </a:extLst>
          </p:cNvPr>
          <p:cNvSpPr>
            <a:spLocks noGrp="1"/>
          </p:cNvSpPr>
          <p:nvPr>
            <p:ph type="body" sz="quarter" idx="13"/>
          </p:nvPr>
        </p:nvSpPr>
        <p:spPr bwMode="invGray"/>
        <p:txBody>
          <a:bodyPr/>
          <a:lstStyle/>
          <a:p>
            <a:endParaRPr lang="en-US" dirty="0"/>
          </a:p>
        </p:txBody>
      </p:sp>
      <p:sp>
        <p:nvSpPr>
          <p:cNvPr id="7" name="Fußzeilenplatzhalter 6">
            <a:extLst>
              <a:ext uri="{FF2B5EF4-FFF2-40B4-BE49-F238E27FC236}">
                <a16:creationId xmlns:a16="http://schemas.microsoft.com/office/drawing/2014/main" id="{A325E4DB-AE38-2EF4-55E0-F3D852C00428}"/>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8" name="Foliennummernplatzhalter 7">
            <a:extLst>
              <a:ext uri="{FF2B5EF4-FFF2-40B4-BE49-F238E27FC236}">
                <a16:creationId xmlns:a16="http://schemas.microsoft.com/office/drawing/2014/main" id="{7FC628DC-34A4-EBF2-D96C-2A769203A82D}"/>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21</a:t>
            </a:fld>
            <a:endParaRPr lang="en-US" dirty="0"/>
          </a:p>
        </p:txBody>
      </p:sp>
      <p:sp>
        <p:nvSpPr>
          <p:cNvPr id="23" name="Textplatzhalter 8">
            <a:extLst>
              <a:ext uri="{FF2B5EF4-FFF2-40B4-BE49-F238E27FC236}">
                <a16:creationId xmlns:a16="http://schemas.microsoft.com/office/drawing/2014/main" id="{EDF051DD-1282-B098-2B02-4958E436037B}"/>
              </a:ext>
            </a:extLst>
          </p:cNvPr>
          <p:cNvSpPr txBox="1">
            <a:spLocks/>
          </p:cNvSpPr>
          <p:nvPr/>
        </p:nvSpPr>
        <p:spPr bwMode="gray">
          <a:xfrm>
            <a:off x="479376" y="3933824"/>
            <a:ext cx="2016000" cy="1871439"/>
          </a:xfrm>
          <a:prstGeom prst="rect">
            <a:avLst/>
          </a:prstGeom>
          <a:noFill/>
          <a:effectLst/>
        </p:spPr>
        <p:txBody>
          <a:bodyPr wrap="square" lIns="0" tIns="0" rIns="0" bIns="0" anchor="t"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t>Photo with copy below</a:t>
            </a:r>
          </a:p>
        </p:txBody>
      </p:sp>
      <p:sp>
        <p:nvSpPr>
          <p:cNvPr id="5" name="Textplatzhalter 2">
            <a:extLst>
              <a:ext uri="{FF2B5EF4-FFF2-40B4-BE49-F238E27FC236}">
                <a16:creationId xmlns:a16="http://schemas.microsoft.com/office/drawing/2014/main" id="{0AC0078F-D544-E636-90E2-7C45AA7BBC41}"/>
              </a:ext>
            </a:extLst>
          </p:cNvPr>
          <p:cNvSpPr txBox="1">
            <a:spLocks/>
          </p:cNvSpPr>
          <p:nvPr/>
        </p:nvSpPr>
        <p:spPr bwMode="invGray">
          <a:xfrm>
            <a:off x="6240113" y="4365104"/>
            <a:ext cx="5472462" cy="144016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Lorem ipsum</a:t>
            </a:r>
          </a:p>
          <a:p>
            <a:pPr marL="0" indent="0">
              <a:buNone/>
            </a:pPr>
            <a:r>
              <a:rPr lang="en-US" dirty="0"/>
              <a:t>Maecenas semper sem vel erat. Nam condimentum dui at ped. Proin et turpis. Praesent tortor interhall, viverra id, pharetra vel, cursus sed morbi tincidunt. Proin libero dolor. </a:t>
            </a:r>
          </a:p>
        </p:txBody>
      </p:sp>
      <p:pic>
        <p:nvPicPr>
          <p:cNvPr id="6" name="Grafik 5">
            <a:extLst>
              <a:ext uri="{FF2B5EF4-FFF2-40B4-BE49-F238E27FC236}">
                <a16:creationId xmlns:a16="http://schemas.microsoft.com/office/drawing/2014/main" id="{C9786C9C-9F02-55BD-F0D3-E24946ED0F9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99756" y="4218092"/>
            <a:ext cx="1944000" cy="1944000"/>
          </a:xfrm>
          <a:prstGeom prst="rect">
            <a:avLst/>
          </a:prstGeom>
        </p:spPr>
      </p:pic>
    </p:spTree>
    <p:extLst>
      <p:ext uri="{BB962C8B-B14F-4D97-AF65-F5344CB8AC3E}">
        <p14:creationId xmlns:p14="http://schemas.microsoft.com/office/powerpoint/2010/main" val="399038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54264BCF-2DB0-BDF8-B6DA-7DC80AFE489C}"/>
              </a:ext>
            </a:extLst>
          </p:cNvPr>
          <p:cNvSpPr/>
          <p:nvPr/>
        </p:nvSpPr>
        <p:spPr bwMode="gray">
          <a:xfrm>
            <a:off x="0" y="0"/>
            <a:ext cx="12192000" cy="6858000"/>
          </a:xfrm>
          <a:prstGeom prst="rect">
            <a:avLst/>
          </a:prstGeom>
          <a:solidFill>
            <a:srgbClr val="FBF9AA"/>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28" name="Bildplatzhalter 8">
            <a:extLst>
              <a:ext uri="{FF2B5EF4-FFF2-40B4-BE49-F238E27FC236}">
                <a16:creationId xmlns:a16="http://schemas.microsoft.com/office/drawing/2014/main" id="{6323511D-96B9-A0DC-5504-DB4CF0B457CA}"/>
              </a:ext>
            </a:extLst>
          </p:cNvPr>
          <p:cNvPicPr>
            <a:picLocks noChangeAspect="1"/>
          </p:cNvPicPr>
          <p:nvPr>
            <p:custDataLst>
              <p:tags r:id="rId1"/>
            </p:custDataLst>
          </p:nvPr>
        </p:nvPicPr>
        <p:blipFill rotWithShape="1">
          <a:blip r:embed="rId4">
            <a:extLst>
              <a:ext uri="{28A0092B-C50C-407E-A947-70E740481C1C}">
                <a14:useLocalDpi xmlns:a14="http://schemas.microsoft.com/office/drawing/2010/main" val="0"/>
              </a:ext>
            </a:extLst>
          </a:blip>
          <a:srcRect t="16336" b="48520"/>
          <a:stretch/>
        </p:blipFill>
        <p:spPr bwMode="gray">
          <a:xfrm>
            <a:off x="0" y="0"/>
            <a:ext cx="12192000" cy="3428999"/>
          </a:xfrm>
          <a:prstGeom prst="rect">
            <a:avLst/>
          </a:prstGeom>
        </p:spPr>
      </p:pic>
      <p:sp>
        <p:nvSpPr>
          <p:cNvPr id="11" name="Textplatzhalter 10">
            <a:extLst>
              <a:ext uri="{FF2B5EF4-FFF2-40B4-BE49-F238E27FC236}">
                <a16:creationId xmlns:a16="http://schemas.microsoft.com/office/drawing/2014/main" id="{11AD41BC-58FF-D887-04E3-95EF5A29B783}"/>
              </a:ext>
            </a:extLst>
          </p:cNvPr>
          <p:cNvSpPr>
            <a:spLocks noGrp="1"/>
          </p:cNvSpPr>
          <p:nvPr>
            <p:ph type="body" sz="quarter" idx="13"/>
          </p:nvPr>
        </p:nvSpPr>
        <p:spPr bwMode="gray"/>
        <p:txBody>
          <a:bodyPr/>
          <a:lstStyle/>
          <a:p>
            <a:endParaRPr lang="en-US" dirty="0"/>
          </a:p>
        </p:txBody>
      </p:sp>
      <p:sp>
        <p:nvSpPr>
          <p:cNvPr id="5" name="Fußzeilenplatzhalter 4">
            <a:extLst>
              <a:ext uri="{FF2B5EF4-FFF2-40B4-BE49-F238E27FC236}">
                <a16:creationId xmlns:a16="http://schemas.microsoft.com/office/drawing/2014/main" id="{5150182D-6AAE-D1DE-C2F1-F082BA681425}"/>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8" name="Foliennummernplatzhalter 7">
            <a:extLst>
              <a:ext uri="{FF2B5EF4-FFF2-40B4-BE49-F238E27FC236}">
                <a16:creationId xmlns:a16="http://schemas.microsoft.com/office/drawing/2014/main" id="{70043FAE-963A-B9AD-C9F1-A6BA86C30B99}"/>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22</a:t>
            </a:fld>
            <a:endParaRPr lang="en-US" dirty="0"/>
          </a:p>
        </p:txBody>
      </p:sp>
      <p:sp>
        <p:nvSpPr>
          <p:cNvPr id="23" name="Textplatzhalter 8">
            <a:extLst>
              <a:ext uri="{FF2B5EF4-FFF2-40B4-BE49-F238E27FC236}">
                <a16:creationId xmlns:a16="http://schemas.microsoft.com/office/drawing/2014/main" id="{EDF051DD-1282-B098-2B02-4958E436037B}"/>
              </a:ext>
            </a:extLst>
          </p:cNvPr>
          <p:cNvSpPr txBox="1">
            <a:spLocks/>
          </p:cNvSpPr>
          <p:nvPr/>
        </p:nvSpPr>
        <p:spPr bwMode="gray">
          <a:xfrm>
            <a:off x="479376" y="3933824"/>
            <a:ext cx="2016000" cy="1871439"/>
          </a:xfrm>
          <a:prstGeom prst="rect">
            <a:avLst/>
          </a:prstGeom>
          <a:noFill/>
          <a:effectLst/>
        </p:spPr>
        <p:txBody>
          <a:bodyPr wrap="square" lIns="0" tIns="0" rIns="0" bIns="0" anchor="t"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Photo with copy below</a:t>
            </a:r>
          </a:p>
        </p:txBody>
      </p:sp>
      <p:sp>
        <p:nvSpPr>
          <p:cNvPr id="6" name="Textplatzhalter 2">
            <a:extLst>
              <a:ext uri="{FF2B5EF4-FFF2-40B4-BE49-F238E27FC236}">
                <a16:creationId xmlns:a16="http://schemas.microsoft.com/office/drawing/2014/main" id="{B774A418-C35C-ECC7-BFB0-DAED8D14C9DF}"/>
              </a:ext>
            </a:extLst>
          </p:cNvPr>
          <p:cNvSpPr txBox="1">
            <a:spLocks/>
          </p:cNvSpPr>
          <p:nvPr/>
        </p:nvSpPr>
        <p:spPr bwMode="gray">
          <a:xfrm>
            <a:off x="6240113" y="4365104"/>
            <a:ext cx="5472462" cy="144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Maecenas semper sem vel erat. Nam condimentum dui at ped. Proin et turpis. Praesent tortor interhall, viverra id, pharetra vel, cursus sed morbi tincidunt. Proin libero dolor. </a:t>
            </a:r>
          </a:p>
        </p:txBody>
      </p:sp>
      <p:pic>
        <p:nvPicPr>
          <p:cNvPr id="4" name="Grafik 3">
            <a:extLst>
              <a:ext uri="{FF2B5EF4-FFF2-40B4-BE49-F238E27FC236}">
                <a16:creationId xmlns:a16="http://schemas.microsoft.com/office/drawing/2014/main" id="{B1FD8F4D-94D6-A6C8-558C-B90B861E65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9425" y="6165826"/>
            <a:ext cx="2027830" cy="356899"/>
          </a:xfrm>
          <a:prstGeom prst="rect">
            <a:avLst/>
          </a:prstGeom>
        </p:spPr>
      </p:pic>
      <p:pic>
        <p:nvPicPr>
          <p:cNvPr id="3" name="Grafik 2">
            <a:extLst>
              <a:ext uri="{FF2B5EF4-FFF2-40B4-BE49-F238E27FC236}">
                <a16:creationId xmlns:a16="http://schemas.microsoft.com/office/drawing/2014/main" id="{C35B6196-C5CB-19EE-709A-FB3C0E4DAA5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99756" y="4218092"/>
            <a:ext cx="1944000" cy="1944000"/>
          </a:xfrm>
          <a:prstGeom prst="rect">
            <a:avLst/>
          </a:prstGeom>
        </p:spPr>
      </p:pic>
    </p:spTree>
    <p:extLst>
      <p:ext uri="{BB962C8B-B14F-4D97-AF65-F5344CB8AC3E}">
        <p14:creationId xmlns:p14="http://schemas.microsoft.com/office/powerpoint/2010/main" val="3947479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platzhalter 2">
            <a:extLst>
              <a:ext uri="{FF2B5EF4-FFF2-40B4-BE49-F238E27FC236}">
                <a16:creationId xmlns:a16="http://schemas.microsoft.com/office/drawing/2014/main" id="{D417A2DC-D495-5529-0709-C062571FB57D}"/>
              </a:ext>
            </a:extLst>
          </p:cNvPr>
          <p:cNvSpPr txBox="1">
            <a:spLocks/>
          </p:cNvSpPr>
          <p:nvPr/>
        </p:nvSpPr>
        <p:spPr bwMode="gray">
          <a:xfrm>
            <a:off x="479472" y="1412776"/>
            <a:ext cx="2592000" cy="4392488"/>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p:txBody>
      </p:sp>
      <p:sp>
        <p:nvSpPr>
          <p:cNvPr id="17" name="Textplatzhalter 2">
            <a:extLst>
              <a:ext uri="{FF2B5EF4-FFF2-40B4-BE49-F238E27FC236}">
                <a16:creationId xmlns:a16="http://schemas.microsoft.com/office/drawing/2014/main" id="{04D1DD00-66D4-06BF-58B9-04D45D98776A}"/>
              </a:ext>
            </a:extLst>
          </p:cNvPr>
          <p:cNvSpPr txBox="1">
            <a:spLocks/>
          </p:cNvSpPr>
          <p:nvPr/>
        </p:nvSpPr>
        <p:spPr bwMode="gray">
          <a:xfrm>
            <a:off x="6240112" y="1412776"/>
            <a:ext cx="2592000" cy="4392488"/>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p:txBody>
      </p:sp>
      <p:sp>
        <p:nvSpPr>
          <p:cNvPr id="18" name="Textplatzhalter 2">
            <a:extLst>
              <a:ext uri="{FF2B5EF4-FFF2-40B4-BE49-F238E27FC236}">
                <a16:creationId xmlns:a16="http://schemas.microsoft.com/office/drawing/2014/main" id="{442ED672-7507-C5D5-28F0-E13227FB14CC}"/>
              </a:ext>
            </a:extLst>
          </p:cNvPr>
          <p:cNvSpPr txBox="1">
            <a:spLocks/>
          </p:cNvSpPr>
          <p:nvPr/>
        </p:nvSpPr>
        <p:spPr bwMode="gray">
          <a:xfrm>
            <a:off x="9120624" y="1412776"/>
            <a:ext cx="2592000" cy="4392488"/>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p:txBody>
      </p:sp>
      <p:sp>
        <p:nvSpPr>
          <p:cNvPr id="14" name="Textplatzhalter 2">
            <a:extLst>
              <a:ext uri="{FF2B5EF4-FFF2-40B4-BE49-F238E27FC236}">
                <a16:creationId xmlns:a16="http://schemas.microsoft.com/office/drawing/2014/main" id="{4C515CE2-EE41-AB68-4A3D-37E55E08CD95}"/>
              </a:ext>
            </a:extLst>
          </p:cNvPr>
          <p:cNvSpPr txBox="1">
            <a:spLocks/>
          </p:cNvSpPr>
          <p:nvPr/>
        </p:nvSpPr>
        <p:spPr bwMode="ltGray">
          <a:xfrm>
            <a:off x="3359696" y="1412776"/>
            <a:ext cx="2591842" cy="4392488"/>
          </a:xfrm>
          <a:prstGeom prst="rect">
            <a:avLst/>
          </a:prstGeom>
          <a:solidFill>
            <a:schemeClr val="bg2"/>
          </a:solid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solidFill>
                  <a:schemeClr val="tx2"/>
                </a:solidFill>
              </a:rPr>
              <a:t>Lorem ipsum</a:t>
            </a:r>
          </a:p>
        </p:txBody>
      </p:sp>
      <p:graphicFrame>
        <p:nvGraphicFramePr>
          <p:cNvPr id="3" name="Objekt 2" hidden="1"/>
          <p:cNvGraphicFramePr>
            <a:graphicFrameLocks/>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9" imgW="360" imgH="360" progId="TCLayout.ActiveDocument.1">
                  <p:embed/>
                </p:oleObj>
              </mc:Choice>
              <mc:Fallback>
                <p:oleObj name="think-cell Folie" r:id="rId9" imgW="360" imgH="360" progId="TCLayout.ActiveDocument.1">
                  <p:embed/>
                  <p:pic>
                    <p:nvPicPr>
                      <p:cNvPr id="3" name="Objekt 2" hidden="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hteck 3" hidden="1">
            <a:extLst>
              <a:ext uri="{FF2B5EF4-FFF2-40B4-BE49-F238E27FC236}">
                <a16:creationId xmlns:a16="http://schemas.microsoft.com/office/drawing/2014/main" id="{D33012F9-FF1A-407C-9B75-FB51DE460F1A}"/>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2" name="Titel 11">
            <a:extLst>
              <a:ext uri="{FF2B5EF4-FFF2-40B4-BE49-F238E27FC236}">
                <a16:creationId xmlns:a16="http://schemas.microsoft.com/office/drawing/2014/main" id="{CEFB9339-0D21-328A-5F54-66CD51A65FFC}"/>
              </a:ext>
            </a:extLst>
          </p:cNvPr>
          <p:cNvSpPr>
            <a:spLocks noGrp="1"/>
          </p:cNvSpPr>
          <p:nvPr>
            <p:ph type="title"/>
          </p:nvPr>
        </p:nvSpPr>
        <p:spPr bwMode="gray">
          <a:xfrm>
            <a:off x="479424" y="477000"/>
            <a:ext cx="11233151" cy="720000"/>
          </a:xfrm>
        </p:spPr>
        <p:txBody>
          <a:bodyPr/>
          <a:lstStyle/>
          <a:p>
            <a:r>
              <a:rPr lang="en-US" dirty="0"/>
              <a:t>Textboxes with photo in register order</a:t>
            </a:r>
          </a:p>
        </p:txBody>
      </p:sp>
      <p:sp>
        <p:nvSpPr>
          <p:cNvPr id="25" name="Textplatzhalter 24">
            <a:extLst>
              <a:ext uri="{FF2B5EF4-FFF2-40B4-BE49-F238E27FC236}">
                <a16:creationId xmlns:a16="http://schemas.microsoft.com/office/drawing/2014/main" id="{62BBC7FB-3A61-F5EA-660B-8A03ECCA379D}"/>
              </a:ext>
            </a:extLst>
          </p:cNvPr>
          <p:cNvSpPr>
            <a:spLocks noGrp="1"/>
          </p:cNvSpPr>
          <p:nvPr>
            <p:ph type="body" sz="quarter" idx="13"/>
          </p:nvPr>
        </p:nvSpPr>
        <p:spPr bwMode="gray"/>
        <p:txBody>
          <a:bodyPr/>
          <a:lstStyle/>
          <a:p>
            <a:endParaRPr lang="en-US" dirty="0"/>
          </a:p>
        </p:txBody>
      </p:sp>
      <p:sp>
        <p:nvSpPr>
          <p:cNvPr id="20" name="Fußzeilenplatzhalter 19">
            <a:extLst>
              <a:ext uri="{FF2B5EF4-FFF2-40B4-BE49-F238E27FC236}">
                <a16:creationId xmlns:a16="http://schemas.microsoft.com/office/drawing/2014/main" id="{6CB7272B-7B0A-A7ED-E879-0D4D41D7BC8A}"/>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21" name="Foliennummernplatzhalter 20">
            <a:extLst>
              <a:ext uri="{FF2B5EF4-FFF2-40B4-BE49-F238E27FC236}">
                <a16:creationId xmlns:a16="http://schemas.microsoft.com/office/drawing/2014/main" id="{740B4897-10EF-4581-7E57-922EEC18F9EC}"/>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23</a:t>
            </a:fld>
            <a:endParaRPr lang="en-US" dirty="0"/>
          </a:p>
        </p:txBody>
      </p:sp>
      <p:pic>
        <p:nvPicPr>
          <p:cNvPr id="19" name="Grafik 18">
            <a:extLst>
              <a:ext uri="{FF2B5EF4-FFF2-40B4-BE49-F238E27FC236}">
                <a16:creationId xmlns:a16="http://schemas.microsoft.com/office/drawing/2014/main" id="{913E4957-5393-4F74-E09A-D12B46126442}"/>
              </a:ext>
            </a:extLst>
          </p:cNvPr>
          <p:cNvPicPr>
            <a:picLocks noChangeAspect="1"/>
          </p:cNvPicPr>
          <p:nvPr>
            <p:custDataLst>
              <p:tags r:id="rId3"/>
            </p:custDataLst>
          </p:nvPr>
        </p:nvPicPr>
        <p:blipFill rotWithShape="1">
          <a:blip r:embed="rId11" cstate="print">
            <a:extLst>
              <a:ext uri="{28A0092B-C50C-407E-A947-70E740481C1C}">
                <a14:useLocalDpi xmlns:a14="http://schemas.microsoft.com/office/drawing/2010/main" val="0"/>
              </a:ext>
            </a:extLst>
          </a:blip>
          <a:srcRect t="17975" b="16167"/>
          <a:stretch/>
        </p:blipFill>
        <p:spPr bwMode="gray">
          <a:xfrm>
            <a:off x="3359811" y="2060848"/>
            <a:ext cx="2591728" cy="1368152"/>
          </a:xfrm>
          <a:prstGeom prst="rect">
            <a:avLst/>
          </a:prstGeom>
        </p:spPr>
      </p:pic>
      <p:pic>
        <p:nvPicPr>
          <p:cNvPr id="2" name="Grafik 1">
            <a:extLst>
              <a:ext uri="{FF2B5EF4-FFF2-40B4-BE49-F238E27FC236}">
                <a16:creationId xmlns:a16="http://schemas.microsoft.com/office/drawing/2014/main" id="{EE2747AC-19EB-688B-B8C2-C949919DBA2A}"/>
              </a:ext>
            </a:extLst>
          </p:cNvPr>
          <p:cNvPicPr>
            <a:picLocks noChangeAspect="1"/>
          </p:cNvPicPr>
          <p:nvPr>
            <p:custDataLst>
              <p:tags r:id="rId4"/>
            </p:custDataLst>
          </p:nvPr>
        </p:nvPicPr>
        <p:blipFill rotWithShape="1">
          <a:blip r:embed="rId11" cstate="print">
            <a:extLst>
              <a:ext uri="{28A0092B-C50C-407E-A947-70E740481C1C}">
                <a14:useLocalDpi xmlns:a14="http://schemas.microsoft.com/office/drawing/2010/main" val="0"/>
              </a:ext>
            </a:extLst>
          </a:blip>
          <a:srcRect t="17975" b="16167"/>
          <a:stretch/>
        </p:blipFill>
        <p:spPr bwMode="gray">
          <a:xfrm>
            <a:off x="479472" y="2060848"/>
            <a:ext cx="2591728" cy="1368152"/>
          </a:xfrm>
          <a:prstGeom prst="rect">
            <a:avLst/>
          </a:prstGeom>
        </p:spPr>
      </p:pic>
      <p:pic>
        <p:nvPicPr>
          <p:cNvPr id="5" name="Grafik 4">
            <a:extLst>
              <a:ext uri="{FF2B5EF4-FFF2-40B4-BE49-F238E27FC236}">
                <a16:creationId xmlns:a16="http://schemas.microsoft.com/office/drawing/2014/main" id="{33B6CF80-7404-81F2-8E5B-26D0DDE89888}"/>
              </a:ext>
            </a:extLst>
          </p:cNvPr>
          <p:cNvPicPr>
            <a:picLocks noChangeAspect="1"/>
          </p:cNvPicPr>
          <p:nvPr>
            <p:custDataLst>
              <p:tags r:id="rId5"/>
            </p:custDataLst>
          </p:nvPr>
        </p:nvPicPr>
        <p:blipFill rotWithShape="1">
          <a:blip r:embed="rId11" cstate="print">
            <a:extLst>
              <a:ext uri="{28A0092B-C50C-407E-A947-70E740481C1C}">
                <a14:useLocalDpi xmlns:a14="http://schemas.microsoft.com/office/drawing/2010/main" val="0"/>
              </a:ext>
            </a:extLst>
          </a:blip>
          <a:srcRect t="17975" b="16167"/>
          <a:stretch/>
        </p:blipFill>
        <p:spPr bwMode="gray">
          <a:xfrm>
            <a:off x="6240384" y="2060848"/>
            <a:ext cx="2591728" cy="1368152"/>
          </a:xfrm>
          <a:prstGeom prst="rect">
            <a:avLst/>
          </a:prstGeom>
        </p:spPr>
      </p:pic>
      <p:pic>
        <p:nvPicPr>
          <p:cNvPr id="6" name="Grafik 5">
            <a:extLst>
              <a:ext uri="{FF2B5EF4-FFF2-40B4-BE49-F238E27FC236}">
                <a16:creationId xmlns:a16="http://schemas.microsoft.com/office/drawing/2014/main" id="{F59FE3F8-9103-6CBB-B369-D09B6825C954}"/>
              </a:ext>
            </a:extLst>
          </p:cNvPr>
          <p:cNvPicPr>
            <a:picLocks noChangeAspect="1"/>
          </p:cNvPicPr>
          <p:nvPr>
            <p:custDataLst>
              <p:tags r:id="rId6"/>
            </p:custDataLst>
          </p:nvPr>
        </p:nvPicPr>
        <p:blipFill rotWithShape="1">
          <a:blip r:embed="rId11" cstate="print">
            <a:extLst>
              <a:ext uri="{28A0092B-C50C-407E-A947-70E740481C1C}">
                <a14:useLocalDpi xmlns:a14="http://schemas.microsoft.com/office/drawing/2010/main" val="0"/>
              </a:ext>
            </a:extLst>
          </a:blip>
          <a:srcRect t="17975" b="16167"/>
          <a:stretch/>
        </p:blipFill>
        <p:spPr bwMode="gray">
          <a:xfrm>
            <a:off x="9120896" y="2060848"/>
            <a:ext cx="2591728" cy="1368152"/>
          </a:xfrm>
          <a:prstGeom prst="rect">
            <a:avLst/>
          </a:prstGeom>
        </p:spPr>
      </p:pic>
      <p:sp>
        <p:nvSpPr>
          <p:cNvPr id="8" name="Textplatzhalter 2">
            <a:extLst>
              <a:ext uri="{FF2B5EF4-FFF2-40B4-BE49-F238E27FC236}">
                <a16:creationId xmlns:a16="http://schemas.microsoft.com/office/drawing/2014/main" id="{E4614E62-F256-8816-122F-F58640F85C40}"/>
              </a:ext>
            </a:extLst>
          </p:cNvPr>
          <p:cNvSpPr txBox="1">
            <a:spLocks/>
          </p:cNvSpPr>
          <p:nvPr/>
        </p:nvSpPr>
        <p:spPr bwMode="gray">
          <a:xfrm>
            <a:off x="3359696" y="3429000"/>
            <a:ext cx="2591842" cy="2376264"/>
          </a:xfrm>
          <a:prstGeom prst="rect">
            <a:avLst/>
          </a:prstGeom>
          <a:noFill/>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solidFill>
                  <a:schemeClr val="tx2"/>
                </a:solidFill>
              </a:rPr>
              <a:t>Proin libero dolor, tempus ullamcorpe</a:t>
            </a:r>
            <a:br>
              <a:rPr lang="en-US" dirty="0">
                <a:solidFill>
                  <a:schemeClr val="tx2"/>
                </a:solidFill>
              </a:rPr>
            </a:br>
            <a:r>
              <a:rPr lang="en-US" dirty="0">
                <a:solidFill>
                  <a:schemeClr val="tx2"/>
                </a:solidFill>
              </a:rPr>
              <a:t>vel, vitae arcu in dolor blandit. Maecenas semper sem cum erat. </a:t>
            </a:r>
          </a:p>
        </p:txBody>
      </p:sp>
      <p:sp>
        <p:nvSpPr>
          <p:cNvPr id="9" name="Textplatzhalter 2">
            <a:extLst>
              <a:ext uri="{FF2B5EF4-FFF2-40B4-BE49-F238E27FC236}">
                <a16:creationId xmlns:a16="http://schemas.microsoft.com/office/drawing/2014/main" id="{DCE4491A-F446-D178-1D75-0399857D5E56}"/>
              </a:ext>
            </a:extLst>
          </p:cNvPr>
          <p:cNvSpPr txBox="1">
            <a:spLocks/>
          </p:cNvSpPr>
          <p:nvPr/>
        </p:nvSpPr>
        <p:spPr bwMode="gray">
          <a:xfrm>
            <a:off x="6240113" y="3429000"/>
            <a:ext cx="2592000" cy="2376264"/>
          </a:xfrm>
          <a:prstGeom prst="rect">
            <a:avLst/>
          </a:prstGeom>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Proin libero dolor, tempus ullamcorpe</a:t>
            </a:r>
            <a:br>
              <a:rPr lang="en-US" dirty="0"/>
            </a:br>
            <a:r>
              <a:rPr lang="en-US" dirty="0"/>
              <a:t>vel, vitae arcu in dolor blandit. Maecenas semper sem cum erat. </a:t>
            </a:r>
          </a:p>
        </p:txBody>
      </p:sp>
      <p:sp>
        <p:nvSpPr>
          <p:cNvPr id="10" name="Textplatzhalter 2">
            <a:extLst>
              <a:ext uri="{FF2B5EF4-FFF2-40B4-BE49-F238E27FC236}">
                <a16:creationId xmlns:a16="http://schemas.microsoft.com/office/drawing/2014/main" id="{E881A82F-D984-9C1A-642E-812F1AF55BB8}"/>
              </a:ext>
            </a:extLst>
          </p:cNvPr>
          <p:cNvSpPr txBox="1">
            <a:spLocks/>
          </p:cNvSpPr>
          <p:nvPr/>
        </p:nvSpPr>
        <p:spPr bwMode="gray">
          <a:xfrm>
            <a:off x="9120624" y="3429000"/>
            <a:ext cx="2592000" cy="2376264"/>
          </a:xfrm>
          <a:prstGeom prst="rect">
            <a:avLst/>
          </a:prstGeom>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Proin libero dolor, tempus ullamcorpe</a:t>
            </a:r>
            <a:br>
              <a:rPr lang="en-US" dirty="0"/>
            </a:br>
            <a:r>
              <a:rPr lang="en-US" dirty="0"/>
              <a:t>vel, vitae arcu in dolor blandit. Maecenas semper sem cum erat. </a:t>
            </a:r>
          </a:p>
        </p:txBody>
      </p:sp>
      <p:sp>
        <p:nvSpPr>
          <p:cNvPr id="11" name="Textplatzhalter 2">
            <a:extLst>
              <a:ext uri="{FF2B5EF4-FFF2-40B4-BE49-F238E27FC236}">
                <a16:creationId xmlns:a16="http://schemas.microsoft.com/office/drawing/2014/main" id="{B8990185-FE0C-B6C9-D223-F02EE8588CAE}"/>
              </a:ext>
            </a:extLst>
          </p:cNvPr>
          <p:cNvSpPr txBox="1">
            <a:spLocks/>
          </p:cNvSpPr>
          <p:nvPr/>
        </p:nvSpPr>
        <p:spPr bwMode="gray">
          <a:xfrm>
            <a:off x="479472" y="3429000"/>
            <a:ext cx="2592000" cy="2376264"/>
          </a:xfrm>
          <a:prstGeom prst="rect">
            <a:avLst/>
          </a:prstGeom>
        </p:spPr>
        <p:txBody>
          <a:bodyPr vert="horz" lIns="144000" tIns="144000" rIns="14400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Proin libero dolor, tempus ullamcorpe</a:t>
            </a:r>
            <a:br>
              <a:rPr lang="en-US" dirty="0"/>
            </a:br>
            <a:r>
              <a:rPr lang="en-US" dirty="0"/>
              <a:t>vel, vitae arcu in dolor blandit. Maecenas semper sem cum erat. </a:t>
            </a:r>
          </a:p>
        </p:txBody>
      </p:sp>
    </p:spTree>
    <p:extLst>
      <p:ext uri="{BB962C8B-B14F-4D97-AF65-F5344CB8AC3E}">
        <p14:creationId xmlns:p14="http://schemas.microsoft.com/office/powerpoint/2010/main" val="2625257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Bildplatzhalter 8">
            <a:extLst>
              <a:ext uri="{FF2B5EF4-FFF2-40B4-BE49-F238E27FC236}">
                <a16:creationId xmlns:a16="http://schemas.microsoft.com/office/drawing/2014/main" id="{3E691B71-988A-0F14-5CA3-67BC25B95115}"/>
              </a:ext>
            </a:extLst>
          </p:cNvPr>
          <p:cNvPicPr>
            <a:picLocks noChangeAspect="1"/>
          </p:cNvPicPr>
          <p:nvPr>
            <p:custDataLst>
              <p:tags r:id="rId1"/>
            </p:custDataLst>
          </p:nvPr>
        </p:nvPicPr>
        <p:blipFill rotWithShape="1">
          <a:blip r:embed="rId5">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16336" b="48520"/>
          <a:stretch/>
        </p:blipFill>
        <p:spPr bwMode="gray">
          <a:xfrm>
            <a:off x="0" y="-1"/>
            <a:ext cx="12192000" cy="3429001"/>
          </a:xfrm>
          <a:prstGeom prst="rect">
            <a:avLst/>
          </a:prstGeom>
        </p:spPr>
      </p:pic>
      <p:graphicFrame>
        <p:nvGraphicFramePr>
          <p:cNvPr id="6" name="Objekt 5" hidden="1">
            <a:extLst>
              <a:ext uri="{FF2B5EF4-FFF2-40B4-BE49-F238E27FC236}">
                <a16:creationId xmlns:a16="http://schemas.microsoft.com/office/drawing/2014/main" id="{24B674FF-496D-48E1-BE53-C569E8EFEFF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7" imgW="270" imgH="270" progId="TCLayout.ActiveDocument.1">
                  <p:embed/>
                </p:oleObj>
              </mc:Choice>
              <mc:Fallback>
                <p:oleObj name="think-cell Folie" r:id="rId7" imgW="270" imgH="270" progId="TCLayout.ActiveDocument.1">
                  <p:embed/>
                  <p:pic>
                    <p:nvPicPr>
                      <p:cNvPr id="6" name="Objekt 5" hidden="1">
                        <a:extLst>
                          <a:ext uri="{FF2B5EF4-FFF2-40B4-BE49-F238E27FC236}">
                            <a16:creationId xmlns:a16="http://schemas.microsoft.com/office/drawing/2014/main" id="{24B674FF-496D-48E1-BE53-C569E8EFEFF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1" name="Textplatzhalter 10">
            <a:extLst>
              <a:ext uri="{FF2B5EF4-FFF2-40B4-BE49-F238E27FC236}">
                <a16:creationId xmlns:a16="http://schemas.microsoft.com/office/drawing/2014/main" id="{056D9860-7BFC-B448-4E27-A87B7D25A229}"/>
              </a:ext>
            </a:extLst>
          </p:cNvPr>
          <p:cNvSpPr>
            <a:spLocks noGrp="1"/>
          </p:cNvSpPr>
          <p:nvPr>
            <p:ph type="body" sz="quarter" idx="13"/>
          </p:nvPr>
        </p:nvSpPr>
        <p:spPr bwMode="invGray"/>
        <p:txBody>
          <a:bodyPr/>
          <a:lstStyle/>
          <a:p>
            <a:endParaRPr lang="en-US" dirty="0"/>
          </a:p>
        </p:txBody>
      </p:sp>
      <p:sp>
        <p:nvSpPr>
          <p:cNvPr id="4" name="Fußzeilenplatzhalter 3">
            <a:extLst>
              <a:ext uri="{FF2B5EF4-FFF2-40B4-BE49-F238E27FC236}">
                <a16:creationId xmlns:a16="http://schemas.microsoft.com/office/drawing/2014/main" id="{430A154A-ADD0-1335-7A95-8A9E5D4884EB}"/>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F927CC11-E313-E682-B035-D6310AD9CF53}"/>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24</a:t>
            </a:fld>
            <a:endParaRPr lang="en-US" dirty="0"/>
          </a:p>
        </p:txBody>
      </p:sp>
      <p:sp>
        <p:nvSpPr>
          <p:cNvPr id="26" name="Textplatzhalter 8">
            <a:extLst>
              <a:ext uri="{FF2B5EF4-FFF2-40B4-BE49-F238E27FC236}">
                <a16:creationId xmlns:a16="http://schemas.microsoft.com/office/drawing/2014/main" id="{6EAFEC9A-A8C1-38CC-6329-944D13355C3A}"/>
              </a:ext>
            </a:extLst>
          </p:cNvPr>
          <p:cNvSpPr txBox="1">
            <a:spLocks/>
          </p:cNvSpPr>
          <p:nvPr/>
        </p:nvSpPr>
        <p:spPr bwMode="gray">
          <a:xfrm>
            <a:off x="9696624" y="4185084"/>
            <a:ext cx="2016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32</a:t>
            </a:r>
          </a:p>
        </p:txBody>
      </p:sp>
      <p:sp>
        <p:nvSpPr>
          <p:cNvPr id="27" name="Textplatzhalter 8">
            <a:extLst>
              <a:ext uri="{FF2B5EF4-FFF2-40B4-BE49-F238E27FC236}">
                <a16:creationId xmlns:a16="http://schemas.microsoft.com/office/drawing/2014/main" id="{9A94A6CA-0584-0690-006C-A8A00968F08D}"/>
              </a:ext>
            </a:extLst>
          </p:cNvPr>
          <p:cNvSpPr txBox="1">
            <a:spLocks/>
          </p:cNvSpPr>
          <p:nvPr/>
        </p:nvSpPr>
        <p:spPr bwMode="gray">
          <a:xfrm>
            <a:off x="479376" y="3933824"/>
            <a:ext cx="2016000" cy="1871439"/>
          </a:xfrm>
          <a:prstGeom prst="rect">
            <a:avLst/>
          </a:prstGeom>
          <a:noFill/>
          <a:effectLst/>
        </p:spPr>
        <p:txBody>
          <a:bodyPr wrap="square" lIns="0" tIns="0" rIns="0" bIns="0" anchor="t"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t>Data overview</a:t>
            </a:r>
          </a:p>
        </p:txBody>
      </p:sp>
      <p:sp>
        <p:nvSpPr>
          <p:cNvPr id="30" name="Textplatzhalter 8">
            <a:extLst>
              <a:ext uri="{FF2B5EF4-FFF2-40B4-BE49-F238E27FC236}">
                <a16:creationId xmlns:a16="http://schemas.microsoft.com/office/drawing/2014/main" id="{66EAA300-44A0-D7AB-0B54-A404C63A4738}"/>
              </a:ext>
            </a:extLst>
          </p:cNvPr>
          <p:cNvSpPr txBox="1">
            <a:spLocks/>
          </p:cNvSpPr>
          <p:nvPr/>
        </p:nvSpPr>
        <p:spPr bwMode="gray">
          <a:xfrm>
            <a:off x="7390566" y="4185084"/>
            <a:ext cx="2016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4</a:t>
            </a:r>
          </a:p>
        </p:txBody>
      </p:sp>
      <p:sp>
        <p:nvSpPr>
          <p:cNvPr id="34" name="Textplatzhalter 8">
            <a:extLst>
              <a:ext uri="{FF2B5EF4-FFF2-40B4-BE49-F238E27FC236}">
                <a16:creationId xmlns:a16="http://schemas.microsoft.com/office/drawing/2014/main" id="{C3EF7093-93C3-3126-D99D-E2E48C66CB27}"/>
              </a:ext>
            </a:extLst>
          </p:cNvPr>
          <p:cNvSpPr txBox="1">
            <a:spLocks/>
          </p:cNvSpPr>
          <p:nvPr/>
        </p:nvSpPr>
        <p:spPr bwMode="gray">
          <a:xfrm>
            <a:off x="5083471" y="4185084"/>
            <a:ext cx="2016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8</a:t>
            </a:r>
          </a:p>
        </p:txBody>
      </p:sp>
      <p:sp>
        <p:nvSpPr>
          <p:cNvPr id="47" name="Textplatzhalter 8">
            <a:extLst>
              <a:ext uri="{FF2B5EF4-FFF2-40B4-BE49-F238E27FC236}">
                <a16:creationId xmlns:a16="http://schemas.microsoft.com/office/drawing/2014/main" id="{D47A79FC-4F20-6E05-0A40-819BFD320247}"/>
              </a:ext>
            </a:extLst>
          </p:cNvPr>
          <p:cNvSpPr txBox="1">
            <a:spLocks/>
          </p:cNvSpPr>
          <p:nvPr/>
        </p:nvSpPr>
        <p:spPr bwMode="gray">
          <a:xfrm>
            <a:off x="2779375" y="4185084"/>
            <a:ext cx="2016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12</a:t>
            </a:r>
          </a:p>
        </p:txBody>
      </p:sp>
      <p:sp>
        <p:nvSpPr>
          <p:cNvPr id="56" name="Textplatzhalter 2">
            <a:extLst>
              <a:ext uri="{FF2B5EF4-FFF2-40B4-BE49-F238E27FC236}">
                <a16:creationId xmlns:a16="http://schemas.microsoft.com/office/drawing/2014/main" id="{A986AFA5-6AD5-94C6-0B26-CABAED1B4AAC}"/>
              </a:ext>
            </a:extLst>
          </p:cNvPr>
          <p:cNvSpPr txBox="1">
            <a:spLocks/>
          </p:cNvSpPr>
          <p:nvPr/>
        </p:nvSpPr>
        <p:spPr bwMode="invGray">
          <a:xfrm>
            <a:off x="5083367" y="4905164"/>
            <a:ext cx="2016000" cy="9001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Proin libero commodo</a:t>
            </a:r>
          </a:p>
        </p:txBody>
      </p:sp>
      <p:sp>
        <p:nvSpPr>
          <p:cNvPr id="57" name="Textplatzhalter 2">
            <a:extLst>
              <a:ext uri="{FF2B5EF4-FFF2-40B4-BE49-F238E27FC236}">
                <a16:creationId xmlns:a16="http://schemas.microsoft.com/office/drawing/2014/main" id="{6D2AF177-AD13-D9E8-5A9A-A79A762EF650}"/>
              </a:ext>
            </a:extLst>
          </p:cNvPr>
          <p:cNvSpPr txBox="1">
            <a:spLocks/>
          </p:cNvSpPr>
          <p:nvPr/>
        </p:nvSpPr>
        <p:spPr bwMode="invGray">
          <a:xfrm>
            <a:off x="2779271" y="4905164"/>
            <a:ext cx="2016000" cy="9001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 sit amet</a:t>
            </a:r>
          </a:p>
        </p:txBody>
      </p:sp>
      <p:sp>
        <p:nvSpPr>
          <p:cNvPr id="58" name="Textplatzhalter 2">
            <a:extLst>
              <a:ext uri="{FF2B5EF4-FFF2-40B4-BE49-F238E27FC236}">
                <a16:creationId xmlns:a16="http://schemas.microsoft.com/office/drawing/2014/main" id="{D6C119F6-BF93-40E4-7D9F-7E47CB5B3205}"/>
              </a:ext>
            </a:extLst>
          </p:cNvPr>
          <p:cNvSpPr txBox="1">
            <a:spLocks/>
          </p:cNvSpPr>
          <p:nvPr/>
        </p:nvSpPr>
        <p:spPr bwMode="invGray">
          <a:xfrm>
            <a:off x="7390462" y="4905164"/>
            <a:ext cx="2016000" cy="9001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Maecenas dias sit</a:t>
            </a:r>
          </a:p>
        </p:txBody>
      </p:sp>
      <p:sp>
        <p:nvSpPr>
          <p:cNvPr id="59" name="Textplatzhalter 2">
            <a:extLst>
              <a:ext uri="{FF2B5EF4-FFF2-40B4-BE49-F238E27FC236}">
                <a16:creationId xmlns:a16="http://schemas.microsoft.com/office/drawing/2014/main" id="{4CC06D1C-E2C5-58D4-7AF8-26896A54C589}"/>
              </a:ext>
            </a:extLst>
          </p:cNvPr>
          <p:cNvSpPr txBox="1">
            <a:spLocks/>
          </p:cNvSpPr>
          <p:nvPr/>
        </p:nvSpPr>
        <p:spPr bwMode="invGray">
          <a:xfrm>
            <a:off x="9696520" y="4905164"/>
            <a:ext cx="2016000" cy="9001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Sed vitae arcu bin</a:t>
            </a:r>
          </a:p>
        </p:txBody>
      </p:sp>
    </p:spTree>
    <p:extLst>
      <p:ext uri="{BB962C8B-B14F-4D97-AF65-F5344CB8AC3E}">
        <p14:creationId xmlns:p14="http://schemas.microsoft.com/office/powerpoint/2010/main" val="22119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platzhalter 2">
            <a:extLst>
              <a:ext uri="{FF2B5EF4-FFF2-40B4-BE49-F238E27FC236}">
                <a16:creationId xmlns:a16="http://schemas.microsoft.com/office/drawing/2014/main" id="{366D3358-8E9C-1FF7-7E79-A83D513237B5}"/>
              </a:ext>
            </a:extLst>
          </p:cNvPr>
          <p:cNvSpPr txBox="1">
            <a:spLocks/>
          </p:cNvSpPr>
          <p:nvPr/>
        </p:nvSpPr>
        <p:spPr bwMode="ltGray">
          <a:xfrm>
            <a:off x="4331804" y="5157264"/>
            <a:ext cx="3636000" cy="648000"/>
          </a:xfrm>
          <a:prstGeom prst="rect">
            <a:avLst/>
          </a:prstGeom>
          <a:solidFill>
            <a:schemeClr val="bg2"/>
          </a:solidFill>
        </p:spPr>
        <p:txBody>
          <a:bodyPr vert="horz" lIns="720000" tIns="0" rIns="14400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Dolor amet sit cum et.</a:t>
            </a:r>
          </a:p>
        </p:txBody>
      </p:sp>
      <p:sp>
        <p:nvSpPr>
          <p:cNvPr id="25" name="Textplatzhalter 2">
            <a:extLst>
              <a:ext uri="{FF2B5EF4-FFF2-40B4-BE49-F238E27FC236}">
                <a16:creationId xmlns:a16="http://schemas.microsoft.com/office/drawing/2014/main" id="{3D9F3CBC-A641-377B-9546-22AE108A3BFB}"/>
              </a:ext>
            </a:extLst>
          </p:cNvPr>
          <p:cNvSpPr txBox="1">
            <a:spLocks/>
          </p:cNvSpPr>
          <p:nvPr/>
        </p:nvSpPr>
        <p:spPr bwMode="ltGray">
          <a:xfrm>
            <a:off x="8040215" y="1412875"/>
            <a:ext cx="3672359" cy="648000"/>
          </a:xfrm>
          <a:prstGeom prst="rect">
            <a:avLst/>
          </a:prstGeom>
          <a:solidFill>
            <a:schemeClr val="bg2"/>
          </a:solidFill>
        </p:spPr>
        <p:txBody>
          <a:bodyPr vert="horz" lIns="936000" tIns="0" rIns="14400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 sit amet.</a:t>
            </a:r>
          </a:p>
        </p:txBody>
      </p:sp>
      <p:sp>
        <p:nvSpPr>
          <p:cNvPr id="10" name="Titel 9">
            <a:extLst>
              <a:ext uri="{FF2B5EF4-FFF2-40B4-BE49-F238E27FC236}">
                <a16:creationId xmlns:a16="http://schemas.microsoft.com/office/drawing/2014/main" id="{17E2BE3B-EDFE-39D2-4992-4BC143046869}"/>
              </a:ext>
            </a:extLst>
          </p:cNvPr>
          <p:cNvSpPr>
            <a:spLocks noGrp="1"/>
          </p:cNvSpPr>
          <p:nvPr>
            <p:ph type="title"/>
          </p:nvPr>
        </p:nvSpPr>
        <p:spPr bwMode="gray"/>
        <p:txBody>
          <a:bodyPr/>
          <a:lstStyle/>
          <a:p>
            <a:r>
              <a:rPr lang="en-US" dirty="0"/>
              <a:t>Collage of images with text</a:t>
            </a:r>
          </a:p>
        </p:txBody>
      </p:sp>
      <p:sp>
        <p:nvSpPr>
          <p:cNvPr id="11" name="Textplatzhalter 10">
            <a:extLst>
              <a:ext uri="{FF2B5EF4-FFF2-40B4-BE49-F238E27FC236}">
                <a16:creationId xmlns:a16="http://schemas.microsoft.com/office/drawing/2014/main" id="{4E6DEE31-1BA3-DB00-AA46-88E273666DD1}"/>
              </a:ext>
            </a:extLst>
          </p:cNvPr>
          <p:cNvSpPr>
            <a:spLocks noGrp="1"/>
          </p:cNvSpPr>
          <p:nvPr>
            <p:ph type="body" sz="quarter" idx="13"/>
          </p:nvPr>
        </p:nvSpPr>
        <p:spPr bwMode="gray"/>
        <p:txBody>
          <a:bodyPr/>
          <a:lstStyle/>
          <a:p>
            <a:endParaRPr lang="en-US" dirty="0"/>
          </a:p>
        </p:txBody>
      </p:sp>
      <p:pic>
        <p:nvPicPr>
          <p:cNvPr id="12" name="Grafik 11">
            <a:extLst>
              <a:ext uri="{FF2B5EF4-FFF2-40B4-BE49-F238E27FC236}">
                <a16:creationId xmlns:a16="http://schemas.microsoft.com/office/drawing/2014/main" id="{AF16B190-903E-21EE-BA2E-1FB3FDCEE9C2}"/>
              </a:ext>
            </a:extLst>
          </p:cNvPr>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0683" r="980" b="20540"/>
          <a:stretch/>
        </p:blipFill>
        <p:spPr bwMode="gray">
          <a:xfrm>
            <a:off x="4332288" y="1412775"/>
            <a:ext cx="3635920" cy="1728193"/>
          </a:xfrm>
          <a:prstGeom prst="rect">
            <a:avLst/>
          </a:prstGeom>
        </p:spPr>
      </p:pic>
      <p:pic>
        <p:nvPicPr>
          <p:cNvPr id="14" name="Grafik 13">
            <a:extLst>
              <a:ext uri="{FF2B5EF4-FFF2-40B4-BE49-F238E27FC236}">
                <a16:creationId xmlns:a16="http://schemas.microsoft.com/office/drawing/2014/main" id="{E4574D8A-F6FE-4CC1-1AF1-F25B06ACBCDD}"/>
              </a:ext>
            </a:extLst>
          </p:cNvPr>
          <p:cNvPicPr>
            <a:picLocks noChangeAspect="1"/>
          </p:cNvPicPr>
          <p:nvPr>
            <p:custDataLst>
              <p:tags r:id="rId2"/>
            </p:custDataLst>
          </p:nvPr>
        </p:nvPicPr>
        <p:blipFill rotWithShape="1">
          <a:blip r:embed="rId7" cstate="print">
            <a:extLst>
              <a:ext uri="{28A0092B-C50C-407E-A947-70E740481C1C}">
                <a14:useLocalDpi xmlns:a14="http://schemas.microsoft.com/office/drawing/2010/main" val="0"/>
              </a:ext>
            </a:extLst>
          </a:blip>
          <a:srcRect t="20683" b="20550"/>
          <a:stretch/>
        </p:blipFill>
        <p:spPr bwMode="gray">
          <a:xfrm>
            <a:off x="8039990" y="4077072"/>
            <a:ext cx="3672586" cy="1728192"/>
          </a:xfrm>
          <a:prstGeom prst="rect">
            <a:avLst/>
          </a:prstGeom>
        </p:spPr>
      </p:pic>
      <p:pic>
        <p:nvPicPr>
          <p:cNvPr id="15" name="Grafik 14">
            <a:extLst>
              <a:ext uri="{FF2B5EF4-FFF2-40B4-BE49-F238E27FC236}">
                <a16:creationId xmlns:a16="http://schemas.microsoft.com/office/drawing/2014/main" id="{8822C357-5673-F433-AAD2-4A3EED255589}"/>
              </a:ext>
            </a:extLst>
          </p:cNvPr>
          <p:cNvPicPr>
            <a:picLocks noChangeAspect="1"/>
          </p:cNvPicPr>
          <p:nvPr>
            <p:custDataLst>
              <p:tags r:id="rId3"/>
            </p:custDataLst>
          </p:nvPr>
        </p:nvPicPr>
        <p:blipFill rotWithShape="1">
          <a:blip r:embed="rId7" cstate="print">
            <a:extLst>
              <a:ext uri="{28A0092B-C50C-407E-A947-70E740481C1C}">
                <a14:useLocalDpi xmlns:a14="http://schemas.microsoft.com/office/drawing/2010/main" val="0"/>
              </a:ext>
            </a:extLst>
          </a:blip>
          <a:srcRect t="18234" r="980" b="18091"/>
          <a:stretch/>
        </p:blipFill>
        <p:spPr bwMode="gray">
          <a:xfrm>
            <a:off x="4332288" y="3212976"/>
            <a:ext cx="3635920" cy="1872208"/>
          </a:xfrm>
          <a:prstGeom prst="rect">
            <a:avLst/>
          </a:prstGeom>
        </p:spPr>
      </p:pic>
      <p:sp>
        <p:nvSpPr>
          <p:cNvPr id="16" name="Textplatzhalter 2">
            <a:extLst>
              <a:ext uri="{FF2B5EF4-FFF2-40B4-BE49-F238E27FC236}">
                <a16:creationId xmlns:a16="http://schemas.microsoft.com/office/drawing/2014/main" id="{06C986CD-0128-3C04-ED0B-2DE1388EC788}"/>
              </a:ext>
            </a:extLst>
          </p:cNvPr>
          <p:cNvSpPr txBox="1">
            <a:spLocks/>
          </p:cNvSpPr>
          <p:nvPr/>
        </p:nvSpPr>
        <p:spPr bwMode="gray">
          <a:xfrm>
            <a:off x="479473" y="1412875"/>
            <a:ext cx="3564299" cy="43923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 dolor sit</a:t>
            </a:r>
          </a:p>
          <a:p>
            <a:pPr marL="0" indent="0">
              <a:buNone/>
            </a:pPr>
            <a:r>
              <a:rPr lang="en-US" dirty="0"/>
              <a:t>Consetetur sadipscing elitr, tresed sit diam nonumy eirmod tempor invidunt ut labore et dolore magna aliquyam erat, sed diadiam nonumy.</a:t>
            </a:r>
          </a:p>
          <a:p>
            <a:pPr marL="0" indent="0">
              <a:buNone/>
            </a:pPr>
            <a:r>
              <a:rPr lang="en-US" dirty="0"/>
              <a:t>Consetetur sadipscing elitr, tresed et diam nonumy eirmod tempor invidunt ut labore et dolore magna.</a:t>
            </a:r>
          </a:p>
        </p:txBody>
      </p:sp>
      <p:pic>
        <p:nvPicPr>
          <p:cNvPr id="21" name="Grafik 20">
            <a:extLst>
              <a:ext uri="{FF2B5EF4-FFF2-40B4-BE49-F238E27FC236}">
                <a16:creationId xmlns:a16="http://schemas.microsoft.com/office/drawing/2014/main" id="{A650A78E-C041-FEB9-C199-5F980DAF96E0}"/>
              </a:ext>
            </a:extLst>
          </p:cNvPr>
          <p:cNvPicPr>
            <a:picLocks noChangeAspect="1"/>
          </p:cNvPicPr>
          <p:nvPr>
            <p:custDataLst>
              <p:tags r:id="rId4"/>
            </p:custDataLst>
          </p:nvPr>
        </p:nvPicPr>
        <p:blipFill rotWithShape="1">
          <a:blip r:embed="rId7" cstate="print">
            <a:extLst>
              <a:ext uri="{28A0092B-C50C-407E-A947-70E740481C1C}">
                <a14:useLocalDpi xmlns:a14="http://schemas.microsoft.com/office/drawing/2010/main" val="0"/>
              </a:ext>
            </a:extLst>
          </a:blip>
          <a:srcRect t="18234" r="-12" b="18091"/>
          <a:stretch/>
        </p:blipFill>
        <p:spPr bwMode="gray">
          <a:xfrm>
            <a:off x="8040265" y="2132856"/>
            <a:ext cx="3672359" cy="1872208"/>
          </a:xfrm>
          <a:prstGeom prst="rect">
            <a:avLst/>
          </a:prstGeom>
        </p:spPr>
      </p:pic>
      <p:pic>
        <p:nvPicPr>
          <p:cNvPr id="22" name="Grafik 21">
            <a:extLst>
              <a:ext uri="{FF2B5EF4-FFF2-40B4-BE49-F238E27FC236}">
                <a16:creationId xmlns:a16="http://schemas.microsoft.com/office/drawing/2014/main" id="{AEA72A0D-1879-6EB8-ACBF-E020A8DD2D6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4403868" y="5229256"/>
            <a:ext cx="504000" cy="504000"/>
          </a:xfrm>
          <a:prstGeom prst="rect">
            <a:avLst/>
          </a:prstGeom>
        </p:spPr>
      </p:pic>
      <p:sp>
        <p:nvSpPr>
          <p:cNvPr id="23" name="Textplatzhalter 8">
            <a:extLst>
              <a:ext uri="{FF2B5EF4-FFF2-40B4-BE49-F238E27FC236}">
                <a16:creationId xmlns:a16="http://schemas.microsoft.com/office/drawing/2014/main" id="{E7466BAA-6211-8033-051A-9F72D9648275}"/>
              </a:ext>
            </a:extLst>
          </p:cNvPr>
          <p:cNvSpPr txBox="1">
            <a:spLocks/>
          </p:cNvSpPr>
          <p:nvPr/>
        </p:nvSpPr>
        <p:spPr bwMode="gray">
          <a:xfrm>
            <a:off x="8040217" y="1412776"/>
            <a:ext cx="720080" cy="648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t>36%</a:t>
            </a:r>
          </a:p>
        </p:txBody>
      </p:sp>
      <p:sp>
        <p:nvSpPr>
          <p:cNvPr id="4" name="Fußzeilenplatzhalter 3">
            <a:extLst>
              <a:ext uri="{FF2B5EF4-FFF2-40B4-BE49-F238E27FC236}">
                <a16:creationId xmlns:a16="http://schemas.microsoft.com/office/drawing/2014/main" id="{A382DED0-7E78-8605-70A5-B91CD1668F08}"/>
              </a:ext>
            </a:extLst>
          </p:cNvPr>
          <p:cNvSpPr>
            <a:spLocks noGrp="1"/>
          </p:cNvSpPr>
          <p:nvPr>
            <p:ph type="ftr" sz="quarter" idx="10"/>
          </p:nvPr>
        </p:nvSpPr>
        <p:spPr bwMode="gray"/>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AD6DBC93-6BC3-6F8E-EFEB-9813AF5B318C}"/>
              </a:ext>
            </a:extLst>
          </p:cNvPr>
          <p:cNvSpPr>
            <a:spLocks noGrp="1"/>
          </p:cNvSpPr>
          <p:nvPr>
            <p:ph type="sldNum" sz="quarter" idx="11"/>
          </p:nvPr>
        </p:nvSpPr>
        <p:spPr bwMode="gray"/>
        <p:txBody>
          <a:bodyPr/>
          <a:lstStyle/>
          <a:p>
            <a:fld id="{8FF9B0DE-3FEB-4AA0-B465-B80EF7C1333D}" type="slidenum">
              <a:rPr lang="en-US" smtClean="0"/>
              <a:pPr/>
              <a:t>25</a:t>
            </a:fld>
            <a:endParaRPr lang="en-US" dirty="0"/>
          </a:p>
        </p:txBody>
      </p:sp>
    </p:spTree>
    <p:extLst>
      <p:ext uri="{BB962C8B-B14F-4D97-AF65-F5344CB8AC3E}">
        <p14:creationId xmlns:p14="http://schemas.microsoft.com/office/powerpoint/2010/main" val="3507640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el 14">
            <a:extLst>
              <a:ext uri="{FF2B5EF4-FFF2-40B4-BE49-F238E27FC236}">
                <a16:creationId xmlns:a16="http://schemas.microsoft.com/office/drawing/2014/main" id="{58C3889C-0D55-4003-BF93-543127FC22A9}"/>
              </a:ext>
            </a:extLst>
          </p:cNvPr>
          <p:cNvSpPr>
            <a:spLocks noGrp="1"/>
          </p:cNvSpPr>
          <p:nvPr>
            <p:ph type="title"/>
          </p:nvPr>
        </p:nvSpPr>
        <p:spPr bwMode="gray">
          <a:xfrm>
            <a:off x="479425" y="476250"/>
            <a:ext cx="3563938" cy="720725"/>
          </a:xfrm>
        </p:spPr>
        <p:txBody>
          <a:bodyPr/>
          <a:lstStyle/>
          <a:p>
            <a:r>
              <a:rPr lang="en-US" dirty="0"/>
              <a:t>Laptop screen</a:t>
            </a:r>
          </a:p>
        </p:txBody>
      </p:sp>
      <p:sp>
        <p:nvSpPr>
          <p:cNvPr id="9" name="Textplatzhalter 8">
            <a:extLst>
              <a:ext uri="{FF2B5EF4-FFF2-40B4-BE49-F238E27FC236}">
                <a16:creationId xmlns:a16="http://schemas.microsoft.com/office/drawing/2014/main" id="{5EC2186B-61AF-D2EE-ABD6-E9D35EF256C6}"/>
              </a:ext>
            </a:extLst>
          </p:cNvPr>
          <p:cNvSpPr>
            <a:spLocks noGrp="1"/>
          </p:cNvSpPr>
          <p:nvPr>
            <p:ph type="body" sz="quarter" idx="13"/>
          </p:nvPr>
        </p:nvSpPr>
        <p:spPr bwMode="gray">
          <a:xfrm>
            <a:off x="479998" y="5805280"/>
            <a:ext cx="3564000" cy="144000"/>
          </a:xfrm>
        </p:spPr>
        <p:txBody>
          <a:bodyPr/>
          <a:lstStyle/>
          <a:p>
            <a:endParaRPr lang="en-US" dirty="0"/>
          </a:p>
        </p:txBody>
      </p:sp>
      <p:sp>
        <p:nvSpPr>
          <p:cNvPr id="4" name="Fußzeilenplatzhalter 3">
            <a:extLst>
              <a:ext uri="{FF2B5EF4-FFF2-40B4-BE49-F238E27FC236}">
                <a16:creationId xmlns:a16="http://schemas.microsoft.com/office/drawing/2014/main" id="{C99242E9-44A6-59FF-0692-C980535F29E0}"/>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CA12C67C-B393-45E4-F694-D4F130AD677B}"/>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26</a:t>
            </a:fld>
            <a:endParaRPr lang="en-US" dirty="0"/>
          </a:p>
        </p:txBody>
      </p:sp>
      <p:pic>
        <p:nvPicPr>
          <p:cNvPr id="17" name="Grafik 16">
            <a:extLst>
              <a:ext uri="{FF2B5EF4-FFF2-40B4-BE49-F238E27FC236}">
                <a16:creationId xmlns:a16="http://schemas.microsoft.com/office/drawing/2014/main" id="{F9EE563B-9BBA-48FC-0C1E-11AE5E383338}"/>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gray">
          <a:xfrm>
            <a:off x="3796689" y="476250"/>
            <a:ext cx="9644127" cy="5473700"/>
          </a:xfrm>
          <a:custGeom>
            <a:avLst/>
            <a:gdLst>
              <a:gd name="connsiteX0" fmla="*/ 1036491 w 8815658"/>
              <a:gd name="connsiteY0" fmla="*/ 290646 h 5003488"/>
              <a:gd name="connsiteX1" fmla="*/ 1036491 w 8815658"/>
              <a:gd name="connsiteY1" fmla="*/ 4495446 h 5003488"/>
              <a:gd name="connsiteX2" fmla="*/ 7840491 w 8815658"/>
              <a:gd name="connsiteY2" fmla="*/ 4495446 h 5003488"/>
              <a:gd name="connsiteX3" fmla="*/ 7840491 w 8815658"/>
              <a:gd name="connsiteY3" fmla="*/ 290646 h 5003488"/>
              <a:gd name="connsiteX4" fmla="*/ 0 w 8815658"/>
              <a:gd name="connsiteY4" fmla="*/ 0 h 5003488"/>
              <a:gd name="connsiteX5" fmla="*/ 8815658 w 8815658"/>
              <a:gd name="connsiteY5" fmla="*/ 0 h 5003488"/>
              <a:gd name="connsiteX6" fmla="*/ 8815658 w 8815658"/>
              <a:gd name="connsiteY6" fmla="*/ 5003488 h 5003488"/>
              <a:gd name="connsiteX7" fmla="*/ 0 w 8815658"/>
              <a:gd name="connsiteY7" fmla="*/ 5003488 h 5003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15658" h="5003488">
                <a:moveTo>
                  <a:pt x="1036491" y="290646"/>
                </a:moveTo>
                <a:lnTo>
                  <a:pt x="1036491" y="4495446"/>
                </a:lnTo>
                <a:lnTo>
                  <a:pt x="7840491" y="4495446"/>
                </a:lnTo>
                <a:lnTo>
                  <a:pt x="7840491" y="290646"/>
                </a:lnTo>
                <a:close/>
                <a:moveTo>
                  <a:pt x="0" y="0"/>
                </a:moveTo>
                <a:lnTo>
                  <a:pt x="8815658" y="0"/>
                </a:lnTo>
                <a:lnTo>
                  <a:pt x="8815658" y="5003488"/>
                </a:lnTo>
                <a:lnTo>
                  <a:pt x="0" y="5003488"/>
                </a:lnTo>
                <a:close/>
              </a:path>
            </a:pathLst>
          </a:custGeom>
        </p:spPr>
      </p:pic>
      <p:sp>
        <p:nvSpPr>
          <p:cNvPr id="21" name="Textplatzhalter 2">
            <a:extLst>
              <a:ext uri="{FF2B5EF4-FFF2-40B4-BE49-F238E27FC236}">
                <a16:creationId xmlns:a16="http://schemas.microsoft.com/office/drawing/2014/main" id="{5E65FA33-ACE6-9F5F-1774-381A5DE7153F}"/>
              </a:ext>
            </a:extLst>
          </p:cNvPr>
          <p:cNvSpPr txBox="1">
            <a:spLocks/>
          </p:cNvSpPr>
          <p:nvPr/>
        </p:nvSpPr>
        <p:spPr bwMode="gray">
          <a:xfrm>
            <a:off x="479473" y="2600908"/>
            <a:ext cx="3564299" cy="3204356"/>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 dolor sit amet</a:t>
            </a:r>
          </a:p>
          <a:p>
            <a:pPr marL="0" indent="0">
              <a:buNone/>
            </a:pPr>
            <a:r>
              <a:rPr lang="en-US" dirty="0"/>
              <a:t>Proin libero tempus ullamcorpe enim. Sed sodales purus eget tortor. Sed vitae arcu in dolor condimentum ullamcorpe posuere, magna sed pulvinar ultricies, purus lectus malesuada libero, sit amet commodo magna eros quis urna.</a:t>
            </a:r>
          </a:p>
        </p:txBody>
      </p:sp>
      <p:pic>
        <p:nvPicPr>
          <p:cNvPr id="22" name="Grafik 21">
            <a:extLst>
              <a:ext uri="{FF2B5EF4-FFF2-40B4-BE49-F238E27FC236}">
                <a16:creationId xmlns:a16="http://schemas.microsoft.com/office/drawing/2014/main" id="{6D72CCD1-51B2-8FB9-6CC6-947784116BD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gray">
          <a:xfrm>
            <a:off x="479376" y="1880566"/>
            <a:ext cx="576000" cy="576000"/>
          </a:xfrm>
          <a:prstGeom prst="rect">
            <a:avLst/>
          </a:prstGeom>
        </p:spPr>
      </p:pic>
      <p:pic>
        <p:nvPicPr>
          <p:cNvPr id="6" name="Grafik 5">
            <a:extLst>
              <a:ext uri="{FF2B5EF4-FFF2-40B4-BE49-F238E27FC236}">
                <a16:creationId xmlns:a16="http://schemas.microsoft.com/office/drawing/2014/main" id="{CA13B8F4-C2ED-6FCD-18F5-90452ECF6DC0}"/>
              </a:ext>
            </a:extLst>
          </p:cNvPr>
          <p:cNvPicPr>
            <a:picLocks noChangeAspect="1"/>
          </p:cNvPicPr>
          <p:nvPr/>
        </p:nvPicPr>
        <p:blipFill rotWithShape="1">
          <a:blip>
            <a:extLst>
              <a:ext uri="{96DAC541-7B7A-43D3-8B79-37D633B846F1}">
                <asvg:svgBlip xmlns:asvg="http://schemas.microsoft.com/office/drawing/2016/SVG/main" r:embed="rId6"/>
              </a:ext>
            </a:extLst>
          </a:blip>
          <a:srcRect r="9725"/>
          <a:stretch/>
        </p:blipFill>
        <p:spPr>
          <a:xfrm>
            <a:off x="4930177" y="780379"/>
            <a:ext cx="7443419" cy="4637971"/>
          </a:xfrm>
          <a:prstGeom prst="rect">
            <a:avLst/>
          </a:prstGeom>
        </p:spPr>
      </p:pic>
    </p:spTree>
    <p:extLst>
      <p:ext uri="{BB962C8B-B14F-4D97-AF65-F5344CB8AC3E}">
        <p14:creationId xmlns:p14="http://schemas.microsoft.com/office/powerpoint/2010/main" val="1447384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9A2681D8-2D7C-94B0-607C-E954F1E62682}"/>
              </a:ext>
            </a:extLst>
          </p:cNvPr>
          <p:cNvSpPr/>
          <p:nvPr/>
        </p:nvSpPr>
        <p:spPr bwMode="ltGray">
          <a:xfrm>
            <a:off x="0" y="3969060"/>
            <a:ext cx="12192000" cy="288894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1" name="Textplatzhalter 2">
            <a:extLst>
              <a:ext uri="{FF2B5EF4-FFF2-40B4-BE49-F238E27FC236}">
                <a16:creationId xmlns:a16="http://schemas.microsoft.com/office/drawing/2014/main" id="{65A8E776-5859-9A81-33E7-957735A4A847}"/>
              </a:ext>
            </a:extLst>
          </p:cNvPr>
          <p:cNvSpPr txBox="1">
            <a:spLocks/>
          </p:cNvSpPr>
          <p:nvPr/>
        </p:nvSpPr>
        <p:spPr bwMode="gray">
          <a:xfrm>
            <a:off x="479424" y="3969060"/>
            <a:ext cx="2592000" cy="1836204"/>
          </a:xfrm>
          <a:prstGeom prst="rect">
            <a:avLst/>
          </a:prstGeom>
        </p:spPr>
        <p:txBody>
          <a:bodyPr vert="horz" lIns="0" tIns="288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Proin libero dolor, tempus ullamcorpe vel, vitae arcu in dolor blandit. Maecenas semper sem cum vel erat. </a:t>
            </a:r>
          </a:p>
        </p:txBody>
      </p:sp>
      <p:sp>
        <p:nvSpPr>
          <p:cNvPr id="22" name="Textplatzhalter 2">
            <a:extLst>
              <a:ext uri="{FF2B5EF4-FFF2-40B4-BE49-F238E27FC236}">
                <a16:creationId xmlns:a16="http://schemas.microsoft.com/office/drawing/2014/main" id="{135BB3FA-ACE3-4C78-E052-FE17C06457CD}"/>
              </a:ext>
            </a:extLst>
          </p:cNvPr>
          <p:cNvSpPr txBox="1">
            <a:spLocks/>
          </p:cNvSpPr>
          <p:nvPr/>
        </p:nvSpPr>
        <p:spPr bwMode="gray">
          <a:xfrm>
            <a:off x="3359792" y="3969060"/>
            <a:ext cx="2592000" cy="1836204"/>
          </a:xfrm>
          <a:prstGeom prst="rect">
            <a:avLst/>
          </a:prstGeom>
        </p:spPr>
        <p:txBody>
          <a:bodyPr vert="horz" lIns="0" tIns="288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Proin libero dolor, tempus ullamcorpe vel, vitae arcu in dolor blandit. Maecenas semper sem cum vel erat. </a:t>
            </a:r>
          </a:p>
        </p:txBody>
      </p:sp>
      <p:sp>
        <p:nvSpPr>
          <p:cNvPr id="23" name="Textplatzhalter 2">
            <a:extLst>
              <a:ext uri="{FF2B5EF4-FFF2-40B4-BE49-F238E27FC236}">
                <a16:creationId xmlns:a16="http://schemas.microsoft.com/office/drawing/2014/main" id="{CE37B7B2-C549-4FB7-0E82-008CABC3ED67}"/>
              </a:ext>
            </a:extLst>
          </p:cNvPr>
          <p:cNvSpPr txBox="1">
            <a:spLocks/>
          </p:cNvSpPr>
          <p:nvPr/>
        </p:nvSpPr>
        <p:spPr bwMode="gray">
          <a:xfrm>
            <a:off x="6240112" y="3969060"/>
            <a:ext cx="2592000" cy="1836204"/>
          </a:xfrm>
          <a:prstGeom prst="rect">
            <a:avLst/>
          </a:prstGeom>
        </p:spPr>
        <p:txBody>
          <a:bodyPr vert="horz" lIns="0" tIns="288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Proin libero dolor, tempus ullamcorpe vel, vitae arcu in dolor blandit. Maecenas semper sem cum vel erat. </a:t>
            </a:r>
          </a:p>
        </p:txBody>
      </p:sp>
      <p:sp>
        <p:nvSpPr>
          <p:cNvPr id="24" name="Textplatzhalter 2">
            <a:extLst>
              <a:ext uri="{FF2B5EF4-FFF2-40B4-BE49-F238E27FC236}">
                <a16:creationId xmlns:a16="http://schemas.microsoft.com/office/drawing/2014/main" id="{BF8CF018-375F-2FEB-E96E-7E918F5615A1}"/>
              </a:ext>
            </a:extLst>
          </p:cNvPr>
          <p:cNvSpPr txBox="1">
            <a:spLocks/>
          </p:cNvSpPr>
          <p:nvPr/>
        </p:nvSpPr>
        <p:spPr bwMode="gray">
          <a:xfrm>
            <a:off x="9120624" y="3969060"/>
            <a:ext cx="2592000" cy="1836204"/>
          </a:xfrm>
          <a:prstGeom prst="rect">
            <a:avLst/>
          </a:prstGeom>
        </p:spPr>
        <p:txBody>
          <a:bodyPr vert="horz" lIns="0" tIns="288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Proin libero dolor, tempus ullamcorpe vel, vitae arcu in dolor blandit. Maecenas semper sem cum vel erat. </a:t>
            </a:r>
          </a:p>
        </p:txBody>
      </p:sp>
      <p:sp>
        <p:nvSpPr>
          <p:cNvPr id="12" name="Titel 11">
            <a:extLst>
              <a:ext uri="{FF2B5EF4-FFF2-40B4-BE49-F238E27FC236}">
                <a16:creationId xmlns:a16="http://schemas.microsoft.com/office/drawing/2014/main" id="{D1433A80-29D9-A118-5F2A-35F81D94140A}"/>
              </a:ext>
            </a:extLst>
          </p:cNvPr>
          <p:cNvSpPr>
            <a:spLocks noGrp="1"/>
          </p:cNvSpPr>
          <p:nvPr>
            <p:ph type="title"/>
          </p:nvPr>
        </p:nvSpPr>
        <p:spPr bwMode="gray">
          <a:xfrm>
            <a:off x="479424" y="477000"/>
            <a:ext cx="11233151" cy="720000"/>
          </a:xfrm>
        </p:spPr>
        <p:txBody>
          <a:bodyPr/>
          <a:lstStyle/>
          <a:p>
            <a:r>
              <a:rPr lang="en-US" dirty="0"/>
              <a:t>Four phases with conclusion</a:t>
            </a:r>
          </a:p>
        </p:txBody>
      </p:sp>
      <p:sp>
        <p:nvSpPr>
          <p:cNvPr id="9" name="Textplatzhalter 8">
            <a:extLst>
              <a:ext uri="{FF2B5EF4-FFF2-40B4-BE49-F238E27FC236}">
                <a16:creationId xmlns:a16="http://schemas.microsoft.com/office/drawing/2014/main" id="{E3AD608B-C5A2-8860-B900-07E2F834958A}"/>
              </a:ext>
            </a:extLst>
          </p:cNvPr>
          <p:cNvSpPr>
            <a:spLocks noGrp="1"/>
          </p:cNvSpPr>
          <p:nvPr>
            <p:ph type="body" sz="quarter" idx="13"/>
          </p:nvPr>
        </p:nvSpPr>
        <p:spPr bwMode="gray"/>
        <p:txBody>
          <a:bodyPr/>
          <a:lstStyle/>
          <a:p>
            <a:endParaRPr lang="en-US" dirty="0">
              <a:solidFill>
                <a:schemeClr val="bg1"/>
              </a:solidFill>
            </a:endParaRPr>
          </a:p>
        </p:txBody>
      </p:sp>
      <p:sp>
        <p:nvSpPr>
          <p:cNvPr id="4" name="Fußzeilenplatzhalter 3">
            <a:extLst>
              <a:ext uri="{FF2B5EF4-FFF2-40B4-BE49-F238E27FC236}">
                <a16:creationId xmlns:a16="http://schemas.microsoft.com/office/drawing/2014/main" id="{E6CD93A8-6694-BAFE-0BF7-3410E16B6627}"/>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Slide library    |     ONLY FOR INTERNAL USE</a:t>
            </a:r>
          </a:p>
        </p:txBody>
      </p:sp>
      <p:sp>
        <p:nvSpPr>
          <p:cNvPr id="5" name="Foliennummernplatzhalter 4">
            <a:extLst>
              <a:ext uri="{FF2B5EF4-FFF2-40B4-BE49-F238E27FC236}">
                <a16:creationId xmlns:a16="http://schemas.microsoft.com/office/drawing/2014/main" id="{02F60D09-1084-B6F2-96CA-B59E7451A2D1}"/>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27</a:t>
            </a:fld>
            <a:endParaRPr lang="en-US" dirty="0">
              <a:solidFill>
                <a:schemeClr val="bg1"/>
              </a:solidFill>
            </a:endParaRPr>
          </a:p>
        </p:txBody>
      </p:sp>
      <p:sp>
        <p:nvSpPr>
          <p:cNvPr id="28" name="Textplatzhalter 2">
            <a:extLst>
              <a:ext uri="{FF2B5EF4-FFF2-40B4-BE49-F238E27FC236}">
                <a16:creationId xmlns:a16="http://schemas.microsoft.com/office/drawing/2014/main" id="{43F37A76-2560-E726-097B-9D36AD292495}"/>
              </a:ext>
            </a:extLst>
          </p:cNvPr>
          <p:cNvSpPr txBox="1">
            <a:spLocks/>
          </p:cNvSpPr>
          <p:nvPr/>
        </p:nvSpPr>
        <p:spPr bwMode="gray">
          <a:xfrm>
            <a:off x="479472" y="1412776"/>
            <a:ext cx="2592000" cy="864000"/>
          </a:xfrm>
          <a:prstGeom prst="rect">
            <a:avLst/>
          </a:prstGeom>
          <a:noFill/>
        </p:spPr>
        <p:txBody>
          <a:bodyPr vert="horz" lIns="0" tIns="0" rIns="0" bIns="144000" rtlCol="0" anchor="b"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Phase 1</a:t>
            </a:r>
          </a:p>
          <a:p>
            <a:pPr marL="0" indent="0">
              <a:buNone/>
            </a:pPr>
            <a:r>
              <a:rPr lang="en-US" dirty="0"/>
              <a:t>Proin libero tempus porta</a:t>
            </a:r>
          </a:p>
        </p:txBody>
      </p:sp>
      <p:sp>
        <p:nvSpPr>
          <p:cNvPr id="29" name="Textplatzhalter 2">
            <a:extLst>
              <a:ext uri="{FF2B5EF4-FFF2-40B4-BE49-F238E27FC236}">
                <a16:creationId xmlns:a16="http://schemas.microsoft.com/office/drawing/2014/main" id="{F6336F01-329D-EC55-112E-F14769D0DD1D}"/>
              </a:ext>
            </a:extLst>
          </p:cNvPr>
          <p:cNvSpPr txBox="1">
            <a:spLocks/>
          </p:cNvSpPr>
          <p:nvPr/>
        </p:nvSpPr>
        <p:spPr bwMode="gray">
          <a:xfrm>
            <a:off x="6240112" y="1412776"/>
            <a:ext cx="2592000" cy="864000"/>
          </a:xfrm>
          <a:prstGeom prst="rect">
            <a:avLst/>
          </a:prstGeom>
          <a:noFill/>
        </p:spPr>
        <p:txBody>
          <a:bodyPr vert="horz" lIns="0" tIns="0" rIns="0" bIns="144000" rtlCol="0" anchor="b"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Phase 3</a:t>
            </a:r>
          </a:p>
          <a:p>
            <a:pPr marL="0" indent="0">
              <a:buNone/>
            </a:pPr>
            <a:r>
              <a:rPr lang="en-US" dirty="0"/>
              <a:t>Proin libero tempus porta</a:t>
            </a:r>
          </a:p>
        </p:txBody>
      </p:sp>
      <p:sp>
        <p:nvSpPr>
          <p:cNvPr id="30" name="Textplatzhalter 2">
            <a:extLst>
              <a:ext uri="{FF2B5EF4-FFF2-40B4-BE49-F238E27FC236}">
                <a16:creationId xmlns:a16="http://schemas.microsoft.com/office/drawing/2014/main" id="{B1446A15-7B19-6A6C-44C2-3929686AF603}"/>
              </a:ext>
            </a:extLst>
          </p:cNvPr>
          <p:cNvSpPr txBox="1">
            <a:spLocks/>
          </p:cNvSpPr>
          <p:nvPr/>
        </p:nvSpPr>
        <p:spPr bwMode="gray">
          <a:xfrm>
            <a:off x="9120624" y="1412776"/>
            <a:ext cx="2592000" cy="864000"/>
          </a:xfrm>
          <a:prstGeom prst="rect">
            <a:avLst/>
          </a:prstGeom>
          <a:noFill/>
        </p:spPr>
        <p:txBody>
          <a:bodyPr vert="horz" lIns="0" tIns="0" rIns="0" bIns="144000" rtlCol="0" anchor="b"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Phase 4</a:t>
            </a:r>
          </a:p>
          <a:p>
            <a:pPr marL="0" indent="0">
              <a:buNone/>
            </a:pPr>
            <a:r>
              <a:rPr lang="en-US" dirty="0"/>
              <a:t>Proin libero tempus porta</a:t>
            </a:r>
          </a:p>
        </p:txBody>
      </p:sp>
      <p:sp>
        <p:nvSpPr>
          <p:cNvPr id="35" name="Textplatzhalter 2">
            <a:extLst>
              <a:ext uri="{FF2B5EF4-FFF2-40B4-BE49-F238E27FC236}">
                <a16:creationId xmlns:a16="http://schemas.microsoft.com/office/drawing/2014/main" id="{D6D7D78F-22E4-CE80-3D9A-35866CCB95ED}"/>
              </a:ext>
            </a:extLst>
          </p:cNvPr>
          <p:cNvSpPr txBox="1">
            <a:spLocks/>
          </p:cNvSpPr>
          <p:nvPr/>
        </p:nvSpPr>
        <p:spPr bwMode="gray">
          <a:xfrm>
            <a:off x="3359792" y="1412776"/>
            <a:ext cx="2592000" cy="864000"/>
          </a:xfrm>
          <a:prstGeom prst="rect">
            <a:avLst/>
          </a:prstGeom>
          <a:noFill/>
        </p:spPr>
        <p:txBody>
          <a:bodyPr vert="horz" lIns="0" tIns="0" rIns="0" bIns="144000" rtlCol="0" anchor="b"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Phase 2</a:t>
            </a:r>
          </a:p>
          <a:p>
            <a:pPr marL="0" indent="0">
              <a:buNone/>
            </a:pPr>
            <a:r>
              <a:rPr lang="en-US" dirty="0"/>
              <a:t>Proin libero tempus porta</a:t>
            </a:r>
          </a:p>
        </p:txBody>
      </p:sp>
      <p:cxnSp>
        <p:nvCxnSpPr>
          <p:cNvPr id="26" name="Gerader Verbinder 25">
            <a:extLst>
              <a:ext uri="{FF2B5EF4-FFF2-40B4-BE49-F238E27FC236}">
                <a16:creationId xmlns:a16="http://schemas.microsoft.com/office/drawing/2014/main" id="{CE59ED62-1217-C3AB-B524-7EC346915436}"/>
              </a:ext>
            </a:extLst>
          </p:cNvPr>
          <p:cNvCxnSpPr>
            <a:cxnSpLocks/>
          </p:cNvCxnSpPr>
          <p:nvPr/>
        </p:nvCxnSpPr>
        <p:spPr bwMode="gray">
          <a:xfrm>
            <a:off x="479424" y="2276776"/>
            <a:ext cx="2592000" cy="0"/>
          </a:xfrm>
          <a:prstGeom prst="line">
            <a:avLst/>
          </a:prstGeom>
          <a:ln w="9525">
            <a:solidFill>
              <a:schemeClr val="bg2"/>
            </a:solidFill>
            <a:tailEnd type="arrow"/>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358CC744-7587-C529-1154-DF4506D32F83}"/>
              </a:ext>
            </a:extLst>
          </p:cNvPr>
          <p:cNvCxnSpPr>
            <a:cxnSpLocks/>
          </p:cNvCxnSpPr>
          <p:nvPr/>
        </p:nvCxnSpPr>
        <p:spPr bwMode="gray">
          <a:xfrm>
            <a:off x="3359792" y="2276776"/>
            <a:ext cx="2592000" cy="0"/>
          </a:xfrm>
          <a:prstGeom prst="line">
            <a:avLst/>
          </a:prstGeom>
          <a:ln w="9525">
            <a:solidFill>
              <a:schemeClr val="bg2"/>
            </a:solidFill>
            <a:tailEnd type="arrow"/>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719FA251-43E7-98F5-0010-8EE16B30E5B6}"/>
              </a:ext>
            </a:extLst>
          </p:cNvPr>
          <p:cNvCxnSpPr>
            <a:cxnSpLocks/>
          </p:cNvCxnSpPr>
          <p:nvPr/>
        </p:nvCxnSpPr>
        <p:spPr bwMode="gray">
          <a:xfrm>
            <a:off x="6240112" y="2276776"/>
            <a:ext cx="2592000" cy="0"/>
          </a:xfrm>
          <a:prstGeom prst="line">
            <a:avLst/>
          </a:prstGeom>
          <a:ln w="9525">
            <a:solidFill>
              <a:schemeClr val="bg2"/>
            </a:solidFill>
            <a:tailEnd type="arrow"/>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95AD054D-C6B9-D203-BB46-A6A97318D824}"/>
              </a:ext>
            </a:extLst>
          </p:cNvPr>
          <p:cNvCxnSpPr>
            <a:cxnSpLocks/>
          </p:cNvCxnSpPr>
          <p:nvPr/>
        </p:nvCxnSpPr>
        <p:spPr bwMode="gray">
          <a:xfrm>
            <a:off x="9120624" y="2276776"/>
            <a:ext cx="2592000" cy="0"/>
          </a:xfrm>
          <a:prstGeom prst="line">
            <a:avLst/>
          </a:prstGeom>
          <a:ln w="9525">
            <a:solidFill>
              <a:schemeClr val="bg2"/>
            </a:solidFill>
            <a:tailEnd type="arrow"/>
          </a:ln>
        </p:spPr>
        <p:style>
          <a:lnRef idx="1">
            <a:schemeClr val="accent1"/>
          </a:lnRef>
          <a:fillRef idx="0">
            <a:schemeClr val="accent1"/>
          </a:fillRef>
          <a:effectRef idx="0">
            <a:schemeClr val="accent1"/>
          </a:effectRef>
          <a:fontRef idx="minor">
            <a:schemeClr val="tx1"/>
          </a:fontRef>
        </p:style>
      </p:cxnSp>
      <p:sp>
        <p:nvSpPr>
          <p:cNvPr id="41" name="Textplatzhalter 2">
            <a:extLst>
              <a:ext uri="{FF2B5EF4-FFF2-40B4-BE49-F238E27FC236}">
                <a16:creationId xmlns:a16="http://schemas.microsoft.com/office/drawing/2014/main" id="{633FAFE7-D7DF-1F53-9C42-659D22C45FC1}"/>
              </a:ext>
            </a:extLst>
          </p:cNvPr>
          <p:cNvSpPr txBox="1">
            <a:spLocks/>
          </p:cNvSpPr>
          <p:nvPr/>
        </p:nvSpPr>
        <p:spPr bwMode="gray">
          <a:xfrm>
            <a:off x="479472" y="2276872"/>
            <a:ext cx="2592000" cy="1404000"/>
          </a:xfrm>
          <a:prstGeom prst="rect">
            <a:avLst/>
          </a:prstGeom>
          <a:noFill/>
        </p:spPr>
        <p:txBody>
          <a:bodyPr vert="horz" lIns="0" tIns="14400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Fusce posuere sed pulvinar sit magna eros quis urna.</a:t>
            </a:r>
          </a:p>
        </p:txBody>
      </p:sp>
      <p:sp>
        <p:nvSpPr>
          <p:cNvPr id="42" name="Textplatzhalter 2">
            <a:extLst>
              <a:ext uri="{FF2B5EF4-FFF2-40B4-BE49-F238E27FC236}">
                <a16:creationId xmlns:a16="http://schemas.microsoft.com/office/drawing/2014/main" id="{927A8555-4D4E-1AE3-EF5B-FEF4FF5BEE87}"/>
              </a:ext>
            </a:extLst>
          </p:cNvPr>
          <p:cNvSpPr txBox="1">
            <a:spLocks/>
          </p:cNvSpPr>
          <p:nvPr/>
        </p:nvSpPr>
        <p:spPr bwMode="gray">
          <a:xfrm>
            <a:off x="6240112" y="2276872"/>
            <a:ext cx="2592000" cy="1404000"/>
          </a:xfrm>
          <a:prstGeom prst="rect">
            <a:avLst/>
          </a:prstGeom>
          <a:noFill/>
        </p:spPr>
        <p:txBody>
          <a:bodyPr vert="horz" lIns="0" tIns="14400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Fusce posuere sed pulvinar sit magna eros quis urna.</a:t>
            </a:r>
          </a:p>
        </p:txBody>
      </p:sp>
      <p:sp>
        <p:nvSpPr>
          <p:cNvPr id="43" name="Textplatzhalter 2">
            <a:extLst>
              <a:ext uri="{FF2B5EF4-FFF2-40B4-BE49-F238E27FC236}">
                <a16:creationId xmlns:a16="http://schemas.microsoft.com/office/drawing/2014/main" id="{CDBE1A5C-5442-F1F2-BB87-D04237CA2F01}"/>
              </a:ext>
            </a:extLst>
          </p:cNvPr>
          <p:cNvSpPr txBox="1">
            <a:spLocks/>
          </p:cNvSpPr>
          <p:nvPr/>
        </p:nvSpPr>
        <p:spPr bwMode="gray">
          <a:xfrm>
            <a:off x="9120624" y="2276872"/>
            <a:ext cx="2592000" cy="1404000"/>
          </a:xfrm>
          <a:prstGeom prst="rect">
            <a:avLst/>
          </a:prstGeom>
          <a:noFill/>
        </p:spPr>
        <p:txBody>
          <a:bodyPr vert="horz" lIns="0" tIns="14400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Fusce posuere sed pulvinar sit magna eros quis urna.</a:t>
            </a:r>
          </a:p>
        </p:txBody>
      </p:sp>
      <p:sp>
        <p:nvSpPr>
          <p:cNvPr id="44" name="Textplatzhalter 2">
            <a:extLst>
              <a:ext uri="{FF2B5EF4-FFF2-40B4-BE49-F238E27FC236}">
                <a16:creationId xmlns:a16="http://schemas.microsoft.com/office/drawing/2014/main" id="{E2D14D98-8E48-D68A-F634-B6A1BE5E6A9D}"/>
              </a:ext>
            </a:extLst>
          </p:cNvPr>
          <p:cNvSpPr txBox="1">
            <a:spLocks/>
          </p:cNvSpPr>
          <p:nvPr/>
        </p:nvSpPr>
        <p:spPr bwMode="gray">
          <a:xfrm>
            <a:off x="3359792" y="2276872"/>
            <a:ext cx="2592000" cy="1404000"/>
          </a:xfrm>
          <a:prstGeom prst="rect">
            <a:avLst/>
          </a:prstGeom>
          <a:noFill/>
        </p:spPr>
        <p:txBody>
          <a:bodyPr vert="horz" lIns="0" tIns="14400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Fusce posuere sed pulvinar sit magna eros quis urna.</a:t>
            </a:r>
          </a:p>
        </p:txBody>
      </p:sp>
      <p:pic>
        <p:nvPicPr>
          <p:cNvPr id="2" name="Grafik 1">
            <a:extLst>
              <a:ext uri="{FF2B5EF4-FFF2-40B4-BE49-F238E27FC236}">
                <a16:creationId xmlns:a16="http://schemas.microsoft.com/office/drawing/2014/main" id="{6647DD27-65CB-D080-DF4E-165BD5736C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2506249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hteck 22">
            <a:extLst>
              <a:ext uri="{FF2B5EF4-FFF2-40B4-BE49-F238E27FC236}">
                <a16:creationId xmlns:a16="http://schemas.microsoft.com/office/drawing/2014/main" id="{9648F546-FBD1-3357-58F0-8CC89236F38F}"/>
              </a:ext>
            </a:extLst>
          </p:cNvPr>
          <p:cNvSpPr/>
          <p:nvPr/>
        </p:nvSpPr>
        <p:spPr bwMode="ltGray">
          <a:xfrm>
            <a:off x="6096000" y="0"/>
            <a:ext cx="6095999"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aphicFrame>
        <p:nvGraphicFramePr>
          <p:cNvPr id="7" name="Objekt 6" hidden="1">
            <a:extLst>
              <a:ext uri="{FF2B5EF4-FFF2-40B4-BE49-F238E27FC236}">
                <a16:creationId xmlns:a16="http://schemas.microsoft.com/office/drawing/2014/main" id="{106F6428-9046-4788-AD32-38578B6ED6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06" imgH="306" progId="TCLayout.ActiveDocument.1">
                  <p:embed/>
                </p:oleObj>
              </mc:Choice>
              <mc:Fallback>
                <p:oleObj name="think-cell Folie" r:id="rId5" imgW="306" imgH="306" progId="TCLayout.ActiveDocument.1">
                  <p:embed/>
                  <p:pic>
                    <p:nvPicPr>
                      <p:cNvPr id="7" name="Objekt 6" hidden="1">
                        <a:extLst>
                          <a:ext uri="{FF2B5EF4-FFF2-40B4-BE49-F238E27FC236}">
                            <a16:creationId xmlns:a16="http://schemas.microsoft.com/office/drawing/2014/main" id="{106F6428-9046-4788-AD32-38578B6ED69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966D6694-E2D1-435E-9298-903578FCCF8A}"/>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4" name="Titel 3">
            <a:extLst>
              <a:ext uri="{FF2B5EF4-FFF2-40B4-BE49-F238E27FC236}">
                <a16:creationId xmlns:a16="http://schemas.microsoft.com/office/drawing/2014/main" id="{8C0ED3A6-3B59-59D6-2F77-E91D0225EB8B}"/>
              </a:ext>
            </a:extLst>
          </p:cNvPr>
          <p:cNvSpPr>
            <a:spLocks noGrp="1"/>
          </p:cNvSpPr>
          <p:nvPr>
            <p:ph type="title"/>
          </p:nvPr>
        </p:nvSpPr>
        <p:spPr bwMode="gray">
          <a:xfrm>
            <a:off x="479425" y="476250"/>
            <a:ext cx="5472000" cy="720725"/>
          </a:xfrm>
        </p:spPr>
        <p:txBody>
          <a:bodyPr/>
          <a:lstStyle/>
          <a:p>
            <a:r>
              <a:rPr lang="en-US" dirty="0"/>
              <a:t>Trend with description</a:t>
            </a:r>
          </a:p>
        </p:txBody>
      </p:sp>
      <p:sp>
        <p:nvSpPr>
          <p:cNvPr id="14" name="Textplatzhalter 13">
            <a:extLst>
              <a:ext uri="{FF2B5EF4-FFF2-40B4-BE49-F238E27FC236}">
                <a16:creationId xmlns:a16="http://schemas.microsoft.com/office/drawing/2014/main" id="{89275085-AD8E-FB84-BD8A-7D5A28754594}"/>
              </a:ext>
            </a:extLst>
          </p:cNvPr>
          <p:cNvSpPr>
            <a:spLocks noGrp="1"/>
          </p:cNvSpPr>
          <p:nvPr>
            <p:ph type="body" sz="quarter" idx="13"/>
          </p:nvPr>
        </p:nvSpPr>
        <p:spPr bwMode="gray">
          <a:xfrm>
            <a:off x="479998" y="5805280"/>
            <a:ext cx="5472000" cy="144000"/>
          </a:xfrm>
        </p:spPr>
        <p:txBody>
          <a:bodyPr/>
          <a:lstStyle/>
          <a:p>
            <a:endParaRPr lang="en-US" dirty="0"/>
          </a:p>
        </p:txBody>
      </p:sp>
      <p:sp>
        <p:nvSpPr>
          <p:cNvPr id="5" name="Fußzeilenplatzhalter 4">
            <a:extLst>
              <a:ext uri="{FF2B5EF4-FFF2-40B4-BE49-F238E27FC236}">
                <a16:creationId xmlns:a16="http://schemas.microsoft.com/office/drawing/2014/main" id="{2517298A-E99F-9FD3-CFE9-828FDE4FE256}"/>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Slide library    |     ONLY FOR INTERNAL USE</a:t>
            </a:r>
          </a:p>
        </p:txBody>
      </p:sp>
      <p:sp>
        <p:nvSpPr>
          <p:cNvPr id="9" name="Foliennummernplatzhalter 8">
            <a:extLst>
              <a:ext uri="{FF2B5EF4-FFF2-40B4-BE49-F238E27FC236}">
                <a16:creationId xmlns:a16="http://schemas.microsoft.com/office/drawing/2014/main" id="{299F91A6-15AE-9FD9-DB3F-FF4366EB107F}"/>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28</a:t>
            </a:fld>
            <a:endParaRPr lang="en-US" dirty="0">
              <a:solidFill>
                <a:schemeClr val="bg1"/>
              </a:solidFill>
            </a:endParaRPr>
          </a:p>
        </p:txBody>
      </p:sp>
      <p:sp>
        <p:nvSpPr>
          <p:cNvPr id="12" name="Textplatzhalter 2">
            <a:extLst>
              <a:ext uri="{FF2B5EF4-FFF2-40B4-BE49-F238E27FC236}">
                <a16:creationId xmlns:a16="http://schemas.microsoft.com/office/drawing/2014/main" id="{79B34916-5210-CA39-D9D3-08443E8C3B75}"/>
              </a:ext>
            </a:extLst>
          </p:cNvPr>
          <p:cNvSpPr txBox="1">
            <a:spLocks/>
          </p:cNvSpPr>
          <p:nvPr/>
        </p:nvSpPr>
        <p:spPr bwMode="gray">
          <a:xfrm>
            <a:off x="479474" y="1412875"/>
            <a:ext cx="5472064" cy="43923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Lorem ipsum dolor sit amet, conse tetuer adi piscing elit. Maecenas porttitor congue massa. Fusce pos uere, magna sed pulvinar ultri cies, purus lectus malesuada libero, sit amet commodo magna eros qui.</a:t>
            </a:r>
          </a:p>
          <a:p>
            <a:pPr marL="0" indent="0">
              <a:buNone/>
            </a:pPr>
            <a:r>
              <a:rPr lang="en-US" dirty="0"/>
              <a:t>Nunc viverra imperdiet enim. Fusce est. Vivamus lorem ipsum dolor.</a:t>
            </a:r>
          </a:p>
        </p:txBody>
      </p:sp>
      <p:pic>
        <p:nvPicPr>
          <p:cNvPr id="8" name="Grafik 7">
            <a:extLst>
              <a:ext uri="{FF2B5EF4-FFF2-40B4-BE49-F238E27FC236}">
                <a16:creationId xmlns:a16="http://schemas.microsoft.com/office/drawing/2014/main" id="{B6F43060-869E-A3C7-3E46-8468462509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6528112" y="404664"/>
            <a:ext cx="576000" cy="576000"/>
          </a:xfrm>
          <a:prstGeom prst="rect">
            <a:avLst/>
          </a:prstGeom>
        </p:spPr>
      </p:pic>
      <p:sp>
        <p:nvSpPr>
          <p:cNvPr id="17" name="Textplatzhalter 8">
            <a:extLst>
              <a:ext uri="{FF2B5EF4-FFF2-40B4-BE49-F238E27FC236}">
                <a16:creationId xmlns:a16="http://schemas.microsoft.com/office/drawing/2014/main" id="{9DAA71CD-27A5-67DE-0BA0-4D973A21B32B}"/>
              </a:ext>
            </a:extLst>
          </p:cNvPr>
          <p:cNvSpPr txBox="1">
            <a:spLocks/>
          </p:cNvSpPr>
          <p:nvPr/>
        </p:nvSpPr>
        <p:spPr bwMode="gray">
          <a:xfrm>
            <a:off x="7320240" y="476672"/>
            <a:ext cx="43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chemeClr val="bg1"/>
                </a:solidFill>
              </a:rPr>
              <a:t>+47,000</a:t>
            </a:r>
          </a:p>
        </p:txBody>
      </p:sp>
      <p:sp>
        <p:nvSpPr>
          <p:cNvPr id="18" name="Textplatzhalter 2">
            <a:extLst>
              <a:ext uri="{FF2B5EF4-FFF2-40B4-BE49-F238E27FC236}">
                <a16:creationId xmlns:a16="http://schemas.microsoft.com/office/drawing/2014/main" id="{2BC4A02F-7E78-0A11-AB72-60D25339B800}"/>
              </a:ext>
            </a:extLst>
          </p:cNvPr>
          <p:cNvSpPr txBox="1">
            <a:spLocks/>
          </p:cNvSpPr>
          <p:nvPr/>
        </p:nvSpPr>
        <p:spPr bwMode="gray">
          <a:xfrm>
            <a:off x="7320136" y="1196808"/>
            <a:ext cx="4392000" cy="504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 dolor sit amet, consectetuer.</a:t>
            </a:r>
          </a:p>
        </p:txBody>
      </p:sp>
      <p:sp>
        <p:nvSpPr>
          <p:cNvPr id="42" name="Textplatzhalter 8">
            <a:extLst>
              <a:ext uri="{FF2B5EF4-FFF2-40B4-BE49-F238E27FC236}">
                <a16:creationId xmlns:a16="http://schemas.microsoft.com/office/drawing/2014/main" id="{760AD228-A9BE-DE38-63A9-6E4B7CC382A6}"/>
              </a:ext>
            </a:extLst>
          </p:cNvPr>
          <p:cNvSpPr txBox="1">
            <a:spLocks/>
          </p:cNvSpPr>
          <p:nvPr/>
        </p:nvSpPr>
        <p:spPr bwMode="gray">
          <a:xfrm>
            <a:off x="7320240" y="1880828"/>
            <a:ext cx="43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chemeClr val="bg1"/>
                </a:solidFill>
              </a:rPr>
              <a:t>+6.8%</a:t>
            </a:r>
          </a:p>
        </p:txBody>
      </p:sp>
      <p:sp>
        <p:nvSpPr>
          <p:cNvPr id="43" name="Textplatzhalter 2">
            <a:extLst>
              <a:ext uri="{FF2B5EF4-FFF2-40B4-BE49-F238E27FC236}">
                <a16:creationId xmlns:a16="http://schemas.microsoft.com/office/drawing/2014/main" id="{67BCC5CC-96B4-9E7D-E636-8FB98362E3A1}"/>
              </a:ext>
            </a:extLst>
          </p:cNvPr>
          <p:cNvSpPr txBox="1">
            <a:spLocks/>
          </p:cNvSpPr>
          <p:nvPr/>
        </p:nvSpPr>
        <p:spPr bwMode="gray">
          <a:xfrm>
            <a:off x="7320136" y="2600964"/>
            <a:ext cx="4392000" cy="504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 dolor sit amet, consectetuer.</a:t>
            </a:r>
          </a:p>
        </p:txBody>
      </p:sp>
      <p:pic>
        <p:nvPicPr>
          <p:cNvPr id="45" name="Grafik 44">
            <a:extLst>
              <a:ext uri="{FF2B5EF4-FFF2-40B4-BE49-F238E27FC236}">
                <a16:creationId xmlns:a16="http://schemas.microsoft.com/office/drawing/2014/main" id="{7CCEC55B-3EEB-C0D4-2A8E-3D6C750495F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flipH="1" flipV="1">
            <a:off x="6528112" y="3212976"/>
            <a:ext cx="576000" cy="576000"/>
          </a:xfrm>
          <a:prstGeom prst="rect">
            <a:avLst/>
          </a:prstGeom>
        </p:spPr>
      </p:pic>
      <p:sp>
        <p:nvSpPr>
          <p:cNvPr id="47" name="Textplatzhalter 8">
            <a:extLst>
              <a:ext uri="{FF2B5EF4-FFF2-40B4-BE49-F238E27FC236}">
                <a16:creationId xmlns:a16="http://schemas.microsoft.com/office/drawing/2014/main" id="{1CDA0D25-1DF0-4265-A9A6-F6889B17ACE6}"/>
              </a:ext>
            </a:extLst>
          </p:cNvPr>
          <p:cNvSpPr txBox="1">
            <a:spLocks/>
          </p:cNvSpPr>
          <p:nvPr/>
        </p:nvSpPr>
        <p:spPr bwMode="gray">
          <a:xfrm>
            <a:off x="7320240" y="3284984"/>
            <a:ext cx="43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-25,000</a:t>
            </a:r>
          </a:p>
        </p:txBody>
      </p:sp>
      <p:sp>
        <p:nvSpPr>
          <p:cNvPr id="48" name="Textplatzhalter 2">
            <a:extLst>
              <a:ext uri="{FF2B5EF4-FFF2-40B4-BE49-F238E27FC236}">
                <a16:creationId xmlns:a16="http://schemas.microsoft.com/office/drawing/2014/main" id="{642B6D05-32F4-07B3-34E1-9A64DF5B5BB9}"/>
              </a:ext>
            </a:extLst>
          </p:cNvPr>
          <p:cNvSpPr txBox="1">
            <a:spLocks/>
          </p:cNvSpPr>
          <p:nvPr/>
        </p:nvSpPr>
        <p:spPr bwMode="gray">
          <a:xfrm>
            <a:off x="7320136" y="4005144"/>
            <a:ext cx="4392000" cy="504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 dolor sit amet, consectetuer.</a:t>
            </a:r>
          </a:p>
        </p:txBody>
      </p:sp>
      <p:pic>
        <p:nvPicPr>
          <p:cNvPr id="49" name="Grafik 48">
            <a:extLst>
              <a:ext uri="{FF2B5EF4-FFF2-40B4-BE49-F238E27FC236}">
                <a16:creationId xmlns:a16="http://schemas.microsoft.com/office/drawing/2014/main" id="{C48AFD75-51EC-C5BB-CE58-42425C3A5B4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6528112" y="4617132"/>
            <a:ext cx="576000" cy="576000"/>
          </a:xfrm>
          <a:prstGeom prst="rect">
            <a:avLst/>
          </a:prstGeom>
        </p:spPr>
      </p:pic>
      <p:sp>
        <p:nvSpPr>
          <p:cNvPr id="50" name="Textplatzhalter 8">
            <a:extLst>
              <a:ext uri="{FF2B5EF4-FFF2-40B4-BE49-F238E27FC236}">
                <a16:creationId xmlns:a16="http://schemas.microsoft.com/office/drawing/2014/main" id="{E8495231-480E-40D1-BE11-DB9B862F7826}"/>
              </a:ext>
            </a:extLst>
          </p:cNvPr>
          <p:cNvSpPr txBox="1">
            <a:spLocks/>
          </p:cNvSpPr>
          <p:nvPr/>
        </p:nvSpPr>
        <p:spPr bwMode="gray">
          <a:xfrm>
            <a:off x="7320240" y="4689076"/>
            <a:ext cx="43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chemeClr val="bg1"/>
                </a:solidFill>
              </a:rPr>
              <a:t>+8,000</a:t>
            </a:r>
          </a:p>
        </p:txBody>
      </p:sp>
      <p:sp>
        <p:nvSpPr>
          <p:cNvPr id="53" name="Textplatzhalter 2">
            <a:extLst>
              <a:ext uri="{FF2B5EF4-FFF2-40B4-BE49-F238E27FC236}">
                <a16:creationId xmlns:a16="http://schemas.microsoft.com/office/drawing/2014/main" id="{EF1BAD84-51D1-F079-F41E-C7E6C9673F44}"/>
              </a:ext>
            </a:extLst>
          </p:cNvPr>
          <p:cNvSpPr txBox="1">
            <a:spLocks/>
          </p:cNvSpPr>
          <p:nvPr/>
        </p:nvSpPr>
        <p:spPr bwMode="gray">
          <a:xfrm>
            <a:off x="7320136" y="5409096"/>
            <a:ext cx="4392000" cy="503976"/>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dirty="0"/>
              <a:t>Lorem ipsum dolor sit amet, consectetuer.</a:t>
            </a:r>
          </a:p>
        </p:txBody>
      </p:sp>
      <p:pic>
        <p:nvPicPr>
          <p:cNvPr id="54" name="Grafik 53">
            <a:extLst>
              <a:ext uri="{FF2B5EF4-FFF2-40B4-BE49-F238E27FC236}">
                <a16:creationId xmlns:a16="http://schemas.microsoft.com/office/drawing/2014/main" id="{8A8E3F3F-E1DB-1EEA-1A24-0726098799A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6528112" y="1808884"/>
            <a:ext cx="576000" cy="576000"/>
          </a:xfrm>
          <a:prstGeom prst="rect">
            <a:avLst/>
          </a:prstGeom>
        </p:spPr>
      </p:pic>
    </p:spTree>
    <p:extLst>
      <p:ext uri="{BB962C8B-B14F-4D97-AF65-F5344CB8AC3E}">
        <p14:creationId xmlns:p14="http://schemas.microsoft.com/office/powerpoint/2010/main" val="725207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iekt 3" hidden="1">
            <a:extLst>
              <a:ext uri="{FF2B5EF4-FFF2-40B4-BE49-F238E27FC236}">
                <a16:creationId xmlns:a16="http://schemas.microsoft.com/office/drawing/2014/main" id="{B1113471-D478-4F70-AD1C-AB5B7B8314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99" imgH="399" progId="TCLayout.ActiveDocument.1">
                  <p:embed/>
                </p:oleObj>
              </mc:Choice>
              <mc:Fallback>
                <p:oleObj name="think-cell Folie" r:id="rId5" imgW="399" imgH="399" progId="TCLayout.ActiveDocument.1">
                  <p:embed/>
                  <p:pic>
                    <p:nvPicPr>
                      <p:cNvPr id="4" name="Obiekt 3" hidden="1">
                        <a:extLst>
                          <a:ext uri="{FF2B5EF4-FFF2-40B4-BE49-F238E27FC236}">
                            <a16:creationId xmlns:a16="http://schemas.microsoft.com/office/drawing/2014/main" id="{B1113471-D478-4F70-AD1C-AB5B7B83146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Prostokąt 2" hidden="1">
            <a:extLst>
              <a:ext uri="{FF2B5EF4-FFF2-40B4-BE49-F238E27FC236}">
                <a16:creationId xmlns:a16="http://schemas.microsoft.com/office/drawing/2014/main" id="{7F43898E-F1B5-4619-89C6-3A92D40FA4F8}"/>
              </a:ext>
            </a:extLst>
          </p:cNvPr>
          <p:cNvSpPr/>
          <p:nvPr>
            <p:custDataLst>
              <p:tags r:id="rId2"/>
            </p:custDataLst>
          </p:nvPr>
        </p:nvSpPr>
        <p:spPr>
          <a:xfrm>
            <a:off x="0" y="0"/>
            <a:ext cx="158750" cy="158750"/>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1" name="Titel 10">
            <a:extLst>
              <a:ext uri="{FF2B5EF4-FFF2-40B4-BE49-F238E27FC236}">
                <a16:creationId xmlns:a16="http://schemas.microsoft.com/office/drawing/2014/main" id="{9DED22F0-7C9C-435B-5798-C83C37D0847F}"/>
              </a:ext>
            </a:extLst>
          </p:cNvPr>
          <p:cNvSpPr>
            <a:spLocks noGrp="1"/>
          </p:cNvSpPr>
          <p:nvPr>
            <p:ph type="title"/>
          </p:nvPr>
        </p:nvSpPr>
        <p:spPr bwMode="gray">
          <a:xfrm>
            <a:off x="479424" y="477000"/>
            <a:ext cx="11233151" cy="720000"/>
          </a:xfrm>
        </p:spPr>
        <p:txBody>
          <a:bodyPr/>
          <a:lstStyle/>
          <a:p>
            <a:r>
              <a:rPr lang="en-US" dirty="0"/>
              <a:t>Timeline</a:t>
            </a:r>
          </a:p>
        </p:txBody>
      </p:sp>
      <p:sp>
        <p:nvSpPr>
          <p:cNvPr id="13" name="Textplatzhalter 12">
            <a:extLst>
              <a:ext uri="{FF2B5EF4-FFF2-40B4-BE49-F238E27FC236}">
                <a16:creationId xmlns:a16="http://schemas.microsoft.com/office/drawing/2014/main" id="{C57EE880-6404-2EC6-5F31-2A5789058851}"/>
              </a:ext>
            </a:extLst>
          </p:cNvPr>
          <p:cNvSpPr>
            <a:spLocks noGrp="1"/>
          </p:cNvSpPr>
          <p:nvPr>
            <p:ph type="body" sz="quarter" idx="13"/>
          </p:nvPr>
        </p:nvSpPr>
        <p:spPr bwMode="gray"/>
        <p:txBody>
          <a:bodyPr/>
          <a:lstStyle/>
          <a:p>
            <a:endParaRPr lang="en-US" dirty="0"/>
          </a:p>
        </p:txBody>
      </p:sp>
      <p:sp>
        <p:nvSpPr>
          <p:cNvPr id="6" name="Fußzeilenplatzhalter 5">
            <a:extLst>
              <a:ext uri="{FF2B5EF4-FFF2-40B4-BE49-F238E27FC236}">
                <a16:creationId xmlns:a16="http://schemas.microsoft.com/office/drawing/2014/main" id="{9CB8603A-E279-3440-8BCE-DA5DFC43E200}"/>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7" name="Foliennummernplatzhalter 6">
            <a:extLst>
              <a:ext uri="{FF2B5EF4-FFF2-40B4-BE49-F238E27FC236}">
                <a16:creationId xmlns:a16="http://schemas.microsoft.com/office/drawing/2014/main" id="{E6798797-CE04-FCA7-7A89-0E0C40884CEC}"/>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29</a:t>
            </a:fld>
            <a:endParaRPr lang="en-US" dirty="0"/>
          </a:p>
        </p:txBody>
      </p:sp>
      <p:cxnSp>
        <p:nvCxnSpPr>
          <p:cNvPr id="14" name="Gerader Verbinder 13">
            <a:extLst>
              <a:ext uri="{FF2B5EF4-FFF2-40B4-BE49-F238E27FC236}">
                <a16:creationId xmlns:a16="http://schemas.microsoft.com/office/drawing/2014/main" id="{34A127BF-6D2E-1592-FFF8-44E4242F0341}"/>
              </a:ext>
            </a:extLst>
          </p:cNvPr>
          <p:cNvCxnSpPr>
            <a:cxnSpLocks/>
          </p:cNvCxnSpPr>
          <p:nvPr/>
        </p:nvCxnSpPr>
        <p:spPr bwMode="gray">
          <a:xfrm>
            <a:off x="0" y="2276872"/>
            <a:ext cx="11712575" cy="0"/>
          </a:xfrm>
          <a:prstGeom prst="line">
            <a:avLst/>
          </a:prstGeom>
          <a:ln w="9525">
            <a:solidFill>
              <a:schemeClr val="bg2"/>
            </a:solidFill>
            <a:tailEnd type="arrow"/>
          </a:ln>
        </p:spPr>
        <p:style>
          <a:lnRef idx="1">
            <a:schemeClr val="accent1"/>
          </a:lnRef>
          <a:fillRef idx="0">
            <a:schemeClr val="accent1"/>
          </a:fillRef>
          <a:effectRef idx="0">
            <a:schemeClr val="accent1"/>
          </a:effectRef>
          <a:fontRef idx="minor">
            <a:schemeClr val="tx1"/>
          </a:fontRef>
        </p:style>
      </p:cxnSp>
      <p:sp>
        <p:nvSpPr>
          <p:cNvPr id="15" name="Textplatzhalter 2">
            <a:extLst>
              <a:ext uri="{FF2B5EF4-FFF2-40B4-BE49-F238E27FC236}">
                <a16:creationId xmlns:a16="http://schemas.microsoft.com/office/drawing/2014/main" id="{8B52D360-81E7-E758-FF2F-7E8AFB10EDA2}"/>
              </a:ext>
            </a:extLst>
          </p:cNvPr>
          <p:cNvSpPr txBox="1">
            <a:spLocks/>
          </p:cNvSpPr>
          <p:nvPr/>
        </p:nvSpPr>
        <p:spPr bwMode="gray">
          <a:xfrm>
            <a:off x="479473" y="3285264"/>
            <a:ext cx="1656000" cy="252000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a:t>
            </a:r>
          </a:p>
        </p:txBody>
      </p:sp>
      <p:sp>
        <p:nvSpPr>
          <p:cNvPr id="16" name="Textplatzhalter 2">
            <a:extLst>
              <a:ext uri="{FF2B5EF4-FFF2-40B4-BE49-F238E27FC236}">
                <a16:creationId xmlns:a16="http://schemas.microsoft.com/office/drawing/2014/main" id="{98426FD2-3DAC-5A77-7B8B-D1E1E2C3F125}"/>
              </a:ext>
            </a:extLst>
          </p:cNvPr>
          <p:cNvSpPr txBox="1">
            <a:spLocks/>
          </p:cNvSpPr>
          <p:nvPr/>
        </p:nvSpPr>
        <p:spPr bwMode="gray">
          <a:xfrm>
            <a:off x="2423666" y="3285264"/>
            <a:ext cx="1620000" cy="252000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 mi, vel vene ate natis lacus bin erat quis esthe.</a:t>
            </a:r>
          </a:p>
        </p:txBody>
      </p:sp>
      <p:sp>
        <p:nvSpPr>
          <p:cNvPr id="17" name="Textplatzhalter 2">
            <a:extLst>
              <a:ext uri="{FF2B5EF4-FFF2-40B4-BE49-F238E27FC236}">
                <a16:creationId xmlns:a16="http://schemas.microsoft.com/office/drawing/2014/main" id="{3D3632E4-9DE1-F2B8-394E-9184261C3B5C}"/>
              </a:ext>
            </a:extLst>
          </p:cNvPr>
          <p:cNvSpPr txBox="1">
            <a:spLocks/>
          </p:cNvSpPr>
          <p:nvPr/>
        </p:nvSpPr>
        <p:spPr bwMode="gray">
          <a:xfrm>
            <a:off x="4331804" y="3285264"/>
            <a:ext cx="1620000" cy="252000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a:t>
            </a:r>
          </a:p>
        </p:txBody>
      </p:sp>
      <p:pic>
        <p:nvPicPr>
          <p:cNvPr id="18" name="Grafik 17">
            <a:extLst>
              <a:ext uri="{FF2B5EF4-FFF2-40B4-BE49-F238E27FC236}">
                <a16:creationId xmlns:a16="http://schemas.microsoft.com/office/drawing/2014/main" id="{6C3EAAA3-B654-6FA8-8B23-444E7905D7B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479376" y="1412776"/>
            <a:ext cx="576000" cy="576000"/>
          </a:xfrm>
          <a:prstGeom prst="rect">
            <a:avLst/>
          </a:prstGeom>
        </p:spPr>
      </p:pic>
      <p:sp>
        <p:nvSpPr>
          <p:cNvPr id="21" name="Textplatzhalter 2">
            <a:extLst>
              <a:ext uri="{FF2B5EF4-FFF2-40B4-BE49-F238E27FC236}">
                <a16:creationId xmlns:a16="http://schemas.microsoft.com/office/drawing/2014/main" id="{DD56AA47-8F14-C9C3-EB5E-D9780E1B4E9A}"/>
              </a:ext>
            </a:extLst>
          </p:cNvPr>
          <p:cNvSpPr txBox="1">
            <a:spLocks/>
          </p:cNvSpPr>
          <p:nvPr/>
        </p:nvSpPr>
        <p:spPr bwMode="gray">
          <a:xfrm>
            <a:off x="6240052" y="3285264"/>
            <a:ext cx="1620000" cy="252000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 mi, vel vene ate natis lacus.</a:t>
            </a:r>
          </a:p>
        </p:txBody>
      </p:sp>
      <p:sp>
        <p:nvSpPr>
          <p:cNvPr id="22" name="Textplatzhalter 2">
            <a:extLst>
              <a:ext uri="{FF2B5EF4-FFF2-40B4-BE49-F238E27FC236}">
                <a16:creationId xmlns:a16="http://schemas.microsoft.com/office/drawing/2014/main" id="{199CDB6F-0DC4-7E47-1D09-89FB8DEB5438}"/>
              </a:ext>
            </a:extLst>
          </p:cNvPr>
          <p:cNvSpPr txBox="1">
            <a:spLocks/>
          </p:cNvSpPr>
          <p:nvPr/>
        </p:nvSpPr>
        <p:spPr bwMode="gray">
          <a:xfrm>
            <a:off x="8148245" y="3285264"/>
            <a:ext cx="1620000" cy="2520000"/>
          </a:xfrm>
          <a:prstGeom prst="rect">
            <a:avLst/>
          </a:prstGeom>
        </p:spPr>
        <p:txBody>
          <a:bodyPr vert="horz" lIns="14400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a:t>
            </a:r>
          </a:p>
        </p:txBody>
      </p:sp>
      <p:sp>
        <p:nvSpPr>
          <p:cNvPr id="23" name="Textplatzhalter 2">
            <a:extLst>
              <a:ext uri="{FF2B5EF4-FFF2-40B4-BE49-F238E27FC236}">
                <a16:creationId xmlns:a16="http://schemas.microsoft.com/office/drawing/2014/main" id="{E872B040-3BA1-1502-9B49-F2F4A4FF2851}"/>
              </a:ext>
            </a:extLst>
          </p:cNvPr>
          <p:cNvSpPr txBox="1">
            <a:spLocks/>
          </p:cNvSpPr>
          <p:nvPr/>
        </p:nvSpPr>
        <p:spPr bwMode="gray">
          <a:xfrm>
            <a:off x="10056440" y="3285264"/>
            <a:ext cx="1656000" cy="2520000"/>
          </a:xfrm>
          <a:prstGeom prst="rect">
            <a:avLst/>
          </a:prstGeom>
        </p:spPr>
        <p:txBody>
          <a:bodyPr vert="horz" lIns="144000" tIns="14400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p>
          <a:p>
            <a:pPr marL="0" lvl="4" indent="0">
              <a:buNone/>
            </a:pPr>
            <a:r>
              <a:rPr lang="en-US" dirty="0"/>
              <a:t>Integer facilisis</a:t>
            </a:r>
            <a:br>
              <a:rPr lang="en-US" dirty="0"/>
            </a:br>
            <a:r>
              <a:rPr lang="en-US" dirty="0"/>
              <a:t>sem ut blandit vestibulum, felis massa laoreet mi, vel vene ate natis lacus.</a:t>
            </a:r>
          </a:p>
        </p:txBody>
      </p:sp>
      <p:sp>
        <p:nvSpPr>
          <p:cNvPr id="32" name="Textplatzhalter 8">
            <a:extLst>
              <a:ext uri="{FF2B5EF4-FFF2-40B4-BE49-F238E27FC236}">
                <a16:creationId xmlns:a16="http://schemas.microsoft.com/office/drawing/2014/main" id="{EB135C87-2B56-404A-63AF-BEBBB24B31FA}"/>
              </a:ext>
            </a:extLst>
          </p:cNvPr>
          <p:cNvSpPr txBox="1">
            <a:spLocks/>
          </p:cNvSpPr>
          <p:nvPr/>
        </p:nvSpPr>
        <p:spPr bwMode="gray">
          <a:xfrm>
            <a:off x="479480" y="2276872"/>
            <a:ext cx="1656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20XX</a:t>
            </a:r>
          </a:p>
        </p:txBody>
      </p:sp>
      <p:cxnSp>
        <p:nvCxnSpPr>
          <p:cNvPr id="27" name="Gerader Verbinder 26">
            <a:extLst>
              <a:ext uri="{FF2B5EF4-FFF2-40B4-BE49-F238E27FC236}">
                <a16:creationId xmlns:a16="http://schemas.microsoft.com/office/drawing/2014/main" id="{1386965E-4568-7D4E-0514-6C3FFF39433A}"/>
              </a:ext>
            </a:extLst>
          </p:cNvPr>
          <p:cNvCxnSpPr>
            <a:cxnSpLocks/>
          </p:cNvCxnSpPr>
          <p:nvPr/>
        </p:nvCxnSpPr>
        <p:spPr bwMode="gray">
          <a:xfrm flipV="1">
            <a:off x="479401"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8" name="Textplatzhalter 8">
            <a:extLst>
              <a:ext uri="{FF2B5EF4-FFF2-40B4-BE49-F238E27FC236}">
                <a16:creationId xmlns:a16="http://schemas.microsoft.com/office/drawing/2014/main" id="{B52DB202-8271-DBC2-8962-540FB17A262A}"/>
              </a:ext>
            </a:extLst>
          </p:cNvPr>
          <p:cNvSpPr txBox="1">
            <a:spLocks/>
          </p:cNvSpPr>
          <p:nvPr/>
        </p:nvSpPr>
        <p:spPr bwMode="gray">
          <a:xfrm>
            <a:off x="2423696" y="2276872"/>
            <a:ext cx="1620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3600" dirty="0"/>
              <a:t>20XX</a:t>
            </a:r>
          </a:p>
        </p:txBody>
      </p:sp>
      <p:cxnSp>
        <p:nvCxnSpPr>
          <p:cNvPr id="40" name="Gerader Verbinder 39">
            <a:extLst>
              <a:ext uri="{FF2B5EF4-FFF2-40B4-BE49-F238E27FC236}">
                <a16:creationId xmlns:a16="http://schemas.microsoft.com/office/drawing/2014/main" id="{8268C79C-4FE3-19EC-E850-229D4105BD38}"/>
              </a:ext>
            </a:extLst>
          </p:cNvPr>
          <p:cNvCxnSpPr>
            <a:cxnSpLocks/>
          </p:cNvCxnSpPr>
          <p:nvPr/>
        </p:nvCxnSpPr>
        <p:spPr bwMode="gray">
          <a:xfrm flipV="1">
            <a:off x="2423617"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513A4334-92B3-9280-ADFB-AA2663EDEAFC}"/>
              </a:ext>
            </a:extLst>
          </p:cNvPr>
          <p:cNvCxnSpPr>
            <a:cxnSpLocks/>
          </p:cNvCxnSpPr>
          <p:nvPr/>
        </p:nvCxnSpPr>
        <p:spPr bwMode="gray">
          <a:xfrm flipV="1">
            <a:off x="4331804"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48" name="Grafik 47">
            <a:extLst>
              <a:ext uri="{FF2B5EF4-FFF2-40B4-BE49-F238E27FC236}">
                <a16:creationId xmlns:a16="http://schemas.microsoft.com/office/drawing/2014/main" id="{104B17A8-E18D-D309-86B2-2438E257B27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8148408" y="1412776"/>
            <a:ext cx="576000" cy="576000"/>
          </a:xfrm>
          <a:prstGeom prst="rect">
            <a:avLst/>
          </a:prstGeom>
        </p:spPr>
      </p:pic>
      <p:pic>
        <p:nvPicPr>
          <p:cNvPr id="49" name="Grafik 48">
            <a:extLst>
              <a:ext uri="{FF2B5EF4-FFF2-40B4-BE49-F238E27FC236}">
                <a16:creationId xmlns:a16="http://schemas.microsoft.com/office/drawing/2014/main" id="{B579221B-5AE9-6917-5613-2A21EB23B6A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gray">
          <a:xfrm>
            <a:off x="6240196" y="1412776"/>
            <a:ext cx="576000" cy="576000"/>
          </a:xfrm>
          <a:prstGeom prst="rect">
            <a:avLst/>
          </a:prstGeom>
        </p:spPr>
      </p:pic>
      <p:sp>
        <p:nvSpPr>
          <p:cNvPr id="50" name="Textplatzhalter 8">
            <a:extLst>
              <a:ext uri="{FF2B5EF4-FFF2-40B4-BE49-F238E27FC236}">
                <a16:creationId xmlns:a16="http://schemas.microsoft.com/office/drawing/2014/main" id="{703EB0B9-D1C8-BAA5-A353-2057EF40689E}"/>
              </a:ext>
            </a:extLst>
          </p:cNvPr>
          <p:cNvSpPr txBox="1">
            <a:spLocks/>
          </p:cNvSpPr>
          <p:nvPr/>
        </p:nvSpPr>
        <p:spPr bwMode="gray">
          <a:xfrm>
            <a:off x="4331804" y="2276872"/>
            <a:ext cx="1620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20XX</a:t>
            </a:r>
          </a:p>
        </p:txBody>
      </p:sp>
      <p:cxnSp>
        <p:nvCxnSpPr>
          <p:cNvPr id="51" name="Gerader Verbinder 50">
            <a:extLst>
              <a:ext uri="{FF2B5EF4-FFF2-40B4-BE49-F238E27FC236}">
                <a16:creationId xmlns:a16="http://schemas.microsoft.com/office/drawing/2014/main" id="{CDB88EC2-DEFF-A5E1-AFA3-F8A400EC6690}"/>
              </a:ext>
            </a:extLst>
          </p:cNvPr>
          <p:cNvCxnSpPr>
            <a:cxnSpLocks/>
          </p:cNvCxnSpPr>
          <p:nvPr/>
        </p:nvCxnSpPr>
        <p:spPr bwMode="gray">
          <a:xfrm flipV="1">
            <a:off x="6240196"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54" name="Textplatzhalter 8">
            <a:extLst>
              <a:ext uri="{FF2B5EF4-FFF2-40B4-BE49-F238E27FC236}">
                <a16:creationId xmlns:a16="http://schemas.microsoft.com/office/drawing/2014/main" id="{BF0ACEFC-FDD7-0F41-F46A-108156DE3DB0}"/>
              </a:ext>
            </a:extLst>
          </p:cNvPr>
          <p:cNvSpPr txBox="1">
            <a:spLocks/>
          </p:cNvSpPr>
          <p:nvPr/>
        </p:nvSpPr>
        <p:spPr bwMode="gray">
          <a:xfrm>
            <a:off x="6240196" y="2276872"/>
            <a:ext cx="1620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20XX</a:t>
            </a:r>
          </a:p>
        </p:txBody>
      </p:sp>
      <p:cxnSp>
        <p:nvCxnSpPr>
          <p:cNvPr id="56" name="Gerader Verbinder 55">
            <a:extLst>
              <a:ext uri="{FF2B5EF4-FFF2-40B4-BE49-F238E27FC236}">
                <a16:creationId xmlns:a16="http://schemas.microsoft.com/office/drawing/2014/main" id="{5B951E74-AD58-8B37-5B2D-51DE931CAEA0}"/>
              </a:ext>
            </a:extLst>
          </p:cNvPr>
          <p:cNvCxnSpPr>
            <a:cxnSpLocks/>
          </p:cNvCxnSpPr>
          <p:nvPr/>
        </p:nvCxnSpPr>
        <p:spPr bwMode="gray">
          <a:xfrm flipV="1">
            <a:off x="8148228"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59" name="Textplatzhalter 8">
            <a:extLst>
              <a:ext uri="{FF2B5EF4-FFF2-40B4-BE49-F238E27FC236}">
                <a16:creationId xmlns:a16="http://schemas.microsoft.com/office/drawing/2014/main" id="{C5FE56AE-2BBE-2AD1-2D55-69A7C885A481}"/>
              </a:ext>
            </a:extLst>
          </p:cNvPr>
          <p:cNvSpPr txBox="1">
            <a:spLocks/>
          </p:cNvSpPr>
          <p:nvPr/>
        </p:nvSpPr>
        <p:spPr bwMode="gray">
          <a:xfrm>
            <a:off x="8148408" y="2276872"/>
            <a:ext cx="1620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20XX</a:t>
            </a:r>
          </a:p>
        </p:txBody>
      </p:sp>
      <p:sp>
        <p:nvSpPr>
          <p:cNvPr id="315393" name="Textplatzhalter 8">
            <a:extLst>
              <a:ext uri="{FF2B5EF4-FFF2-40B4-BE49-F238E27FC236}">
                <a16:creationId xmlns:a16="http://schemas.microsoft.com/office/drawing/2014/main" id="{EC19A6B4-6175-0C26-090F-FC2C20AE8C72}"/>
              </a:ext>
            </a:extLst>
          </p:cNvPr>
          <p:cNvSpPr txBox="1">
            <a:spLocks/>
          </p:cNvSpPr>
          <p:nvPr/>
        </p:nvSpPr>
        <p:spPr bwMode="gray">
          <a:xfrm>
            <a:off x="10056624" y="2276872"/>
            <a:ext cx="1656000" cy="864000"/>
          </a:xfrm>
          <a:prstGeom prst="rect">
            <a:avLst/>
          </a:prstGeom>
          <a:noFill/>
          <a:effectLst/>
        </p:spPr>
        <p:txBody>
          <a:bodyPr wrap="none" lIns="144000" tIns="0" rIns="0" bIns="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2500" dirty="0">
                <a:solidFill>
                  <a:schemeClr val="bg2"/>
                </a:solidFill>
              </a:rPr>
              <a:t>20XX</a:t>
            </a:r>
          </a:p>
        </p:txBody>
      </p:sp>
      <p:cxnSp>
        <p:nvCxnSpPr>
          <p:cNvPr id="315395" name="Gerader Verbinder 315394">
            <a:extLst>
              <a:ext uri="{FF2B5EF4-FFF2-40B4-BE49-F238E27FC236}">
                <a16:creationId xmlns:a16="http://schemas.microsoft.com/office/drawing/2014/main" id="{ADD98F6A-DACE-E67E-A983-13731A35A021}"/>
              </a:ext>
            </a:extLst>
          </p:cNvPr>
          <p:cNvCxnSpPr>
            <a:cxnSpLocks/>
          </p:cNvCxnSpPr>
          <p:nvPr/>
        </p:nvCxnSpPr>
        <p:spPr bwMode="gray">
          <a:xfrm flipV="1">
            <a:off x="10056545" y="2276871"/>
            <a:ext cx="0" cy="864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9" name="Ellipse 38">
            <a:extLst>
              <a:ext uri="{FF2B5EF4-FFF2-40B4-BE49-F238E27FC236}">
                <a16:creationId xmlns:a16="http://schemas.microsoft.com/office/drawing/2014/main" id="{9F09B556-F01B-1117-3675-856E85DD62FF}"/>
              </a:ext>
            </a:extLst>
          </p:cNvPr>
          <p:cNvSpPr>
            <a:spLocks noChangeAspect="1"/>
          </p:cNvSpPr>
          <p:nvPr/>
        </p:nvSpPr>
        <p:spPr bwMode="gray">
          <a:xfrm>
            <a:off x="2370684" y="2223912"/>
            <a:ext cx="108000" cy="108000"/>
          </a:xfrm>
          <a:prstGeom prst="ellipse">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43" name="Ellipse 42">
            <a:extLst>
              <a:ext uri="{FF2B5EF4-FFF2-40B4-BE49-F238E27FC236}">
                <a16:creationId xmlns:a16="http://schemas.microsoft.com/office/drawing/2014/main" id="{760FCC7A-F11D-5CC0-201D-2B62F2CD023B}"/>
              </a:ext>
            </a:extLst>
          </p:cNvPr>
          <p:cNvSpPr>
            <a:spLocks noChangeAspect="1"/>
          </p:cNvSpPr>
          <p:nvPr/>
        </p:nvSpPr>
        <p:spPr bwMode="gray">
          <a:xfrm>
            <a:off x="425425" y="2223912"/>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46" name="Ellipse 45">
            <a:extLst>
              <a:ext uri="{FF2B5EF4-FFF2-40B4-BE49-F238E27FC236}">
                <a16:creationId xmlns:a16="http://schemas.microsoft.com/office/drawing/2014/main" id="{974D6F8D-9A02-9C76-C9B6-8A8185B4233B}"/>
              </a:ext>
            </a:extLst>
          </p:cNvPr>
          <p:cNvSpPr>
            <a:spLocks noChangeAspect="1"/>
          </p:cNvSpPr>
          <p:nvPr/>
        </p:nvSpPr>
        <p:spPr bwMode="gray">
          <a:xfrm>
            <a:off x="4276762" y="2223912"/>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52" name="Ellipse 51">
            <a:extLst>
              <a:ext uri="{FF2B5EF4-FFF2-40B4-BE49-F238E27FC236}">
                <a16:creationId xmlns:a16="http://schemas.microsoft.com/office/drawing/2014/main" id="{F1394CBA-5969-644F-088B-FDE4DB3892CA}"/>
              </a:ext>
            </a:extLst>
          </p:cNvPr>
          <p:cNvSpPr>
            <a:spLocks noChangeAspect="1"/>
          </p:cNvSpPr>
          <p:nvPr/>
        </p:nvSpPr>
        <p:spPr bwMode="gray">
          <a:xfrm>
            <a:off x="6185154" y="2223912"/>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57" name="Ellipse 56">
            <a:extLst>
              <a:ext uri="{FF2B5EF4-FFF2-40B4-BE49-F238E27FC236}">
                <a16:creationId xmlns:a16="http://schemas.microsoft.com/office/drawing/2014/main" id="{53B6B0BB-D32C-E7CE-F19F-33CDF65BA035}"/>
              </a:ext>
            </a:extLst>
          </p:cNvPr>
          <p:cNvSpPr>
            <a:spLocks noChangeAspect="1"/>
          </p:cNvSpPr>
          <p:nvPr/>
        </p:nvSpPr>
        <p:spPr bwMode="gray">
          <a:xfrm>
            <a:off x="8095270" y="2223912"/>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315397" name="Ellipse 315396">
            <a:extLst>
              <a:ext uri="{FF2B5EF4-FFF2-40B4-BE49-F238E27FC236}">
                <a16:creationId xmlns:a16="http://schemas.microsoft.com/office/drawing/2014/main" id="{E838320F-3B52-B421-51E8-61AED173A3FB}"/>
              </a:ext>
            </a:extLst>
          </p:cNvPr>
          <p:cNvSpPr>
            <a:spLocks noChangeAspect="1"/>
          </p:cNvSpPr>
          <p:nvPr/>
        </p:nvSpPr>
        <p:spPr bwMode="gray">
          <a:xfrm>
            <a:off x="10002569" y="2223912"/>
            <a:ext cx="108000" cy="108000"/>
          </a:xfrm>
          <a:prstGeom prst="ellipse">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8" name="Grafik 7">
            <a:extLst>
              <a:ext uri="{FF2B5EF4-FFF2-40B4-BE49-F238E27FC236}">
                <a16:creationId xmlns:a16="http://schemas.microsoft.com/office/drawing/2014/main" id="{C344AD6D-79B5-F881-43FD-1972516472C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056440" y="1412776"/>
            <a:ext cx="576000" cy="576000"/>
          </a:xfrm>
          <a:prstGeom prst="rect">
            <a:avLst/>
          </a:prstGeom>
        </p:spPr>
      </p:pic>
      <p:pic>
        <p:nvPicPr>
          <p:cNvPr id="12" name="Grafik 11">
            <a:extLst>
              <a:ext uri="{FF2B5EF4-FFF2-40B4-BE49-F238E27FC236}">
                <a16:creationId xmlns:a16="http://schemas.microsoft.com/office/drawing/2014/main" id="{6BDC91A4-1646-5614-9E26-7ECEC0F250A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330762" y="1412760"/>
            <a:ext cx="576001" cy="576001"/>
          </a:xfrm>
          <a:prstGeom prst="rect">
            <a:avLst/>
          </a:prstGeom>
        </p:spPr>
      </p:pic>
      <p:pic>
        <p:nvPicPr>
          <p:cNvPr id="26" name="Grafik 25">
            <a:extLst>
              <a:ext uri="{FF2B5EF4-FFF2-40B4-BE49-F238E27FC236}">
                <a16:creationId xmlns:a16="http://schemas.microsoft.com/office/drawing/2014/main" id="{AB75C3BA-C897-9EAC-4BF8-11442207801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423666" y="1410866"/>
            <a:ext cx="576000" cy="576000"/>
          </a:xfrm>
          <a:prstGeom prst="rect">
            <a:avLst/>
          </a:prstGeom>
        </p:spPr>
      </p:pic>
    </p:spTree>
    <p:extLst>
      <p:ext uri="{BB962C8B-B14F-4D97-AF65-F5344CB8AC3E}">
        <p14:creationId xmlns:p14="http://schemas.microsoft.com/office/powerpoint/2010/main" val="299709628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hteck 8" hidden="1">
            <a:extLst>
              <a:ext uri="{FF2B5EF4-FFF2-40B4-BE49-F238E27FC236}">
                <a16:creationId xmlns:a16="http://schemas.microsoft.com/office/drawing/2014/main" id="{2CA31B8A-3F76-4F44-95CC-66A89C85FE99}"/>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5" name="Titel 14">
            <a:extLst>
              <a:ext uri="{FF2B5EF4-FFF2-40B4-BE49-F238E27FC236}">
                <a16:creationId xmlns:a16="http://schemas.microsoft.com/office/drawing/2014/main" id="{0F6CD223-B38D-BCB3-494B-375D502B27CD}"/>
              </a:ext>
            </a:extLst>
          </p:cNvPr>
          <p:cNvSpPr>
            <a:spLocks noGrp="1"/>
          </p:cNvSpPr>
          <p:nvPr>
            <p:ph type="title"/>
          </p:nvPr>
        </p:nvSpPr>
        <p:spPr bwMode="gray">
          <a:xfrm>
            <a:off x="479424" y="477000"/>
            <a:ext cx="11233151" cy="720000"/>
          </a:xfrm>
        </p:spPr>
        <p:txBody>
          <a:bodyPr/>
          <a:lstStyle/>
          <a:p>
            <a:r>
              <a:rPr lang="en-US" dirty="0"/>
              <a:t>Project plan in months</a:t>
            </a:r>
          </a:p>
        </p:txBody>
      </p:sp>
      <p:sp>
        <p:nvSpPr>
          <p:cNvPr id="11" name="Textplatzhalter 10">
            <a:extLst>
              <a:ext uri="{FF2B5EF4-FFF2-40B4-BE49-F238E27FC236}">
                <a16:creationId xmlns:a16="http://schemas.microsoft.com/office/drawing/2014/main" id="{DBC5BBCC-3161-3563-6BCB-67EBC5922440}"/>
              </a:ext>
            </a:extLst>
          </p:cNvPr>
          <p:cNvSpPr>
            <a:spLocks noGrp="1"/>
          </p:cNvSpPr>
          <p:nvPr>
            <p:ph type="body" sz="quarter" idx="13"/>
          </p:nvPr>
        </p:nvSpPr>
        <p:spPr bwMode="gray"/>
        <p:txBody>
          <a:bodyPr/>
          <a:lstStyle/>
          <a:p>
            <a:endParaRPr lang="en-US" dirty="0"/>
          </a:p>
        </p:txBody>
      </p:sp>
      <p:sp>
        <p:nvSpPr>
          <p:cNvPr id="5" name="Fußzeilenplatzhalter 4">
            <a:extLst>
              <a:ext uri="{FF2B5EF4-FFF2-40B4-BE49-F238E27FC236}">
                <a16:creationId xmlns:a16="http://schemas.microsoft.com/office/drawing/2014/main" id="{B12AF48E-C423-EF61-03D2-D84A39DACF1E}"/>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6" name="Foliennummernplatzhalter 5">
            <a:extLst>
              <a:ext uri="{FF2B5EF4-FFF2-40B4-BE49-F238E27FC236}">
                <a16:creationId xmlns:a16="http://schemas.microsoft.com/office/drawing/2014/main" id="{D474E245-3636-5079-7421-119294A1AF8C}"/>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30</a:t>
            </a:fld>
            <a:endParaRPr lang="en-US" dirty="0"/>
          </a:p>
        </p:txBody>
      </p:sp>
      <p:graphicFrame>
        <p:nvGraphicFramePr>
          <p:cNvPr id="17" name="Inhaltsplatzhalter 11">
            <a:extLst>
              <a:ext uri="{FF2B5EF4-FFF2-40B4-BE49-F238E27FC236}">
                <a16:creationId xmlns:a16="http://schemas.microsoft.com/office/drawing/2014/main" id="{67C60C9E-6BD4-2FF3-CA31-166509EF380F}"/>
              </a:ext>
            </a:extLst>
          </p:cNvPr>
          <p:cNvGraphicFramePr>
            <a:graphicFrameLocks/>
          </p:cNvGraphicFramePr>
          <p:nvPr/>
        </p:nvGraphicFramePr>
        <p:xfrm>
          <a:off x="479425" y="1412875"/>
          <a:ext cx="11232000" cy="4072320"/>
        </p:xfrm>
        <a:graphic>
          <a:graphicData uri="http://schemas.openxmlformats.org/drawingml/2006/table">
            <a:tbl>
              <a:tblPr firstRow="1" bandRow="1">
                <a:tableStyleId>{5C22544A-7EE6-4342-B048-85BDC9FD1C3A}</a:tableStyleId>
              </a:tblPr>
              <a:tblGrid>
                <a:gridCol w="3672000">
                  <a:extLst>
                    <a:ext uri="{9D8B030D-6E8A-4147-A177-3AD203B41FA5}">
                      <a16:colId xmlns:a16="http://schemas.microsoft.com/office/drawing/2014/main" val="2389719309"/>
                    </a:ext>
                  </a:extLst>
                </a:gridCol>
                <a:gridCol w="472500">
                  <a:extLst>
                    <a:ext uri="{9D8B030D-6E8A-4147-A177-3AD203B41FA5}">
                      <a16:colId xmlns:a16="http://schemas.microsoft.com/office/drawing/2014/main" val="2275645487"/>
                    </a:ext>
                  </a:extLst>
                </a:gridCol>
                <a:gridCol w="472500">
                  <a:extLst>
                    <a:ext uri="{9D8B030D-6E8A-4147-A177-3AD203B41FA5}">
                      <a16:colId xmlns:a16="http://schemas.microsoft.com/office/drawing/2014/main" val="1313878961"/>
                    </a:ext>
                  </a:extLst>
                </a:gridCol>
                <a:gridCol w="472500">
                  <a:extLst>
                    <a:ext uri="{9D8B030D-6E8A-4147-A177-3AD203B41FA5}">
                      <a16:colId xmlns:a16="http://schemas.microsoft.com/office/drawing/2014/main" val="678137465"/>
                    </a:ext>
                  </a:extLst>
                </a:gridCol>
                <a:gridCol w="472500">
                  <a:extLst>
                    <a:ext uri="{9D8B030D-6E8A-4147-A177-3AD203B41FA5}">
                      <a16:colId xmlns:a16="http://schemas.microsoft.com/office/drawing/2014/main" val="1645080943"/>
                    </a:ext>
                  </a:extLst>
                </a:gridCol>
                <a:gridCol w="472500">
                  <a:extLst>
                    <a:ext uri="{9D8B030D-6E8A-4147-A177-3AD203B41FA5}">
                      <a16:colId xmlns:a16="http://schemas.microsoft.com/office/drawing/2014/main" val="3979469845"/>
                    </a:ext>
                  </a:extLst>
                </a:gridCol>
                <a:gridCol w="472500">
                  <a:extLst>
                    <a:ext uri="{9D8B030D-6E8A-4147-A177-3AD203B41FA5}">
                      <a16:colId xmlns:a16="http://schemas.microsoft.com/office/drawing/2014/main" val="479772630"/>
                    </a:ext>
                  </a:extLst>
                </a:gridCol>
                <a:gridCol w="472500">
                  <a:extLst>
                    <a:ext uri="{9D8B030D-6E8A-4147-A177-3AD203B41FA5}">
                      <a16:colId xmlns:a16="http://schemas.microsoft.com/office/drawing/2014/main" val="3325378748"/>
                    </a:ext>
                  </a:extLst>
                </a:gridCol>
                <a:gridCol w="472500">
                  <a:extLst>
                    <a:ext uri="{9D8B030D-6E8A-4147-A177-3AD203B41FA5}">
                      <a16:colId xmlns:a16="http://schemas.microsoft.com/office/drawing/2014/main" val="418550560"/>
                    </a:ext>
                  </a:extLst>
                </a:gridCol>
                <a:gridCol w="472500">
                  <a:extLst>
                    <a:ext uri="{9D8B030D-6E8A-4147-A177-3AD203B41FA5}">
                      <a16:colId xmlns:a16="http://schemas.microsoft.com/office/drawing/2014/main" val="2816088615"/>
                    </a:ext>
                  </a:extLst>
                </a:gridCol>
                <a:gridCol w="472500">
                  <a:extLst>
                    <a:ext uri="{9D8B030D-6E8A-4147-A177-3AD203B41FA5}">
                      <a16:colId xmlns:a16="http://schemas.microsoft.com/office/drawing/2014/main" val="1795256851"/>
                    </a:ext>
                  </a:extLst>
                </a:gridCol>
                <a:gridCol w="472500">
                  <a:extLst>
                    <a:ext uri="{9D8B030D-6E8A-4147-A177-3AD203B41FA5}">
                      <a16:colId xmlns:a16="http://schemas.microsoft.com/office/drawing/2014/main" val="1221329605"/>
                    </a:ext>
                  </a:extLst>
                </a:gridCol>
                <a:gridCol w="472500">
                  <a:extLst>
                    <a:ext uri="{9D8B030D-6E8A-4147-A177-3AD203B41FA5}">
                      <a16:colId xmlns:a16="http://schemas.microsoft.com/office/drawing/2014/main" val="4061990194"/>
                    </a:ext>
                  </a:extLst>
                </a:gridCol>
                <a:gridCol w="472500">
                  <a:extLst>
                    <a:ext uri="{9D8B030D-6E8A-4147-A177-3AD203B41FA5}">
                      <a16:colId xmlns:a16="http://schemas.microsoft.com/office/drawing/2014/main" val="558019939"/>
                    </a:ext>
                  </a:extLst>
                </a:gridCol>
                <a:gridCol w="472500">
                  <a:extLst>
                    <a:ext uri="{9D8B030D-6E8A-4147-A177-3AD203B41FA5}">
                      <a16:colId xmlns:a16="http://schemas.microsoft.com/office/drawing/2014/main" val="189543412"/>
                    </a:ext>
                  </a:extLst>
                </a:gridCol>
                <a:gridCol w="472500">
                  <a:extLst>
                    <a:ext uri="{9D8B030D-6E8A-4147-A177-3AD203B41FA5}">
                      <a16:colId xmlns:a16="http://schemas.microsoft.com/office/drawing/2014/main" val="2810138710"/>
                    </a:ext>
                  </a:extLst>
                </a:gridCol>
                <a:gridCol w="472500">
                  <a:extLst>
                    <a:ext uri="{9D8B030D-6E8A-4147-A177-3AD203B41FA5}">
                      <a16:colId xmlns:a16="http://schemas.microsoft.com/office/drawing/2014/main" val="3202867001"/>
                    </a:ext>
                  </a:extLst>
                </a:gridCol>
              </a:tblGrid>
              <a:tr h="288000">
                <a:tc>
                  <a:txBody>
                    <a:bodyPr/>
                    <a:lstStyle/>
                    <a:p>
                      <a:endParaRPr lang="en-US" sz="1200" b="1" cap="none" baseline="0" noProof="0" dirty="0">
                        <a:solidFill>
                          <a:schemeClr val="tx1"/>
                        </a:solidFill>
                        <a:latin typeface="+mn-lt"/>
                      </a:endParaRPr>
                    </a:p>
                  </a:txBody>
                  <a:tcPr marL="144000" marR="144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l"/>
                      <a:r>
                        <a:rPr kumimoji="0" lang="en-US" sz="1200" b="1" i="0" u="none" strike="noStrike" kern="1200" cap="none" spc="0" normalizeH="0" baseline="0" noProof="0" dirty="0">
                          <a:ln>
                            <a:noFill/>
                          </a:ln>
                          <a:solidFill>
                            <a:schemeClr val="tx1"/>
                          </a:solidFill>
                          <a:effectLst/>
                          <a:uLnTx/>
                          <a:uFillTx/>
                          <a:latin typeface="+mn-lt"/>
                          <a:ea typeface="+mn-ea"/>
                          <a:cs typeface="+mn-cs"/>
                        </a:rPr>
                        <a:t>20XX</a:t>
                      </a:r>
                    </a:p>
                  </a:txBody>
                  <a:tcPr marL="144000" marR="144000" marT="54000" marB="5400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pPr algn="l"/>
                      <a:endParaRPr lang="en-US" sz="1200" b="1" cap="none" baseline="0" noProof="0" dirty="0">
                        <a:solidFill>
                          <a:schemeClr val="tx1"/>
                        </a:solidFill>
                        <a:latin typeface="+mn-lt"/>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tc gridSpan="4">
                  <a:txBody>
                    <a:bodyPr/>
                    <a:lstStyle/>
                    <a:p>
                      <a:pPr algn="l"/>
                      <a:r>
                        <a:rPr lang="en-US" sz="1200" b="1" cap="none" baseline="0" noProof="0" dirty="0">
                          <a:solidFill>
                            <a:schemeClr val="tx1"/>
                          </a:solidFill>
                          <a:latin typeface="+mn-lt"/>
                        </a:rPr>
                        <a:t>20XX</a:t>
                      </a:r>
                    </a:p>
                  </a:txBody>
                  <a:tcPr marL="144000" marR="144000" marT="54000" marB="5400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4261012171"/>
                  </a:ext>
                </a:extLst>
              </a:tr>
              <a:tr h="288000">
                <a:tc>
                  <a:txBody>
                    <a:bodyPr/>
                    <a:lstStyle/>
                    <a:p>
                      <a:endParaRPr lang="en-US" sz="1200" noProof="0" dirty="0">
                        <a:solidFill>
                          <a:schemeClr val="tx1"/>
                        </a:solidFill>
                        <a:latin typeface="+mn-lt"/>
                      </a:endParaRPr>
                    </a:p>
                  </a:txBody>
                  <a:tcPr marL="144000" marR="144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Q1</a:t>
                      </a: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Q2</a:t>
                      </a: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Q3</a:t>
                      </a: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Q4</a:t>
                      </a: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Q1</a:t>
                      </a: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Q2</a:t>
                      </a: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472231323"/>
                  </a:ext>
                </a:extLst>
              </a:tr>
              <a:tr h="288000">
                <a:tc>
                  <a:txBody>
                    <a:bodyPr/>
                    <a:lstStyle/>
                    <a:p>
                      <a:r>
                        <a:rPr lang="en-US" sz="1200" noProof="0" dirty="0">
                          <a:solidFill>
                            <a:schemeClr val="tx1"/>
                          </a:solidFill>
                          <a:latin typeface="+mn-lt"/>
                        </a:rPr>
                        <a:t>Vitae tincidunt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342221996"/>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116593542"/>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852966573"/>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626949063"/>
                  </a:ext>
                </a:extLst>
              </a:tr>
              <a:tr h="288000">
                <a:tc>
                  <a:txBody>
                    <a:bodyPr/>
                    <a:lstStyle/>
                    <a:p>
                      <a:r>
                        <a:rPr lang="en-US" sz="1200" noProof="0" dirty="0">
                          <a:solidFill>
                            <a:schemeClr val="tx1"/>
                          </a:solidFill>
                          <a:latin typeface="+mn-lt"/>
                        </a:rPr>
                        <a:t>Vitae tincidunt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055563034"/>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20626698"/>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94188425"/>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noProof="0" dirty="0">
                        <a:solidFill>
                          <a:schemeClr val="tx1"/>
                        </a:solidFill>
                        <a:latin typeface="+mn-lt"/>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594589082"/>
                  </a:ext>
                </a:extLst>
              </a:tr>
              <a:tr h="288000">
                <a:tc>
                  <a:txBody>
                    <a:bodyPr/>
                    <a:lstStyle/>
                    <a:p>
                      <a:r>
                        <a:rPr lang="en-US" sz="1200" noProof="0" dirty="0">
                          <a:solidFill>
                            <a:schemeClr val="tx1"/>
                          </a:solidFill>
                          <a:latin typeface="+mn-lt"/>
                        </a:rPr>
                        <a:t>Vitae tincidunt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630223165"/>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3429419355"/>
                  </a:ext>
                </a:extLst>
              </a:tr>
              <a:tr h="288000">
                <a:tc>
                  <a:txBody>
                    <a:bodyPr/>
                    <a:lstStyle/>
                    <a:p>
                      <a:r>
                        <a:rPr lang="en-US" sz="120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967272978"/>
                  </a:ext>
                </a:extLst>
              </a:tr>
              <a:tr h="288000">
                <a:tc>
                  <a:txBody>
                    <a:bodyPr/>
                    <a:lstStyle/>
                    <a:p>
                      <a:r>
                        <a:rPr lang="en-US" sz="1200" b="0" cap="none" baseline="0" noProof="0" dirty="0">
                          <a:solidFill>
                            <a:schemeClr val="tx1"/>
                          </a:solidFill>
                          <a:latin typeface="+mn-lt"/>
                        </a:rPr>
                        <a: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54000" marB="5400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1309180450"/>
                  </a:ext>
                </a:extLst>
              </a:tr>
            </a:tbl>
          </a:graphicData>
        </a:graphic>
      </p:graphicFrame>
      <p:sp>
        <p:nvSpPr>
          <p:cNvPr id="18" name="Rechteck 17">
            <a:extLst>
              <a:ext uri="{FF2B5EF4-FFF2-40B4-BE49-F238E27FC236}">
                <a16:creationId xmlns:a16="http://schemas.microsoft.com/office/drawing/2014/main" id="{1ADEF80A-D36F-1114-E349-A18E01B4A812}"/>
              </a:ext>
            </a:extLst>
          </p:cNvPr>
          <p:cNvSpPr/>
          <p:nvPr/>
        </p:nvSpPr>
        <p:spPr bwMode="gray">
          <a:xfrm>
            <a:off x="5699956" y="2391064"/>
            <a:ext cx="1872000" cy="7200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19" name="Rechteck 18">
            <a:extLst>
              <a:ext uri="{FF2B5EF4-FFF2-40B4-BE49-F238E27FC236}">
                <a16:creationId xmlns:a16="http://schemas.microsoft.com/office/drawing/2014/main" id="{9ACAB0A6-2B41-1FAA-F8FB-7C0054FF574C}"/>
              </a:ext>
            </a:extLst>
          </p:cNvPr>
          <p:cNvSpPr/>
          <p:nvPr/>
        </p:nvSpPr>
        <p:spPr bwMode="gray">
          <a:xfrm>
            <a:off x="6456040" y="2683318"/>
            <a:ext cx="3672000" cy="7200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0" name="Rechteck 19">
            <a:extLst>
              <a:ext uri="{FF2B5EF4-FFF2-40B4-BE49-F238E27FC236}">
                <a16:creationId xmlns:a16="http://schemas.microsoft.com/office/drawing/2014/main" id="{8EB3D8CB-AD28-CEF1-CB30-4A328C189A31}"/>
              </a:ext>
            </a:extLst>
          </p:cNvPr>
          <p:cNvSpPr/>
          <p:nvPr/>
        </p:nvSpPr>
        <p:spPr bwMode="gray">
          <a:xfrm>
            <a:off x="6924500" y="2974413"/>
            <a:ext cx="2736000" cy="7200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1" name="Textplatzhalter 2">
            <a:extLst>
              <a:ext uri="{FF2B5EF4-FFF2-40B4-BE49-F238E27FC236}">
                <a16:creationId xmlns:a16="http://schemas.microsoft.com/office/drawing/2014/main" id="{C4889810-A3A4-EE3B-FB51-5AE36ED47E5E}"/>
              </a:ext>
            </a:extLst>
          </p:cNvPr>
          <p:cNvSpPr txBox="1">
            <a:spLocks/>
          </p:cNvSpPr>
          <p:nvPr/>
        </p:nvSpPr>
        <p:spPr bwMode="gray">
          <a:xfrm>
            <a:off x="4979996" y="2027835"/>
            <a:ext cx="1800080" cy="216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nSpc>
                <a:spcPct val="100000"/>
              </a:lnSpc>
              <a:buNone/>
            </a:pPr>
            <a:r>
              <a:rPr lang="en-US" sz="1200" b="1" dirty="0"/>
              <a:t>Lorem ipsum</a:t>
            </a:r>
          </a:p>
        </p:txBody>
      </p:sp>
      <p:sp>
        <p:nvSpPr>
          <p:cNvPr id="22" name="Ellipse 21">
            <a:extLst>
              <a:ext uri="{FF2B5EF4-FFF2-40B4-BE49-F238E27FC236}">
                <a16:creationId xmlns:a16="http://schemas.microsoft.com/office/drawing/2014/main" id="{52B3F35B-9EA0-79A8-3AD9-33966686C1ED}"/>
              </a:ext>
            </a:extLst>
          </p:cNvPr>
          <p:cNvSpPr>
            <a:spLocks noChangeAspect="1"/>
          </p:cNvSpPr>
          <p:nvPr/>
        </p:nvSpPr>
        <p:spPr bwMode="gray">
          <a:xfrm>
            <a:off x="4799892" y="2081835"/>
            <a:ext cx="108000" cy="108000"/>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3" name="Rechteck 22">
            <a:extLst>
              <a:ext uri="{FF2B5EF4-FFF2-40B4-BE49-F238E27FC236}">
                <a16:creationId xmlns:a16="http://schemas.microsoft.com/office/drawing/2014/main" id="{FE90BED0-6D86-E65D-C8CA-174FE3F0FA69}"/>
              </a:ext>
            </a:extLst>
          </p:cNvPr>
          <p:cNvSpPr/>
          <p:nvPr/>
        </p:nvSpPr>
        <p:spPr bwMode="gray">
          <a:xfrm>
            <a:off x="5699956" y="3555996"/>
            <a:ext cx="1872000" cy="72008"/>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4" name="Rechteck 23">
            <a:extLst>
              <a:ext uri="{FF2B5EF4-FFF2-40B4-BE49-F238E27FC236}">
                <a16:creationId xmlns:a16="http://schemas.microsoft.com/office/drawing/2014/main" id="{FC9A398A-EC61-4503-9283-EFD6446EA70C}"/>
              </a:ext>
            </a:extLst>
          </p:cNvPr>
          <p:cNvSpPr/>
          <p:nvPr/>
        </p:nvSpPr>
        <p:spPr bwMode="gray">
          <a:xfrm>
            <a:off x="6456040" y="3847698"/>
            <a:ext cx="3672000" cy="72008"/>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5" name="Rechteck 24">
            <a:extLst>
              <a:ext uri="{FF2B5EF4-FFF2-40B4-BE49-F238E27FC236}">
                <a16:creationId xmlns:a16="http://schemas.microsoft.com/office/drawing/2014/main" id="{EE32E7A5-ADDF-F5D4-00EA-260F582B1450}"/>
              </a:ext>
            </a:extLst>
          </p:cNvPr>
          <p:cNvSpPr/>
          <p:nvPr/>
        </p:nvSpPr>
        <p:spPr bwMode="gray">
          <a:xfrm>
            <a:off x="6924500" y="4138793"/>
            <a:ext cx="2736000" cy="72008"/>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6" name="Textplatzhalter 2">
            <a:extLst>
              <a:ext uri="{FF2B5EF4-FFF2-40B4-BE49-F238E27FC236}">
                <a16:creationId xmlns:a16="http://schemas.microsoft.com/office/drawing/2014/main" id="{90CF9C18-06E7-644F-16FA-0C3850C3CE27}"/>
              </a:ext>
            </a:extLst>
          </p:cNvPr>
          <p:cNvSpPr txBox="1">
            <a:spLocks/>
          </p:cNvSpPr>
          <p:nvPr/>
        </p:nvSpPr>
        <p:spPr bwMode="gray">
          <a:xfrm>
            <a:off x="4979996" y="3192767"/>
            <a:ext cx="1800080" cy="216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nSpc>
                <a:spcPct val="100000"/>
              </a:lnSpc>
              <a:buNone/>
            </a:pPr>
            <a:r>
              <a:rPr lang="en-US" sz="1200" b="1" dirty="0"/>
              <a:t>Lorem ipsum</a:t>
            </a:r>
          </a:p>
        </p:txBody>
      </p:sp>
      <p:sp>
        <p:nvSpPr>
          <p:cNvPr id="27" name="Ellipse 26">
            <a:extLst>
              <a:ext uri="{FF2B5EF4-FFF2-40B4-BE49-F238E27FC236}">
                <a16:creationId xmlns:a16="http://schemas.microsoft.com/office/drawing/2014/main" id="{7E0A2D5D-0C74-018E-1B9F-B282AEF00535}"/>
              </a:ext>
            </a:extLst>
          </p:cNvPr>
          <p:cNvSpPr>
            <a:spLocks noChangeAspect="1"/>
          </p:cNvSpPr>
          <p:nvPr/>
        </p:nvSpPr>
        <p:spPr bwMode="gray">
          <a:xfrm>
            <a:off x="4799892" y="3246767"/>
            <a:ext cx="108000" cy="108000"/>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8" name="Rechteck 27">
            <a:extLst>
              <a:ext uri="{FF2B5EF4-FFF2-40B4-BE49-F238E27FC236}">
                <a16:creationId xmlns:a16="http://schemas.microsoft.com/office/drawing/2014/main" id="{49D56B8E-BE5A-66E7-B4DA-79F26B030B76}"/>
              </a:ext>
            </a:extLst>
          </p:cNvPr>
          <p:cNvSpPr/>
          <p:nvPr/>
        </p:nvSpPr>
        <p:spPr bwMode="gray">
          <a:xfrm>
            <a:off x="5699956" y="4720928"/>
            <a:ext cx="1872000" cy="72008"/>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9" name="Rechteck 28">
            <a:extLst>
              <a:ext uri="{FF2B5EF4-FFF2-40B4-BE49-F238E27FC236}">
                <a16:creationId xmlns:a16="http://schemas.microsoft.com/office/drawing/2014/main" id="{3422A7A1-B4AC-2D3D-413C-E9E0E4DF050A}"/>
              </a:ext>
            </a:extLst>
          </p:cNvPr>
          <p:cNvSpPr/>
          <p:nvPr/>
        </p:nvSpPr>
        <p:spPr bwMode="gray">
          <a:xfrm>
            <a:off x="6456040" y="5012078"/>
            <a:ext cx="3672000" cy="72008"/>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30" name="Rechteck 29">
            <a:extLst>
              <a:ext uri="{FF2B5EF4-FFF2-40B4-BE49-F238E27FC236}">
                <a16:creationId xmlns:a16="http://schemas.microsoft.com/office/drawing/2014/main" id="{B40FFE47-5C17-F4E2-5A5E-9ADE69B94ADE}"/>
              </a:ext>
            </a:extLst>
          </p:cNvPr>
          <p:cNvSpPr/>
          <p:nvPr/>
        </p:nvSpPr>
        <p:spPr bwMode="gray">
          <a:xfrm>
            <a:off x="6924500" y="5303173"/>
            <a:ext cx="2736000" cy="72008"/>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31" name="Textplatzhalter 2">
            <a:extLst>
              <a:ext uri="{FF2B5EF4-FFF2-40B4-BE49-F238E27FC236}">
                <a16:creationId xmlns:a16="http://schemas.microsoft.com/office/drawing/2014/main" id="{6210288C-C3B5-1412-5296-60F46A286E9A}"/>
              </a:ext>
            </a:extLst>
          </p:cNvPr>
          <p:cNvSpPr txBox="1">
            <a:spLocks/>
          </p:cNvSpPr>
          <p:nvPr/>
        </p:nvSpPr>
        <p:spPr bwMode="gray">
          <a:xfrm>
            <a:off x="4979996" y="4357699"/>
            <a:ext cx="1800080" cy="216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nSpc>
                <a:spcPct val="100000"/>
              </a:lnSpc>
              <a:buNone/>
            </a:pPr>
            <a:r>
              <a:rPr lang="en-US" sz="1200" b="1" dirty="0"/>
              <a:t>Lorem ipsum</a:t>
            </a:r>
          </a:p>
        </p:txBody>
      </p:sp>
      <p:sp>
        <p:nvSpPr>
          <p:cNvPr id="32" name="Ellipse 31">
            <a:extLst>
              <a:ext uri="{FF2B5EF4-FFF2-40B4-BE49-F238E27FC236}">
                <a16:creationId xmlns:a16="http://schemas.microsoft.com/office/drawing/2014/main" id="{4645E909-7D43-A2ED-9256-0E1C39D15DC6}"/>
              </a:ext>
            </a:extLst>
          </p:cNvPr>
          <p:cNvSpPr>
            <a:spLocks noChangeAspect="1"/>
          </p:cNvSpPr>
          <p:nvPr/>
        </p:nvSpPr>
        <p:spPr bwMode="gray">
          <a:xfrm>
            <a:off x="4799892" y="4411699"/>
            <a:ext cx="108000" cy="108000"/>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Tree>
    <p:extLst>
      <p:ext uri="{BB962C8B-B14F-4D97-AF65-F5344CB8AC3E}">
        <p14:creationId xmlns:p14="http://schemas.microsoft.com/office/powerpoint/2010/main" val="3594324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platzhalter 2">
            <a:extLst>
              <a:ext uri="{FF2B5EF4-FFF2-40B4-BE49-F238E27FC236}">
                <a16:creationId xmlns:a16="http://schemas.microsoft.com/office/drawing/2014/main" id="{607D6874-857C-8BF8-377E-BB9B5C332860}"/>
              </a:ext>
            </a:extLst>
          </p:cNvPr>
          <p:cNvSpPr txBox="1">
            <a:spLocks/>
          </p:cNvSpPr>
          <p:nvPr/>
        </p:nvSpPr>
        <p:spPr bwMode="gray">
          <a:xfrm>
            <a:off x="4331804" y="1412776"/>
            <a:ext cx="3527909" cy="504000"/>
          </a:xfrm>
          <a:prstGeom prst="rect">
            <a:avLst/>
          </a:prstGeom>
          <a:solidFill>
            <a:schemeClr val="tx2"/>
          </a:solidFill>
        </p:spPr>
        <p:txBody>
          <a:bodyPr vert="horz" lIns="144000" tIns="144000" rIns="144000" bIns="180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b="1" dirty="0">
                <a:solidFill>
                  <a:schemeClr val="bg2"/>
                </a:solidFill>
              </a:rPr>
              <a:t>Lorem ipsum</a:t>
            </a:r>
            <a:endParaRPr lang="en-US" dirty="0">
              <a:solidFill>
                <a:schemeClr val="bg2"/>
              </a:solidFill>
            </a:endParaRPr>
          </a:p>
        </p:txBody>
      </p:sp>
      <p:graphicFrame>
        <p:nvGraphicFramePr>
          <p:cNvPr id="70" name="Objekt 69"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4" imgW="360" imgH="360" progId="TCLayout.ActiveDocument.1">
                  <p:embed/>
                </p:oleObj>
              </mc:Choice>
              <mc:Fallback>
                <p:oleObj name="think-cell Folie" r:id="rId4" imgW="360" imgH="360" progId="TCLayout.ActiveDocument.1">
                  <p:embed/>
                  <p:pic>
                    <p:nvPicPr>
                      <p:cNvPr id="70" name="Objekt 69"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itel 11">
            <a:extLst>
              <a:ext uri="{FF2B5EF4-FFF2-40B4-BE49-F238E27FC236}">
                <a16:creationId xmlns:a16="http://schemas.microsoft.com/office/drawing/2014/main" id="{FA452F05-5621-C756-706C-240795506753}"/>
              </a:ext>
            </a:extLst>
          </p:cNvPr>
          <p:cNvSpPr>
            <a:spLocks noGrp="1"/>
          </p:cNvSpPr>
          <p:nvPr>
            <p:ph type="title"/>
          </p:nvPr>
        </p:nvSpPr>
        <p:spPr bwMode="gray">
          <a:xfrm>
            <a:off x="479424" y="477000"/>
            <a:ext cx="11233151" cy="720000"/>
          </a:xfrm>
        </p:spPr>
        <p:txBody>
          <a:bodyPr vert="horz"/>
          <a:lstStyle/>
          <a:p>
            <a:r>
              <a:rPr lang="en-US" dirty="0"/>
              <a:t>Three-levelled horizontal organization chart</a:t>
            </a:r>
          </a:p>
        </p:txBody>
      </p:sp>
      <p:sp>
        <p:nvSpPr>
          <p:cNvPr id="9" name="Textplatzhalter 8">
            <a:extLst>
              <a:ext uri="{FF2B5EF4-FFF2-40B4-BE49-F238E27FC236}">
                <a16:creationId xmlns:a16="http://schemas.microsoft.com/office/drawing/2014/main" id="{41C2C4F7-78DF-95D1-269F-60DC38980185}"/>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F6A3B749-28BC-6C69-8F84-590689655445}"/>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30C9E367-2236-81AB-FB4B-8B646C7F7B13}"/>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31</a:t>
            </a:fld>
            <a:endParaRPr lang="en-US" dirty="0"/>
          </a:p>
        </p:txBody>
      </p:sp>
      <p:cxnSp>
        <p:nvCxnSpPr>
          <p:cNvPr id="20" name="Verbinder: gewinkelt 19">
            <a:extLst>
              <a:ext uri="{FF2B5EF4-FFF2-40B4-BE49-F238E27FC236}">
                <a16:creationId xmlns:a16="http://schemas.microsoft.com/office/drawing/2014/main" id="{E16F69F7-79C5-D246-B1EE-8CE6F1060BA8}"/>
              </a:ext>
            </a:extLst>
          </p:cNvPr>
          <p:cNvCxnSpPr>
            <a:cxnSpLocks/>
            <a:stCxn id="86" idx="0"/>
            <a:endCxn id="81" idx="2"/>
          </p:cNvCxnSpPr>
          <p:nvPr/>
        </p:nvCxnSpPr>
        <p:spPr bwMode="gray">
          <a:xfrm rot="16200000" flipV="1">
            <a:off x="7392262" y="620273"/>
            <a:ext cx="287778" cy="2880784"/>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platzhalter 2">
            <a:extLst>
              <a:ext uri="{FF2B5EF4-FFF2-40B4-BE49-F238E27FC236}">
                <a16:creationId xmlns:a16="http://schemas.microsoft.com/office/drawing/2014/main" id="{1723E627-437B-CBCA-E163-A41F7263C592}"/>
              </a:ext>
            </a:extLst>
          </p:cNvPr>
          <p:cNvSpPr txBox="1">
            <a:spLocks/>
          </p:cNvSpPr>
          <p:nvPr/>
        </p:nvSpPr>
        <p:spPr bwMode="gray">
          <a:xfrm>
            <a:off x="479376" y="3141048"/>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25" name="Textplatzhalter 2">
            <a:extLst>
              <a:ext uri="{FF2B5EF4-FFF2-40B4-BE49-F238E27FC236}">
                <a16:creationId xmlns:a16="http://schemas.microsoft.com/office/drawing/2014/main" id="{99AE44F6-61AE-44DD-FE4B-0DC78592C6D4}"/>
              </a:ext>
            </a:extLst>
          </p:cNvPr>
          <p:cNvSpPr txBox="1">
            <a:spLocks/>
          </p:cNvSpPr>
          <p:nvPr/>
        </p:nvSpPr>
        <p:spPr bwMode="gray">
          <a:xfrm>
            <a:off x="3359984" y="3141048"/>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cxnSp>
        <p:nvCxnSpPr>
          <p:cNvPr id="46" name="Verbinder: gewinkelt 45">
            <a:extLst>
              <a:ext uri="{FF2B5EF4-FFF2-40B4-BE49-F238E27FC236}">
                <a16:creationId xmlns:a16="http://schemas.microsoft.com/office/drawing/2014/main" id="{7FE4E7F3-8790-7EB0-D14B-F234773C9F30}"/>
              </a:ext>
            </a:extLst>
          </p:cNvPr>
          <p:cNvCxnSpPr>
            <a:cxnSpLocks/>
            <a:stCxn id="81" idx="2"/>
            <a:endCxn id="79" idx="0"/>
          </p:cNvCxnSpPr>
          <p:nvPr/>
        </p:nvCxnSpPr>
        <p:spPr bwMode="gray">
          <a:xfrm rot="5400000">
            <a:off x="4511719" y="620514"/>
            <a:ext cx="287778" cy="2880302"/>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platzhalter 2">
            <a:extLst>
              <a:ext uri="{FF2B5EF4-FFF2-40B4-BE49-F238E27FC236}">
                <a16:creationId xmlns:a16="http://schemas.microsoft.com/office/drawing/2014/main" id="{1CF9E206-EAEB-02A5-7299-D52335BEB8F0}"/>
              </a:ext>
            </a:extLst>
          </p:cNvPr>
          <p:cNvSpPr txBox="1">
            <a:spLocks/>
          </p:cNvSpPr>
          <p:nvPr/>
        </p:nvSpPr>
        <p:spPr bwMode="gray">
          <a:xfrm>
            <a:off x="6240016" y="3141048"/>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51" name="Textplatzhalter 2">
            <a:extLst>
              <a:ext uri="{FF2B5EF4-FFF2-40B4-BE49-F238E27FC236}">
                <a16:creationId xmlns:a16="http://schemas.microsoft.com/office/drawing/2014/main" id="{310E243F-03BC-36C6-83AF-915F28D4B951}"/>
              </a:ext>
            </a:extLst>
          </p:cNvPr>
          <p:cNvSpPr txBox="1">
            <a:spLocks/>
          </p:cNvSpPr>
          <p:nvPr/>
        </p:nvSpPr>
        <p:spPr bwMode="gray">
          <a:xfrm>
            <a:off x="9120336" y="3141048"/>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79" name="Textplatzhalter 2">
            <a:extLst>
              <a:ext uri="{FF2B5EF4-FFF2-40B4-BE49-F238E27FC236}">
                <a16:creationId xmlns:a16="http://schemas.microsoft.com/office/drawing/2014/main" id="{4EE713F9-600B-3A12-D4FF-5899FB3607BA}"/>
              </a:ext>
            </a:extLst>
          </p:cNvPr>
          <p:cNvSpPr txBox="1">
            <a:spLocks/>
          </p:cNvSpPr>
          <p:nvPr/>
        </p:nvSpPr>
        <p:spPr bwMode="ltGray">
          <a:xfrm>
            <a:off x="479376" y="2204554"/>
            <a:ext cx="5472162" cy="792398"/>
          </a:xfrm>
          <a:prstGeom prst="rect">
            <a:avLst/>
          </a:prstGeom>
          <a:solidFill>
            <a:schemeClr val="bg2"/>
          </a:solidFill>
        </p:spPr>
        <p:txBody>
          <a:bodyPr vert="horz" lIns="144000" tIns="144000" rIns="144000" bIns="18000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lvl="4" indent="0">
              <a:buNone/>
            </a:pPr>
            <a:r>
              <a:rPr lang="en-US" b="1" dirty="0"/>
              <a:t>Lorem ipsum</a:t>
            </a:r>
            <a:br>
              <a:rPr lang="en-US" b="1" dirty="0"/>
            </a:br>
            <a:r>
              <a:rPr lang="en-US" dirty="0"/>
              <a:t>Maecenas porttitor congue.</a:t>
            </a:r>
          </a:p>
        </p:txBody>
      </p:sp>
      <p:sp>
        <p:nvSpPr>
          <p:cNvPr id="86" name="Textplatzhalter 2">
            <a:extLst>
              <a:ext uri="{FF2B5EF4-FFF2-40B4-BE49-F238E27FC236}">
                <a16:creationId xmlns:a16="http://schemas.microsoft.com/office/drawing/2014/main" id="{5441957E-2768-1C0B-F3AE-5D9CA2B7E5EC}"/>
              </a:ext>
            </a:extLst>
          </p:cNvPr>
          <p:cNvSpPr txBox="1">
            <a:spLocks/>
          </p:cNvSpPr>
          <p:nvPr/>
        </p:nvSpPr>
        <p:spPr bwMode="ltGray">
          <a:xfrm>
            <a:off x="6240462" y="2204554"/>
            <a:ext cx="5472162" cy="792398"/>
          </a:xfrm>
          <a:prstGeom prst="rect">
            <a:avLst/>
          </a:prstGeom>
          <a:solidFill>
            <a:schemeClr val="bg2"/>
          </a:solidFill>
        </p:spPr>
        <p:txBody>
          <a:bodyPr vert="horz" lIns="144000" tIns="144000" rIns="144000" bIns="18000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lvl="4" indent="0">
              <a:buNone/>
            </a:pPr>
            <a:r>
              <a:rPr lang="en-US" b="1" dirty="0"/>
              <a:t>Lorem ipsum</a:t>
            </a:r>
            <a:br>
              <a:rPr lang="en-US" b="1" dirty="0"/>
            </a:br>
            <a:r>
              <a:rPr lang="en-US" dirty="0"/>
              <a:t>Maecenas porttitor congue.</a:t>
            </a:r>
          </a:p>
        </p:txBody>
      </p:sp>
      <p:sp>
        <p:nvSpPr>
          <p:cNvPr id="88" name="Textplatzhalter 2">
            <a:extLst>
              <a:ext uri="{FF2B5EF4-FFF2-40B4-BE49-F238E27FC236}">
                <a16:creationId xmlns:a16="http://schemas.microsoft.com/office/drawing/2014/main" id="{72DE3FD2-BF34-F153-FF1B-DC92406778E5}"/>
              </a:ext>
            </a:extLst>
          </p:cNvPr>
          <p:cNvSpPr txBox="1">
            <a:spLocks/>
          </p:cNvSpPr>
          <p:nvPr/>
        </p:nvSpPr>
        <p:spPr bwMode="gray">
          <a:xfrm>
            <a:off x="479376" y="4077160"/>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89" name="Textplatzhalter 2">
            <a:extLst>
              <a:ext uri="{FF2B5EF4-FFF2-40B4-BE49-F238E27FC236}">
                <a16:creationId xmlns:a16="http://schemas.microsoft.com/office/drawing/2014/main" id="{B944F693-C33D-6B12-841A-370B2FD04E72}"/>
              </a:ext>
            </a:extLst>
          </p:cNvPr>
          <p:cNvSpPr txBox="1">
            <a:spLocks/>
          </p:cNvSpPr>
          <p:nvPr/>
        </p:nvSpPr>
        <p:spPr bwMode="gray">
          <a:xfrm>
            <a:off x="3359984" y="4077160"/>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0" name="Textplatzhalter 2">
            <a:extLst>
              <a:ext uri="{FF2B5EF4-FFF2-40B4-BE49-F238E27FC236}">
                <a16:creationId xmlns:a16="http://schemas.microsoft.com/office/drawing/2014/main" id="{81CAB51B-BA40-AA6B-78CE-752898EB158D}"/>
              </a:ext>
            </a:extLst>
          </p:cNvPr>
          <p:cNvSpPr txBox="1">
            <a:spLocks/>
          </p:cNvSpPr>
          <p:nvPr/>
        </p:nvSpPr>
        <p:spPr bwMode="gray">
          <a:xfrm>
            <a:off x="6240016" y="4077160"/>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1" name="Textplatzhalter 2">
            <a:extLst>
              <a:ext uri="{FF2B5EF4-FFF2-40B4-BE49-F238E27FC236}">
                <a16:creationId xmlns:a16="http://schemas.microsoft.com/office/drawing/2014/main" id="{3F335AC4-C8CA-6B14-3B1D-E717E31D91D3}"/>
              </a:ext>
            </a:extLst>
          </p:cNvPr>
          <p:cNvSpPr txBox="1">
            <a:spLocks/>
          </p:cNvSpPr>
          <p:nvPr/>
        </p:nvSpPr>
        <p:spPr bwMode="gray">
          <a:xfrm>
            <a:off x="9120336" y="4077160"/>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2" name="Textplatzhalter 2">
            <a:extLst>
              <a:ext uri="{FF2B5EF4-FFF2-40B4-BE49-F238E27FC236}">
                <a16:creationId xmlns:a16="http://schemas.microsoft.com/office/drawing/2014/main" id="{88176EDE-7F92-E16D-A1C0-4944AF269880}"/>
              </a:ext>
            </a:extLst>
          </p:cNvPr>
          <p:cNvSpPr txBox="1">
            <a:spLocks/>
          </p:cNvSpPr>
          <p:nvPr/>
        </p:nvSpPr>
        <p:spPr bwMode="gray">
          <a:xfrm>
            <a:off x="479376" y="5013264"/>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3" name="Textplatzhalter 2">
            <a:extLst>
              <a:ext uri="{FF2B5EF4-FFF2-40B4-BE49-F238E27FC236}">
                <a16:creationId xmlns:a16="http://schemas.microsoft.com/office/drawing/2014/main" id="{33498379-E77B-708D-32C8-BFE08BC96109}"/>
              </a:ext>
            </a:extLst>
          </p:cNvPr>
          <p:cNvSpPr txBox="1">
            <a:spLocks/>
          </p:cNvSpPr>
          <p:nvPr/>
        </p:nvSpPr>
        <p:spPr bwMode="gray">
          <a:xfrm>
            <a:off x="3359984" y="5013264"/>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4" name="Textplatzhalter 2">
            <a:extLst>
              <a:ext uri="{FF2B5EF4-FFF2-40B4-BE49-F238E27FC236}">
                <a16:creationId xmlns:a16="http://schemas.microsoft.com/office/drawing/2014/main" id="{6476AEAB-4FAA-DB9B-E429-45E7AD5D387C}"/>
              </a:ext>
            </a:extLst>
          </p:cNvPr>
          <p:cNvSpPr txBox="1">
            <a:spLocks/>
          </p:cNvSpPr>
          <p:nvPr/>
        </p:nvSpPr>
        <p:spPr bwMode="gray">
          <a:xfrm>
            <a:off x="6240016" y="5013264"/>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
        <p:nvSpPr>
          <p:cNvPr id="95" name="Textplatzhalter 2">
            <a:extLst>
              <a:ext uri="{FF2B5EF4-FFF2-40B4-BE49-F238E27FC236}">
                <a16:creationId xmlns:a16="http://schemas.microsoft.com/office/drawing/2014/main" id="{28F5D2A9-8F37-4D48-45FA-07CBFBE88B3A}"/>
              </a:ext>
            </a:extLst>
          </p:cNvPr>
          <p:cNvSpPr txBox="1">
            <a:spLocks/>
          </p:cNvSpPr>
          <p:nvPr/>
        </p:nvSpPr>
        <p:spPr bwMode="gray">
          <a:xfrm>
            <a:off x="9120336" y="5013264"/>
            <a:ext cx="2592000" cy="792000"/>
          </a:xfrm>
          <a:prstGeom prst="rect">
            <a:avLst/>
          </a:prstGeom>
          <a:solidFill>
            <a:srgbClr val="F6F5F3"/>
          </a:solidFill>
        </p:spPr>
        <p:txBody>
          <a:bodyPr vert="horz" lIns="144000" tIns="144000" rIns="144000" bIns="14400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Lorem ipsum</a:t>
            </a:r>
            <a:br>
              <a:rPr lang="en-US" b="1" dirty="0"/>
            </a:br>
            <a:r>
              <a:rPr lang="en-US" dirty="0"/>
              <a:t>Maecenas porttitor.</a:t>
            </a:r>
          </a:p>
        </p:txBody>
      </p:sp>
    </p:spTree>
    <p:extLst>
      <p:ext uri="{BB962C8B-B14F-4D97-AF65-F5344CB8AC3E}">
        <p14:creationId xmlns:p14="http://schemas.microsoft.com/office/powerpoint/2010/main" val="2672726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hteck 29">
            <a:extLst>
              <a:ext uri="{FF2B5EF4-FFF2-40B4-BE49-F238E27FC236}">
                <a16:creationId xmlns:a16="http://schemas.microsoft.com/office/drawing/2014/main" id="{AE1B0F21-0EBE-47DF-DCD0-F138EB1E0B17}"/>
              </a:ext>
            </a:extLst>
          </p:cNvPr>
          <p:cNvSpPr/>
          <p:nvPr/>
        </p:nvSpPr>
        <p:spPr bwMode="ltGray">
          <a:xfrm>
            <a:off x="4332288" y="0"/>
            <a:ext cx="7859711"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26" name="Freihandform: Form 25">
            <a:extLst>
              <a:ext uri="{FF2B5EF4-FFF2-40B4-BE49-F238E27FC236}">
                <a16:creationId xmlns:a16="http://schemas.microsoft.com/office/drawing/2014/main" id="{A45756E3-F240-FAB6-1745-DC749A63E3CB}"/>
              </a:ext>
            </a:extLst>
          </p:cNvPr>
          <p:cNvSpPr/>
          <p:nvPr/>
        </p:nvSpPr>
        <p:spPr bwMode="gray">
          <a:xfrm>
            <a:off x="5123892" y="4580976"/>
            <a:ext cx="6264696" cy="1368974"/>
          </a:xfrm>
          <a:custGeom>
            <a:avLst/>
            <a:gdLst>
              <a:gd name="connsiteX0" fmla="*/ 945125 w 6264696"/>
              <a:gd name="connsiteY0" fmla="*/ 0 h 1368974"/>
              <a:gd name="connsiteX1" fmla="*/ 5319571 w 6264696"/>
              <a:gd name="connsiteY1" fmla="*/ 0 h 1368974"/>
              <a:gd name="connsiteX2" fmla="*/ 6264696 w 6264696"/>
              <a:gd name="connsiteY2" fmla="*/ 1368974 h 1368974"/>
              <a:gd name="connsiteX3" fmla="*/ 0 w 6264696"/>
              <a:gd name="connsiteY3" fmla="*/ 1368974 h 1368974"/>
            </a:gdLst>
            <a:ahLst/>
            <a:cxnLst>
              <a:cxn ang="0">
                <a:pos x="connsiteX0" y="connsiteY0"/>
              </a:cxn>
              <a:cxn ang="0">
                <a:pos x="connsiteX1" y="connsiteY1"/>
              </a:cxn>
              <a:cxn ang="0">
                <a:pos x="connsiteX2" y="connsiteY2"/>
              </a:cxn>
              <a:cxn ang="0">
                <a:pos x="connsiteX3" y="connsiteY3"/>
              </a:cxn>
            </a:cxnLst>
            <a:rect l="l" t="t" r="r" b="b"/>
            <a:pathLst>
              <a:path w="6264696" h="1368974">
                <a:moveTo>
                  <a:pt x="945125" y="0"/>
                </a:moveTo>
                <a:lnTo>
                  <a:pt x="5319571" y="0"/>
                </a:lnTo>
                <a:lnTo>
                  <a:pt x="6264696" y="1368974"/>
                </a:lnTo>
                <a:lnTo>
                  <a:pt x="0" y="1368974"/>
                </a:lnTo>
                <a:close/>
              </a:path>
            </a:pathLst>
          </a:custGeom>
          <a:noFill/>
          <a:ln w="19050" cap="rnd">
            <a:solidFill>
              <a:schemeClr val="tx2"/>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19" name="Freihandform: Form 18">
            <a:extLst>
              <a:ext uri="{FF2B5EF4-FFF2-40B4-BE49-F238E27FC236}">
                <a16:creationId xmlns:a16="http://schemas.microsoft.com/office/drawing/2014/main" id="{92769A29-207C-9CF7-BB49-8691F841BAEB}"/>
              </a:ext>
            </a:extLst>
          </p:cNvPr>
          <p:cNvSpPr/>
          <p:nvPr/>
        </p:nvSpPr>
        <p:spPr bwMode="gray">
          <a:xfrm>
            <a:off x="6069017" y="3212977"/>
            <a:ext cx="4374446" cy="1367999"/>
          </a:xfrm>
          <a:custGeom>
            <a:avLst/>
            <a:gdLst>
              <a:gd name="connsiteX0" fmla="*/ 944452 w 4374446"/>
              <a:gd name="connsiteY0" fmla="*/ 0 h 1367999"/>
              <a:gd name="connsiteX1" fmla="*/ 3429994 w 4374446"/>
              <a:gd name="connsiteY1" fmla="*/ 0 h 1367999"/>
              <a:gd name="connsiteX2" fmla="*/ 4374446 w 4374446"/>
              <a:gd name="connsiteY2" fmla="*/ 1367999 h 1367999"/>
              <a:gd name="connsiteX3" fmla="*/ 0 w 4374446"/>
              <a:gd name="connsiteY3" fmla="*/ 1367999 h 1367999"/>
            </a:gdLst>
            <a:ahLst/>
            <a:cxnLst>
              <a:cxn ang="0">
                <a:pos x="connsiteX0" y="connsiteY0"/>
              </a:cxn>
              <a:cxn ang="0">
                <a:pos x="connsiteX1" y="connsiteY1"/>
              </a:cxn>
              <a:cxn ang="0">
                <a:pos x="connsiteX2" y="connsiteY2"/>
              </a:cxn>
              <a:cxn ang="0">
                <a:pos x="connsiteX3" y="connsiteY3"/>
              </a:cxn>
            </a:cxnLst>
            <a:rect l="l" t="t" r="r" b="b"/>
            <a:pathLst>
              <a:path w="4374446" h="1367999">
                <a:moveTo>
                  <a:pt x="944452" y="0"/>
                </a:moveTo>
                <a:lnTo>
                  <a:pt x="3429994" y="0"/>
                </a:lnTo>
                <a:lnTo>
                  <a:pt x="4374446" y="1367999"/>
                </a:lnTo>
                <a:lnTo>
                  <a:pt x="0" y="1367999"/>
                </a:lnTo>
                <a:close/>
              </a:path>
            </a:pathLst>
          </a:custGeom>
          <a:noFill/>
          <a:ln w="19050" cap="rnd">
            <a:solidFill>
              <a:schemeClr val="tx2"/>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25" name="Freihandform: Form 24">
            <a:extLst>
              <a:ext uri="{FF2B5EF4-FFF2-40B4-BE49-F238E27FC236}">
                <a16:creationId xmlns:a16="http://schemas.microsoft.com/office/drawing/2014/main" id="{F9B0BC3B-D9C5-6580-8B51-2B3B874CFB59}"/>
              </a:ext>
            </a:extLst>
          </p:cNvPr>
          <p:cNvSpPr/>
          <p:nvPr/>
        </p:nvSpPr>
        <p:spPr bwMode="gray">
          <a:xfrm>
            <a:off x="7013470" y="1412875"/>
            <a:ext cx="2485540" cy="1800101"/>
          </a:xfrm>
          <a:custGeom>
            <a:avLst/>
            <a:gdLst>
              <a:gd name="connsiteX0" fmla="*/ 1242770 w 2485540"/>
              <a:gd name="connsiteY0" fmla="*/ 0 h 1800101"/>
              <a:gd name="connsiteX1" fmla="*/ 2485540 w 2485540"/>
              <a:gd name="connsiteY1" fmla="*/ 1800101 h 1800101"/>
              <a:gd name="connsiteX2" fmla="*/ 0 w 2485540"/>
              <a:gd name="connsiteY2" fmla="*/ 1800101 h 1800101"/>
            </a:gdLst>
            <a:ahLst/>
            <a:cxnLst>
              <a:cxn ang="0">
                <a:pos x="connsiteX0" y="connsiteY0"/>
              </a:cxn>
              <a:cxn ang="0">
                <a:pos x="connsiteX1" y="connsiteY1"/>
              </a:cxn>
              <a:cxn ang="0">
                <a:pos x="connsiteX2" y="connsiteY2"/>
              </a:cxn>
            </a:cxnLst>
            <a:rect l="l" t="t" r="r" b="b"/>
            <a:pathLst>
              <a:path w="2485540" h="1800101">
                <a:moveTo>
                  <a:pt x="1242770" y="0"/>
                </a:moveTo>
                <a:lnTo>
                  <a:pt x="2485540" y="1800101"/>
                </a:lnTo>
                <a:lnTo>
                  <a:pt x="0" y="1800101"/>
                </a:lnTo>
                <a:close/>
              </a:path>
            </a:pathLst>
          </a:custGeom>
          <a:solidFill>
            <a:schemeClr val="tx2"/>
          </a:solidFill>
          <a:ln w="19050" cap="rnd">
            <a:solidFill>
              <a:schemeClr val="tx2"/>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graphicFrame>
        <p:nvGraphicFramePr>
          <p:cNvPr id="5" name="Objekt 4" hidden="1"/>
          <p:cNvGraphicFramePr>
            <a:graphicFrameLocks/>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5" name="Objekt 4" hidden="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hteck 2" hidden="1">
            <a:extLst>
              <a:ext uri="{FF2B5EF4-FFF2-40B4-BE49-F238E27FC236}">
                <a16:creationId xmlns:a16="http://schemas.microsoft.com/office/drawing/2014/main" id="{A2C7AA8F-0F20-4BAF-8269-A750F5A64A89}"/>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1" name="Titel 20">
            <a:extLst>
              <a:ext uri="{FF2B5EF4-FFF2-40B4-BE49-F238E27FC236}">
                <a16:creationId xmlns:a16="http://schemas.microsoft.com/office/drawing/2014/main" id="{5221D6F4-55EB-ABE9-EBFB-68C6B1C2FD77}"/>
              </a:ext>
            </a:extLst>
          </p:cNvPr>
          <p:cNvSpPr>
            <a:spLocks noGrp="1"/>
          </p:cNvSpPr>
          <p:nvPr>
            <p:ph type="title"/>
          </p:nvPr>
        </p:nvSpPr>
        <p:spPr bwMode="gray">
          <a:xfrm>
            <a:off x="479425" y="476250"/>
            <a:ext cx="3564000" cy="720725"/>
          </a:xfrm>
        </p:spPr>
        <p:txBody>
          <a:bodyPr/>
          <a:lstStyle/>
          <a:p>
            <a:r>
              <a:rPr lang="en-US" dirty="0"/>
              <a:t>Pyramid with text</a:t>
            </a:r>
          </a:p>
        </p:txBody>
      </p:sp>
      <p:sp>
        <p:nvSpPr>
          <p:cNvPr id="11" name="Textplatzhalter 10">
            <a:extLst>
              <a:ext uri="{FF2B5EF4-FFF2-40B4-BE49-F238E27FC236}">
                <a16:creationId xmlns:a16="http://schemas.microsoft.com/office/drawing/2014/main" id="{C2973453-6CF0-BC56-148F-5ED1C1B8E626}"/>
              </a:ext>
            </a:extLst>
          </p:cNvPr>
          <p:cNvSpPr>
            <a:spLocks noGrp="1"/>
          </p:cNvSpPr>
          <p:nvPr>
            <p:ph type="body" sz="quarter" idx="13"/>
          </p:nvPr>
        </p:nvSpPr>
        <p:spPr bwMode="gray">
          <a:xfrm>
            <a:off x="479998" y="5805280"/>
            <a:ext cx="3564000" cy="144000"/>
          </a:xfrm>
        </p:spPr>
        <p:txBody>
          <a:bodyPr/>
          <a:lstStyle/>
          <a:p>
            <a:endParaRPr lang="en-US" dirty="0"/>
          </a:p>
        </p:txBody>
      </p:sp>
      <p:sp>
        <p:nvSpPr>
          <p:cNvPr id="6" name="Fußzeilenplatzhalter 5">
            <a:extLst>
              <a:ext uri="{FF2B5EF4-FFF2-40B4-BE49-F238E27FC236}">
                <a16:creationId xmlns:a16="http://schemas.microsoft.com/office/drawing/2014/main" id="{68A524E3-7E5D-D845-2D07-5D60BCD293B0}"/>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Slide library    |     ONLY FOR INTERNAL USE</a:t>
            </a:r>
          </a:p>
        </p:txBody>
      </p:sp>
      <p:sp>
        <p:nvSpPr>
          <p:cNvPr id="7" name="Foliennummernplatzhalter 6">
            <a:extLst>
              <a:ext uri="{FF2B5EF4-FFF2-40B4-BE49-F238E27FC236}">
                <a16:creationId xmlns:a16="http://schemas.microsoft.com/office/drawing/2014/main" id="{04BD23DE-4755-E468-6B89-481B107F2F9A}"/>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32</a:t>
            </a:fld>
            <a:endParaRPr lang="en-US" dirty="0">
              <a:solidFill>
                <a:schemeClr val="bg1"/>
              </a:solidFill>
            </a:endParaRPr>
          </a:p>
        </p:txBody>
      </p:sp>
      <p:sp>
        <p:nvSpPr>
          <p:cNvPr id="23" name="Textplatzhalter 2">
            <a:extLst>
              <a:ext uri="{FF2B5EF4-FFF2-40B4-BE49-F238E27FC236}">
                <a16:creationId xmlns:a16="http://schemas.microsoft.com/office/drawing/2014/main" id="{FD48F3C7-F332-F2A6-4E53-B4D5043047EE}"/>
              </a:ext>
            </a:extLst>
          </p:cNvPr>
          <p:cNvSpPr txBox="1">
            <a:spLocks/>
          </p:cNvSpPr>
          <p:nvPr/>
        </p:nvSpPr>
        <p:spPr bwMode="gray">
          <a:xfrm>
            <a:off x="479376" y="1412875"/>
            <a:ext cx="3563987" cy="43923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Lorem ipsum dolor sit amet, consectetuer adipiscing elit cum sit. Maecenas porttitor congue massa. Fusce posuere, magna sed pulvinar ultricies, purus lectus malesuada libero, sit amet dolor commodo magna eros quis urna.</a:t>
            </a:r>
          </a:p>
        </p:txBody>
      </p:sp>
      <p:sp>
        <p:nvSpPr>
          <p:cNvPr id="8" name="Freihandform: Form 7">
            <a:extLst>
              <a:ext uri="{FF2B5EF4-FFF2-40B4-BE49-F238E27FC236}">
                <a16:creationId xmlns:a16="http://schemas.microsoft.com/office/drawing/2014/main" id="{926B4962-9381-1A64-6083-A6903FE34B59}"/>
              </a:ext>
            </a:extLst>
          </p:cNvPr>
          <p:cNvSpPr/>
          <p:nvPr/>
        </p:nvSpPr>
        <p:spPr bwMode="gray">
          <a:xfrm>
            <a:off x="5268912" y="4698666"/>
            <a:ext cx="5986463" cy="1205479"/>
          </a:xfrm>
          <a:custGeom>
            <a:avLst/>
            <a:gdLst>
              <a:gd name="connsiteX0" fmla="*/ 775032 w 5986463"/>
              <a:gd name="connsiteY0" fmla="*/ 0 h 1205479"/>
              <a:gd name="connsiteX1" fmla="*/ 5212268 w 5986463"/>
              <a:gd name="connsiteY1" fmla="*/ 0 h 1205479"/>
              <a:gd name="connsiteX2" fmla="*/ 5976964 w 5986463"/>
              <a:gd name="connsiteY2" fmla="*/ 1121218 h 1205479"/>
              <a:gd name="connsiteX3" fmla="*/ 5932490 w 5986463"/>
              <a:gd name="connsiteY3" fmla="*/ 1205479 h 1205479"/>
              <a:gd name="connsiteX4" fmla="*/ 53974 w 5986463"/>
              <a:gd name="connsiteY4" fmla="*/ 1205479 h 1205479"/>
              <a:gd name="connsiteX5" fmla="*/ 9500 w 5986463"/>
              <a:gd name="connsiteY5" fmla="*/ 1121218 h 120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86463" h="1205479">
                <a:moveTo>
                  <a:pt x="775032" y="0"/>
                </a:moveTo>
                <a:lnTo>
                  <a:pt x="5212268" y="0"/>
                </a:lnTo>
                <a:lnTo>
                  <a:pt x="5976964" y="1121218"/>
                </a:lnTo>
                <a:cubicBezTo>
                  <a:pt x="6001420" y="1156950"/>
                  <a:pt x="5975824" y="1205479"/>
                  <a:pt x="5932490" y="1205479"/>
                </a:cubicBezTo>
                <a:lnTo>
                  <a:pt x="53974" y="1205479"/>
                </a:lnTo>
                <a:cubicBezTo>
                  <a:pt x="10640" y="1205479"/>
                  <a:pt x="-14956" y="1156950"/>
                  <a:pt x="9500" y="1121218"/>
                </a:cubicBezTo>
                <a:close/>
              </a:path>
            </a:pathLst>
          </a:custGeom>
          <a:noFill/>
          <a:ln w="6283" cap="flat">
            <a:noFill/>
            <a:prstDash val="solid"/>
            <a:miter/>
          </a:ln>
        </p:spPr>
        <p:txBody>
          <a:bodyPr wrap="square" rtlCol="0" anchor="ctr">
            <a:noAutofit/>
          </a:bodyPr>
          <a:lstStyle/>
          <a:p>
            <a:endParaRPr lang="en-US" dirty="0"/>
          </a:p>
        </p:txBody>
      </p:sp>
      <p:sp>
        <p:nvSpPr>
          <p:cNvPr id="14" name="Freihandform: Form 13">
            <a:extLst>
              <a:ext uri="{FF2B5EF4-FFF2-40B4-BE49-F238E27FC236}">
                <a16:creationId xmlns:a16="http://schemas.microsoft.com/office/drawing/2014/main" id="{EDDAA3E4-121D-F4BB-B863-C9BC44755367}"/>
              </a:ext>
            </a:extLst>
          </p:cNvPr>
          <p:cNvSpPr/>
          <p:nvPr/>
        </p:nvSpPr>
        <p:spPr bwMode="gray">
          <a:xfrm>
            <a:off x="6153654" y="3330514"/>
            <a:ext cx="4217936" cy="1207467"/>
          </a:xfrm>
          <a:custGeom>
            <a:avLst/>
            <a:gdLst>
              <a:gd name="connsiteX0" fmla="*/ 824419 w 4217936"/>
              <a:gd name="connsiteY0" fmla="*/ 0 h 1207467"/>
              <a:gd name="connsiteX1" fmla="*/ 3394415 w 4217936"/>
              <a:gd name="connsiteY1" fmla="*/ 0 h 1207467"/>
              <a:gd name="connsiteX2" fmla="*/ 4217936 w 4217936"/>
              <a:gd name="connsiteY2" fmla="*/ 1207467 h 1207467"/>
              <a:gd name="connsiteX3" fmla="*/ 0 w 4217936"/>
              <a:gd name="connsiteY3" fmla="*/ 1207467 h 1207467"/>
            </a:gdLst>
            <a:ahLst/>
            <a:cxnLst>
              <a:cxn ang="0">
                <a:pos x="connsiteX0" y="connsiteY0"/>
              </a:cxn>
              <a:cxn ang="0">
                <a:pos x="connsiteX1" y="connsiteY1"/>
              </a:cxn>
              <a:cxn ang="0">
                <a:pos x="connsiteX2" y="connsiteY2"/>
              </a:cxn>
              <a:cxn ang="0">
                <a:pos x="connsiteX3" y="connsiteY3"/>
              </a:cxn>
            </a:cxnLst>
            <a:rect l="l" t="t" r="r" b="b"/>
            <a:pathLst>
              <a:path w="4217936" h="1207467">
                <a:moveTo>
                  <a:pt x="824419" y="0"/>
                </a:moveTo>
                <a:lnTo>
                  <a:pt x="3394415" y="0"/>
                </a:lnTo>
                <a:lnTo>
                  <a:pt x="4217936" y="1207467"/>
                </a:lnTo>
                <a:lnTo>
                  <a:pt x="0" y="1207467"/>
                </a:lnTo>
                <a:close/>
              </a:path>
            </a:pathLst>
          </a:custGeom>
          <a:noFill/>
          <a:ln w="6283" cap="flat">
            <a:noFill/>
            <a:prstDash val="solid"/>
            <a:miter/>
          </a:ln>
        </p:spPr>
        <p:txBody>
          <a:bodyPr wrap="square" rtlCol="0" anchor="ctr">
            <a:noAutofit/>
          </a:bodyPr>
          <a:lstStyle/>
          <a:p>
            <a:endParaRPr lang="en-US" dirty="0"/>
          </a:p>
        </p:txBody>
      </p:sp>
      <p:sp>
        <p:nvSpPr>
          <p:cNvPr id="68" name="Textplatzhalter 2">
            <a:extLst>
              <a:ext uri="{FF2B5EF4-FFF2-40B4-BE49-F238E27FC236}">
                <a16:creationId xmlns:a16="http://schemas.microsoft.com/office/drawing/2014/main" id="{04A706AB-A595-D34B-422F-E2B464BF8646}"/>
              </a:ext>
            </a:extLst>
          </p:cNvPr>
          <p:cNvSpPr txBox="1">
            <a:spLocks/>
          </p:cNvSpPr>
          <p:nvPr/>
        </p:nvSpPr>
        <p:spPr bwMode="gray">
          <a:xfrm>
            <a:off x="6966214" y="3392996"/>
            <a:ext cx="2591860" cy="1080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a:t>
            </a:r>
          </a:p>
        </p:txBody>
      </p:sp>
      <p:sp>
        <p:nvSpPr>
          <p:cNvPr id="69" name="Textplatzhalter 2">
            <a:extLst>
              <a:ext uri="{FF2B5EF4-FFF2-40B4-BE49-F238E27FC236}">
                <a16:creationId xmlns:a16="http://schemas.microsoft.com/office/drawing/2014/main" id="{39E8BC2D-1532-F4EC-9146-A01421526285}"/>
              </a:ext>
            </a:extLst>
          </p:cNvPr>
          <p:cNvSpPr txBox="1">
            <a:spLocks/>
          </p:cNvSpPr>
          <p:nvPr/>
        </p:nvSpPr>
        <p:spPr bwMode="gray">
          <a:xfrm>
            <a:off x="6030144" y="4761268"/>
            <a:ext cx="4464000" cy="1080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a:t>
            </a:r>
          </a:p>
        </p:txBody>
      </p:sp>
      <p:sp>
        <p:nvSpPr>
          <p:cNvPr id="70" name="Textplatzhalter 2">
            <a:extLst>
              <a:ext uri="{FF2B5EF4-FFF2-40B4-BE49-F238E27FC236}">
                <a16:creationId xmlns:a16="http://schemas.microsoft.com/office/drawing/2014/main" id="{1CF0FC25-BEA4-834C-BBD7-D1C99068EF46}"/>
              </a:ext>
            </a:extLst>
          </p:cNvPr>
          <p:cNvSpPr txBox="1">
            <a:spLocks/>
          </p:cNvSpPr>
          <p:nvPr/>
        </p:nvSpPr>
        <p:spPr bwMode="gray">
          <a:xfrm>
            <a:off x="7691984" y="2096972"/>
            <a:ext cx="1140320" cy="1080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solidFill>
                  <a:schemeClr val="bg2"/>
                </a:solidFill>
              </a:rPr>
              <a:t>Lorem ipsum</a:t>
            </a:r>
          </a:p>
        </p:txBody>
      </p:sp>
    </p:spTree>
    <p:extLst>
      <p:ext uri="{BB962C8B-B14F-4D97-AF65-F5344CB8AC3E}">
        <p14:creationId xmlns:p14="http://schemas.microsoft.com/office/powerpoint/2010/main" val="37874533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4BFD0171-66EE-44A6-9C9F-E3E3380C1F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06" imgH="306" progId="TCLayout.ActiveDocument.1">
                  <p:embed/>
                </p:oleObj>
              </mc:Choice>
              <mc:Fallback>
                <p:oleObj name="think-cell Folie" r:id="rId5" imgW="306" imgH="306" progId="TCLayout.ActiveDocument.1">
                  <p:embed/>
                  <p:pic>
                    <p:nvPicPr>
                      <p:cNvPr id="8" name="Objekt 7" hidden="1">
                        <a:extLst>
                          <a:ext uri="{FF2B5EF4-FFF2-40B4-BE49-F238E27FC236}">
                            <a16:creationId xmlns:a16="http://schemas.microsoft.com/office/drawing/2014/main" id="{4BFD0171-66EE-44A6-9C9F-E3E3380C1F9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3" name="Titel 12">
            <a:extLst>
              <a:ext uri="{FF2B5EF4-FFF2-40B4-BE49-F238E27FC236}">
                <a16:creationId xmlns:a16="http://schemas.microsoft.com/office/drawing/2014/main" id="{FFFCD3AF-3D79-50AE-2FE3-04BD0549ADFB}"/>
              </a:ext>
            </a:extLst>
          </p:cNvPr>
          <p:cNvSpPr>
            <a:spLocks noGrp="1"/>
          </p:cNvSpPr>
          <p:nvPr>
            <p:ph type="title"/>
          </p:nvPr>
        </p:nvSpPr>
        <p:spPr bwMode="gray">
          <a:xfrm>
            <a:off x="479424" y="477000"/>
            <a:ext cx="11233151" cy="720000"/>
          </a:xfrm>
        </p:spPr>
        <p:txBody>
          <a:bodyPr/>
          <a:lstStyle/>
          <a:p>
            <a:r>
              <a:rPr lang="en-US" dirty="0"/>
              <a:t>Personal portrait with picture</a:t>
            </a:r>
          </a:p>
        </p:txBody>
      </p:sp>
      <p:sp>
        <p:nvSpPr>
          <p:cNvPr id="14" name="Textplatzhalter 13">
            <a:extLst>
              <a:ext uri="{FF2B5EF4-FFF2-40B4-BE49-F238E27FC236}">
                <a16:creationId xmlns:a16="http://schemas.microsoft.com/office/drawing/2014/main" id="{348322E6-32A5-3244-239F-A52B4F287DF9}"/>
              </a:ext>
            </a:extLst>
          </p:cNvPr>
          <p:cNvSpPr>
            <a:spLocks noGrp="1"/>
          </p:cNvSpPr>
          <p:nvPr>
            <p:ph type="body" sz="quarter" idx="13"/>
          </p:nvPr>
        </p:nvSpPr>
        <p:spPr/>
        <p:txBody>
          <a:bodyPr/>
          <a:lstStyle/>
          <a:p>
            <a:endParaRPr lang="en-US" dirty="0"/>
          </a:p>
        </p:txBody>
      </p:sp>
      <p:sp>
        <p:nvSpPr>
          <p:cNvPr id="4" name="Fußzeilenplatzhalter 3">
            <a:extLst>
              <a:ext uri="{FF2B5EF4-FFF2-40B4-BE49-F238E27FC236}">
                <a16:creationId xmlns:a16="http://schemas.microsoft.com/office/drawing/2014/main" id="{4CCFD3D9-0613-FB18-E923-35C0B393A347}"/>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73FA072A-18D8-4886-7438-6DC2C01999F7}"/>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33</a:t>
            </a:fld>
            <a:endParaRPr lang="en-US" dirty="0"/>
          </a:p>
        </p:txBody>
      </p:sp>
      <p:sp>
        <p:nvSpPr>
          <p:cNvPr id="16" name="Textplatzhalter 2">
            <a:extLst>
              <a:ext uri="{FF2B5EF4-FFF2-40B4-BE49-F238E27FC236}">
                <a16:creationId xmlns:a16="http://schemas.microsoft.com/office/drawing/2014/main" id="{DC9F364D-B31C-6821-873B-33B33E5DCF11}"/>
              </a:ext>
            </a:extLst>
          </p:cNvPr>
          <p:cNvSpPr txBox="1">
            <a:spLocks/>
          </p:cNvSpPr>
          <p:nvPr/>
        </p:nvSpPr>
        <p:spPr bwMode="gray">
          <a:xfrm>
            <a:off x="479376" y="1412875"/>
            <a:ext cx="5472162" cy="43923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Etiam Libero</a:t>
            </a:r>
          </a:p>
          <a:p>
            <a:pPr marL="0" indent="0">
              <a:buNone/>
            </a:pPr>
            <a:r>
              <a:rPr lang="en-US" dirty="0"/>
              <a:t>Maecenas porttitor congue massa | 20XX</a:t>
            </a:r>
          </a:p>
          <a:p>
            <a:pPr marL="0" indent="0">
              <a:buNone/>
            </a:pPr>
            <a:r>
              <a:rPr lang="en-US" b="1" dirty="0"/>
              <a:t>Lorem ipsum dolor sit amet</a:t>
            </a:r>
          </a:p>
          <a:p>
            <a:pPr marL="0" indent="0">
              <a:buNone/>
            </a:pPr>
            <a:r>
              <a:rPr lang="en-US" dirty="0"/>
              <a:t>Consectetuer adipiscing elit. Suspendisse imperdiet, neque ac rhoncus auctor, urna ante elementum nunc, in fringilla dui tellus ac sem. Etiam libero. </a:t>
            </a:r>
          </a:p>
          <a:p>
            <a:pPr marL="0" indent="0">
              <a:buNone/>
            </a:pPr>
            <a:r>
              <a:rPr lang="en-US" b="1" dirty="0"/>
              <a:t>Aliquam et est</a:t>
            </a:r>
          </a:p>
          <a:p>
            <a:pPr marL="0" indent="0">
              <a:buNone/>
            </a:pPr>
            <a:r>
              <a:rPr lang="en-US" dirty="0"/>
              <a:t>Class aptent taciti sociosqu ad litora torquent per conubia nostra, per inceptos hymenaeos. Integer eget.</a:t>
            </a:r>
          </a:p>
        </p:txBody>
      </p:sp>
      <p:pic>
        <p:nvPicPr>
          <p:cNvPr id="3" name="Bildplatzhalter 5">
            <a:extLst>
              <a:ext uri="{FF2B5EF4-FFF2-40B4-BE49-F238E27FC236}">
                <a16:creationId xmlns:a16="http://schemas.microsoft.com/office/drawing/2014/main" id="{5813A687-A30B-71A3-D116-A8E83ED5AFD6}"/>
              </a:ext>
            </a:extLst>
          </p:cNvPr>
          <p:cNvPicPr>
            <a:picLocks noChangeAspect="1"/>
          </p:cNvPicPr>
          <p:nvPr>
            <p:custDataLst>
              <p:tags r:id="rId2"/>
            </p:custDataLst>
          </p:nvPr>
        </p:nvPicPr>
        <p:blipFill rotWithShape="1">
          <a:blip r:embed="rId7">
            <a:extLst>
              <a:ext uri="{28A0092B-C50C-407E-A947-70E740481C1C}">
                <a14:useLocalDpi xmlns:a14="http://schemas.microsoft.com/office/drawing/2010/main" val="0"/>
              </a:ext>
            </a:extLst>
          </a:blip>
          <a:srcRect l="11225" t="1580" r="11180" b="1481"/>
          <a:stretch/>
        </p:blipFill>
        <p:spPr bwMode="gray">
          <a:xfrm>
            <a:off x="8616280" y="1412776"/>
            <a:ext cx="2448892" cy="2448272"/>
          </a:xfrm>
          <a:prstGeom prst="ellipse">
            <a:avLst/>
          </a:prstGeom>
        </p:spPr>
      </p:pic>
      <p:sp>
        <p:nvSpPr>
          <p:cNvPr id="7" name="Textplatzhalter 2">
            <a:extLst>
              <a:ext uri="{FF2B5EF4-FFF2-40B4-BE49-F238E27FC236}">
                <a16:creationId xmlns:a16="http://schemas.microsoft.com/office/drawing/2014/main" id="{D56A28F0-12E4-51B3-B143-56981C7F3416}"/>
              </a:ext>
            </a:extLst>
          </p:cNvPr>
          <p:cNvSpPr txBox="1">
            <a:spLocks/>
          </p:cNvSpPr>
          <p:nvPr/>
        </p:nvSpPr>
        <p:spPr bwMode="gray">
          <a:xfrm>
            <a:off x="8616280" y="4149080"/>
            <a:ext cx="3096344" cy="1656184"/>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First name Last name</a:t>
            </a:r>
          </a:p>
          <a:p>
            <a:pPr marL="0" indent="0">
              <a:buNone/>
            </a:pPr>
            <a:r>
              <a:rPr lang="en-US" dirty="0"/>
              <a:t>Maecenas porttitor congue</a:t>
            </a:r>
          </a:p>
          <a:p>
            <a:pPr marL="0" lvl="4" indent="0">
              <a:buNone/>
              <a:tabLst>
                <a:tab pos="180975" algn="l"/>
              </a:tabLst>
            </a:pPr>
            <a:r>
              <a:rPr lang="en-US" dirty="0"/>
              <a:t>T	+49 (00) 00 00 000</a:t>
            </a:r>
            <a:br>
              <a:rPr lang="en-US" dirty="0"/>
            </a:br>
            <a:r>
              <a:rPr lang="en-US" dirty="0"/>
              <a:t>E	firstname.lastname@</a:t>
            </a:r>
            <a:br>
              <a:rPr lang="en-US" dirty="0"/>
            </a:br>
            <a:r>
              <a:rPr lang="en-US" dirty="0"/>
              <a:t>	boehringer-ingelheim.com</a:t>
            </a:r>
          </a:p>
        </p:txBody>
      </p:sp>
    </p:spTree>
    <p:extLst>
      <p:ext uri="{BB962C8B-B14F-4D97-AF65-F5344CB8AC3E}">
        <p14:creationId xmlns:p14="http://schemas.microsoft.com/office/powerpoint/2010/main" val="19212971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CA6854D-123E-FFCB-7D5C-E410F84E3FF7}"/>
              </a:ext>
            </a:extLst>
          </p:cNvPr>
          <p:cNvSpPr>
            <a:spLocks noGrp="1"/>
          </p:cNvSpPr>
          <p:nvPr>
            <p:ph type="title"/>
          </p:nvPr>
        </p:nvSpPr>
        <p:spPr bwMode="gray">
          <a:xfrm>
            <a:off x="479424" y="477000"/>
            <a:ext cx="11233151" cy="720000"/>
          </a:xfrm>
        </p:spPr>
        <p:txBody>
          <a:bodyPr/>
          <a:lstStyle/>
          <a:p>
            <a:r>
              <a:rPr lang="en-US" dirty="0"/>
              <a:t>Number table</a:t>
            </a:r>
          </a:p>
        </p:txBody>
      </p:sp>
      <p:graphicFrame>
        <p:nvGraphicFramePr>
          <p:cNvPr id="17" name="Inhaltsplatzhalter 11">
            <a:extLst>
              <a:ext uri="{FF2B5EF4-FFF2-40B4-BE49-F238E27FC236}">
                <a16:creationId xmlns:a16="http://schemas.microsoft.com/office/drawing/2014/main" id="{1018ABE7-8C71-5AAC-EE2B-25EF1FCD353E}"/>
              </a:ext>
            </a:extLst>
          </p:cNvPr>
          <p:cNvGraphicFramePr>
            <a:graphicFrameLocks noGrp="1"/>
          </p:cNvGraphicFramePr>
          <p:nvPr>
            <p:ph idx="1"/>
          </p:nvPr>
        </p:nvGraphicFramePr>
        <p:xfrm>
          <a:off x="479425" y="1412875"/>
          <a:ext cx="11233150" cy="3818736"/>
        </p:xfrm>
        <a:graphic>
          <a:graphicData uri="http://schemas.openxmlformats.org/drawingml/2006/table">
            <a:tbl>
              <a:tblPr firstRow="1" bandRow="1">
                <a:tableStyleId>{5C22544A-7EE6-4342-B048-85BDC9FD1C3A}</a:tableStyleId>
              </a:tblPr>
              <a:tblGrid>
                <a:gridCol w="2246630">
                  <a:extLst>
                    <a:ext uri="{9D8B030D-6E8A-4147-A177-3AD203B41FA5}">
                      <a16:colId xmlns:a16="http://schemas.microsoft.com/office/drawing/2014/main" val="2389719309"/>
                    </a:ext>
                  </a:extLst>
                </a:gridCol>
                <a:gridCol w="2246630">
                  <a:extLst>
                    <a:ext uri="{9D8B030D-6E8A-4147-A177-3AD203B41FA5}">
                      <a16:colId xmlns:a16="http://schemas.microsoft.com/office/drawing/2014/main" val="2275645487"/>
                    </a:ext>
                  </a:extLst>
                </a:gridCol>
                <a:gridCol w="2246630">
                  <a:extLst>
                    <a:ext uri="{9D8B030D-6E8A-4147-A177-3AD203B41FA5}">
                      <a16:colId xmlns:a16="http://schemas.microsoft.com/office/drawing/2014/main" val="418550560"/>
                    </a:ext>
                  </a:extLst>
                </a:gridCol>
                <a:gridCol w="2246630">
                  <a:extLst>
                    <a:ext uri="{9D8B030D-6E8A-4147-A177-3AD203B41FA5}">
                      <a16:colId xmlns:a16="http://schemas.microsoft.com/office/drawing/2014/main" val="3293208662"/>
                    </a:ext>
                  </a:extLst>
                </a:gridCol>
                <a:gridCol w="2246630">
                  <a:extLst>
                    <a:ext uri="{9D8B030D-6E8A-4147-A177-3AD203B41FA5}">
                      <a16:colId xmlns:a16="http://schemas.microsoft.com/office/drawing/2014/main" val="558019939"/>
                    </a:ext>
                  </a:extLst>
                </a:gridCol>
              </a:tblGrid>
              <a:tr h="477342">
                <a:tc>
                  <a:txBody>
                    <a:bodyPr/>
                    <a:lstStyle/>
                    <a:p>
                      <a:r>
                        <a:rPr lang="en-US" sz="1600" b="1" cap="none" baseline="0" noProof="0" dirty="0">
                          <a:solidFill>
                            <a:schemeClr val="tx1"/>
                          </a:solidFill>
                          <a:latin typeface="+mn-lt"/>
                        </a:rPr>
                        <a:t>Lorem ipsum</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Lorem ipsum</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Lorem ipsum</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Lorem ipsum</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1" i="0" u="none" strike="noStrike" kern="1200" cap="none" spc="0" normalizeH="0" baseline="0" noProof="0" dirty="0">
                          <a:ln>
                            <a:noFill/>
                          </a:ln>
                          <a:solidFill>
                            <a:schemeClr val="tx1"/>
                          </a:solidFill>
                          <a:effectLst/>
                          <a:uLnTx/>
                          <a:uFillTx/>
                          <a:latin typeface="+mn-lt"/>
                          <a:ea typeface="+mn-ea"/>
                          <a:cs typeface="+mn-cs"/>
                        </a:rPr>
                        <a:t>Lorem ipsum</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477342">
                <a:tc>
                  <a:txBody>
                    <a:bodyPr/>
                    <a:lstStyle/>
                    <a:p>
                      <a:r>
                        <a:rPr lang="en-US" sz="1600" noProof="0" dirty="0">
                          <a:solidFill>
                            <a:schemeClr val="tx1"/>
                          </a:solidFill>
                          <a:latin typeface="+mn-lt"/>
                        </a:rPr>
                        <a:t>Dolor sit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noProof="0" dirty="0">
                          <a:solidFill>
                            <a:schemeClr val="tx1"/>
                          </a:solidFill>
                          <a:latin typeface="+mn-lt"/>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5372541"/>
                  </a:ext>
                </a:extLst>
              </a:tr>
              <a:tr h="477342">
                <a:tc>
                  <a:txBody>
                    <a:bodyPr/>
                    <a:lstStyle/>
                    <a:p>
                      <a:r>
                        <a:rPr lang="en-US" sz="1600" noProof="0" dirty="0">
                          <a:solidFill>
                            <a:schemeClr val="tx1"/>
                          </a:solidFill>
                          <a:latin typeface="+mn-lt"/>
                        </a:rPr>
                        <a:t>Dolor sit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231323"/>
                  </a:ext>
                </a:extLst>
              </a:tr>
              <a:tr h="477342">
                <a:tc>
                  <a:txBody>
                    <a:bodyPr/>
                    <a:lstStyle/>
                    <a:p>
                      <a:r>
                        <a:rPr lang="en-US" sz="1600" noProof="0" dirty="0">
                          <a:solidFill>
                            <a:schemeClr val="tx1"/>
                          </a:solidFill>
                          <a:latin typeface="+mn-lt"/>
                        </a:rPr>
                        <a:t>Dolor sit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2221996"/>
                  </a:ext>
                </a:extLst>
              </a:tr>
              <a:tr h="477342">
                <a:tc>
                  <a:txBody>
                    <a:bodyPr/>
                    <a:lstStyle/>
                    <a:p>
                      <a:r>
                        <a:rPr lang="en-US" sz="1600" noProof="0" dirty="0">
                          <a:solidFill>
                            <a:schemeClr val="tx1"/>
                          </a:solidFill>
                          <a:latin typeface="+mn-lt"/>
                        </a:rPr>
                        <a:t>Dolor sit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noProof="0" dirty="0">
                          <a:solidFill>
                            <a:schemeClr val="tx1"/>
                          </a:solidFill>
                          <a:latin typeface="+mn-lt"/>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2966573"/>
                  </a:ext>
                </a:extLst>
              </a:tr>
              <a:tr h="477342">
                <a:tc>
                  <a:txBody>
                    <a:bodyPr/>
                    <a:lstStyle/>
                    <a:p>
                      <a:r>
                        <a:rPr lang="en-US" sz="1600" noProof="0" dirty="0">
                          <a:solidFill>
                            <a:schemeClr val="tx1"/>
                          </a:solidFill>
                          <a:latin typeface="+mn-lt"/>
                        </a:rPr>
                        <a:t>Dolor sit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0223165"/>
                  </a:ext>
                </a:extLst>
              </a:tr>
              <a:tr h="477342">
                <a:tc>
                  <a:txBody>
                    <a:bodyPr/>
                    <a:lstStyle/>
                    <a:p>
                      <a:r>
                        <a:rPr lang="en-US" sz="1600" noProof="0" dirty="0">
                          <a:solidFill>
                            <a:schemeClr val="tx1"/>
                          </a:solidFill>
                          <a:latin typeface="+mn-lt"/>
                        </a:rPr>
                        <a:t>Dolor sit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9419355"/>
                  </a:ext>
                </a:extLst>
              </a:tr>
              <a:tr h="477342">
                <a:tc>
                  <a:txBody>
                    <a:bodyPr/>
                    <a:lstStyle/>
                    <a:p>
                      <a:r>
                        <a:rPr lang="en-US" sz="1600" b="1" cap="none" baseline="0" noProof="0" dirty="0">
                          <a:solidFill>
                            <a:schemeClr val="tx1"/>
                          </a:solidFill>
                          <a:latin typeface="+mn-lt"/>
                        </a:rPr>
                        <a:t>Lorem ipsum</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mn-lt"/>
                          <a:ea typeface="+mn-ea"/>
                          <a:cs typeface="+mn-cs"/>
                        </a:rPr>
                        <a:t>6,000</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9180450"/>
                  </a:ext>
                </a:extLst>
              </a:tr>
            </a:tbl>
          </a:graphicData>
        </a:graphic>
      </p:graphicFrame>
      <p:sp>
        <p:nvSpPr>
          <p:cNvPr id="10" name="Textplatzhalter 9">
            <a:extLst>
              <a:ext uri="{FF2B5EF4-FFF2-40B4-BE49-F238E27FC236}">
                <a16:creationId xmlns:a16="http://schemas.microsoft.com/office/drawing/2014/main" id="{428227CA-F22A-6228-7BB3-ACCCB52C2B58}"/>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F19DA9D2-0441-B989-B68D-4CF907FE9978}"/>
              </a:ext>
            </a:extLst>
          </p:cNvPr>
          <p:cNvSpPr>
            <a:spLocks noGrp="1"/>
          </p:cNvSpPr>
          <p:nvPr>
            <p:ph type="ftr" sz="quarter" idx="19"/>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AFD8D75F-27A6-B26C-9E9E-BA0CB0500135}"/>
              </a:ext>
            </a:extLst>
          </p:cNvPr>
          <p:cNvSpPr>
            <a:spLocks noGrp="1"/>
          </p:cNvSpPr>
          <p:nvPr>
            <p:ph type="sldNum" sz="quarter" idx="20"/>
          </p:nvPr>
        </p:nvSpPr>
        <p:spPr bwMode="gray">
          <a:xfrm>
            <a:off x="11424592" y="6246836"/>
            <a:ext cx="288000" cy="288000"/>
          </a:xfrm>
        </p:spPr>
        <p:txBody>
          <a:bodyPr/>
          <a:lstStyle/>
          <a:p>
            <a:fld id="{DF4E8F9F-5B1F-4F5B-BE49-3245D8C18D9F}" type="slidenum">
              <a:rPr lang="en-US" smtClean="0"/>
              <a:pPr/>
              <a:t>34</a:t>
            </a:fld>
            <a:endParaRPr lang="en-US" dirty="0"/>
          </a:p>
        </p:txBody>
      </p:sp>
    </p:spTree>
    <p:extLst>
      <p:ext uri="{BB962C8B-B14F-4D97-AF65-F5344CB8AC3E}">
        <p14:creationId xmlns:p14="http://schemas.microsoft.com/office/powerpoint/2010/main" val="9306875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Gerader Verbinder 23">
            <a:extLst>
              <a:ext uri="{FF2B5EF4-FFF2-40B4-BE49-F238E27FC236}">
                <a16:creationId xmlns:a16="http://schemas.microsoft.com/office/drawing/2014/main" id="{36EF1C41-5BB2-1258-C78E-BDAD11A97AC2}"/>
              </a:ext>
            </a:extLst>
          </p:cNvPr>
          <p:cNvCxnSpPr>
            <a:cxnSpLocks/>
          </p:cNvCxnSpPr>
          <p:nvPr/>
        </p:nvCxnSpPr>
        <p:spPr bwMode="gray">
          <a:xfrm flipV="1">
            <a:off x="4403812" y="2060848"/>
            <a:ext cx="0" cy="576026"/>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graphicFrame>
        <p:nvGraphicFramePr>
          <p:cNvPr id="33" name="Object 32" hidden="1">
            <a:extLst>
              <a:ext uri="{FF2B5EF4-FFF2-40B4-BE49-F238E27FC236}">
                <a16:creationId xmlns:a16="http://schemas.microsoft.com/office/drawing/2014/main" id="{094816DB-5405-47FF-98DE-A62BA3DFF78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33" name="Object 32" hidden="1">
                        <a:extLst>
                          <a:ext uri="{FF2B5EF4-FFF2-40B4-BE49-F238E27FC236}">
                            <a16:creationId xmlns:a16="http://schemas.microsoft.com/office/drawing/2014/main" id="{094816DB-5405-47FF-98DE-A62BA3DFF78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el 13">
            <a:extLst>
              <a:ext uri="{FF2B5EF4-FFF2-40B4-BE49-F238E27FC236}">
                <a16:creationId xmlns:a16="http://schemas.microsoft.com/office/drawing/2014/main" id="{88BE48EB-0AC0-2063-13E5-B80763A0A212}"/>
              </a:ext>
            </a:extLst>
          </p:cNvPr>
          <p:cNvSpPr>
            <a:spLocks noGrp="1"/>
          </p:cNvSpPr>
          <p:nvPr>
            <p:ph type="title"/>
          </p:nvPr>
        </p:nvSpPr>
        <p:spPr bwMode="gray">
          <a:xfrm>
            <a:off x="479425" y="475421"/>
            <a:ext cx="7380288" cy="720000"/>
          </a:xfrm>
        </p:spPr>
        <p:txBody>
          <a:bodyPr/>
          <a:lstStyle/>
          <a:p>
            <a:r>
              <a:rPr lang="en-US" dirty="0"/>
              <a:t>Comparison of offers</a:t>
            </a:r>
          </a:p>
        </p:txBody>
      </p:sp>
      <p:sp>
        <p:nvSpPr>
          <p:cNvPr id="11" name="Textplatzhalter 10">
            <a:extLst>
              <a:ext uri="{FF2B5EF4-FFF2-40B4-BE49-F238E27FC236}">
                <a16:creationId xmlns:a16="http://schemas.microsoft.com/office/drawing/2014/main" id="{34129850-6EFC-881B-855C-FB6BBF5FFC5C}"/>
              </a:ext>
            </a:extLst>
          </p:cNvPr>
          <p:cNvSpPr>
            <a:spLocks noGrp="1"/>
          </p:cNvSpPr>
          <p:nvPr>
            <p:ph type="body" sz="quarter" idx="13"/>
          </p:nvPr>
        </p:nvSpPr>
        <p:spPr bwMode="gray"/>
        <p:txBody>
          <a:bodyPr/>
          <a:lstStyle/>
          <a:p>
            <a:endParaRPr lang="en-US" dirty="0"/>
          </a:p>
        </p:txBody>
      </p:sp>
      <p:sp>
        <p:nvSpPr>
          <p:cNvPr id="19" name="Inhaltsplatzhalter 18">
            <a:extLst>
              <a:ext uri="{FF2B5EF4-FFF2-40B4-BE49-F238E27FC236}">
                <a16:creationId xmlns:a16="http://schemas.microsoft.com/office/drawing/2014/main" id="{DFFFF3BE-56BF-ABAE-7A52-A54BDB0A7A80}"/>
              </a:ext>
            </a:extLst>
          </p:cNvPr>
          <p:cNvSpPr>
            <a:spLocks noGrp="1"/>
          </p:cNvSpPr>
          <p:nvPr>
            <p:ph idx="16"/>
          </p:nvPr>
        </p:nvSpPr>
        <p:spPr bwMode="white">
          <a:xfrm>
            <a:off x="8904624" y="476670"/>
            <a:ext cx="2808000" cy="5472000"/>
          </a:xfrm>
        </p:spPr>
        <p:txBody>
          <a:bodyPr/>
          <a:lstStyle/>
          <a:p>
            <a:pPr marL="0" indent="0">
              <a:buNone/>
            </a:pPr>
            <a:r>
              <a:rPr lang="en-US" b="1" dirty="0"/>
              <a:t>Proin libero dolor</a:t>
            </a:r>
          </a:p>
          <a:p>
            <a:pPr marL="0" indent="0">
              <a:buNone/>
            </a:pPr>
            <a:r>
              <a:rPr lang="en-US" dirty="0"/>
              <a:t>Lorem ipsum dolor sit amet, consetetur sadipscing elitr, sed diam nonumy eirmod tempor invidunt ut labore et dolore magna.</a:t>
            </a:r>
          </a:p>
        </p:txBody>
      </p:sp>
      <p:sp>
        <p:nvSpPr>
          <p:cNvPr id="5" name="Foliennummernplatzhalter 4">
            <a:extLst>
              <a:ext uri="{FF2B5EF4-FFF2-40B4-BE49-F238E27FC236}">
                <a16:creationId xmlns:a16="http://schemas.microsoft.com/office/drawing/2014/main" id="{4192834C-30D1-416F-1387-D94322CB7831}"/>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35</a:t>
            </a:fld>
            <a:endParaRPr lang="en-US" dirty="0"/>
          </a:p>
        </p:txBody>
      </p:sp>
      <p:sp>
        <p:nvSpPr>
          <p:cNvPr id="4" name="Fußzeilenplatzhalter 3">
            <a:extLst>
              <a:ext uri="{FF2B5EF4-FFF2-40B4-BE49-F238E27FC236}">
                <a16:creationId xmlns:a16="http://schemas.microsoft.com/office/drawing/2014/main" id="{1A423909-82E7-C932-94A0-42503BCF6207}"/>
              </a:ext>
            </a:extLst>
          </p:cNvPr>
          <p:cNvSpPr>
            <a:spLocks noGrp="1"/>
          </p:cNvSpPr>
          <p:nvPr>
            <p:ph type="ftr" sz="quarter" idx="19"/>
          </p:nvPr>
        </p:nvSpPr>
        <p:spPr bwMode="gray">
          <a:xfrm>
            <a:off x="8904624" y="6246836"/>
            <a:ext cx="2447960" cy="288000"/>
          </a:xfrm>
        </p:spPr>
        <p:txBody>
          <a:bodyPr/>
          <a:lstStyle/>
          <a:p>
            <a:r>
              <a:rPr lang="en-US" dirty="0"/>
              <a:t>Slide library    |</a:t>
            </a:r>
            <a:br>
              <a:rPr lang="en-US" dirty="0"/>
            </a:br>
            <a:r>
              <a:rPr lang="en-US" dirty="0"/>
              <a:t>     ONLY FOR INTERNAL USE</a:t>
            </a:r>
          </a:p>
        </p:txBody>
      </p:sp>
      <p:graphicFrame>
        <p:nvGraphicFramePr>
          <p:cNvPr id="16" name="Inhaltsplatzhalter 11">
            <a:extLst>
              <a:ext uri="{FF2B5EF4-FFF2-40B4-BE49-F238E27FC236}">
                <a16:creationId xmlns:a16="http://schemas.microsoft.com/office/drawing/2014/main" id="{1C9222B8-9014-7D65-D070-0B7A689E84F6}"/>
              </a:ext>
            </a:extLst>
          </p:cNvPr>
          <p:cNvGraphicFramePr>
            <a:graphicFrameLocks/>
          </p:cNvGraphicFramePr>
          <p:nvPr/>
        </p:nvGraphicFramePr>
        <p:xfrm>
          <a:off x="479425" y="2637200"/>
          <a:ext cx="7380000" cy="2592000"/>
        </p:xfrm>
        <a:graphic>
          <a:graphicData uri="http://schemas.openxmlformats.org/drawingml/2006/table">
            <a:tbl>
              <a:tblPr firstRow="1" bandRow="1">
                <a:tableStyleId>{5C22544A-7EE6-4342-B048-85BDC9FD1C3A}</a:tableStyleId>
              </a:tblPr>
              <a:tblGrid>
                <a:gridCol w="2196000">
                  <a:extLst>
                    <a:ext uri="{9D8B030D-6E8A-4147-A177-3AD203B41FA5}">
                      <a16:colId xmlns:a16="http://schemas.microsoft.com/office/drawing/2014/main" val="2389719309"/>
                    </a:ext>
                  </a:extLst>
                </a:gridCol>
                <a:gridCol w="1728000">
                  <a:extLst>
                    <a:ext uri="{9D8B030D-6E8A-4147-A177-3AD203B41FA5}">
                      <a16:colId xmlns:a16="http://schemas.microsoft.com/office/drawing/2014/main" val="2275645487"/>
                    </a:ext>
                  </a:extLst>
                </a:gridCol>
                <a:gridCol w="1728000">
                  <a:extLst>
                    <a:ext uri="{9D8B030D-6E8A-4147-A177-3AD203B41FA5}">
                      <a16:colId xmlns:a16="http://schemas.microsoft.com/office/drawing/2014/main" val="418550560"/>
                    </a:ext>
                  </a:extLst>
                </a:gridCol>
                <a:gridCol w="1728000">
                  <a:extLst>
                    <a:ext uri="{9D8B030D-6E8A-4147-A177-3AD203B41FA5}">
                      <a16:colId xmlns:a16="http://schemas.microsoft.com/office/drawing/2014/main" val="558019939"/>
                    </a:ext>
                  </a:extLst>
                </a:gridCol>
              </a:tblGrid>
              <a:tr h="756000">
                <a:tc>
                  <a:txBody>
                    <a:bodyPr/>
                    <a:lstStyle/>
                    <a:p>
                      <a:r>
                        <a:rPr lang="da-DK" sz="1600" b="1" cap="none" baseline="0" noProof="0" dirty="0">
                          <a:solidFill>
                            <a:schemeClr val="tx1"/>
                          </a:solidFill>
                          <a:latin typeface="+mn-lt"/>
                        </a:rPr>
                        <a:t>Lorem ipsum </a:t>
                      </a:r>
                      <a:br>
                        <a:rPr lang="da-DK" sz="1600" b="1" cap="none" baseline="0" noProof="0" dirty="0">
                          <a:solidFill>
                            <a:schemeClr val="tx1"/>
                          </a:solidFill>
                          <a:latin typeface="+mn-lt"/>
                        </a:rPr>
                      </a:br>
                      <a:r>
                        <a:rPr lang="da-DK" sz="1600" b="1" cap="none" baseline="0" noProof="0" dirty="0">
                          <a:solidFill>
                            <a:schemeClr val="tx1"/>
                          </a:solidFill>
                          <a:latin typeface="+mn-lt"/>
                        </a:rPr>
                        <a:t>dolor sit amet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0" i="0" u="none" strike="noStrike" kern="1200" cap="none" spc="0" normalizeH="0" baseline="0" noProof="0" dirty="0">
                          <a:ln>
                            <a:noFill/>
                          </a:ln>
                          <a:solidFill>
                            <a:schemeClr val="tx1"/>
                          </a:solidFill>
                          <a:effectLst/>
                          <a:uLnTx/>
                          <a:uFillTx/>
                          <a:latin typeface="+mn-lt"/>
                          <a:ea typeface="+mn-ea"/>
                          <a:cs typeface="+mn-cs"/>
                        </a:rPr>
                        <a:t>Lorem ipsum </a:t>
                      </a:r>
                      <a:r>
                        <a:rPr kumimoji="0" lang="en-US" sz="1600" b="1" i="0" u="none" strike="noStrike" kern="1200" cap="none" spc="0" normalizeH="0" baseline="0" noProof="0" dirty="0">
                          <a:ln>
                            <a:noFill/>
                          </a:ln>
                          <a:solidFill>
                            <a:schemeClr val="tx1"/>
                          </a:solidFill>
                          <a:effectLst/>
                          <a:uLnTx/>
                          <a:uFillTx/>
                          <a:latin typeface="+mn-lt"/>
                          <a:ea typeface="+mn-ea"/>
                          <a:cs typeface="+mn-cs"/>
                        </a:rPr>
                        <a:t>20XX</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0" i="0" u="none" strike="noStrike" kern="1200" cap="none" spc="0" normalizeH="0" baseline="0" noProof="0" dirty="0">
                          <a:ln>
                            <a:noFill/>
                          </a:ln>
                          <a:solidFill>
                            <a:schemeClr val="tx1"/>
                          </a:solidFill>
                          <a:effectLst/>
                          <a:uLnTx/>
                          <a:uFillTx/>
                          <a:latin typeface="+mn-lt"/>
                          <a:ea typeface="+mn-ea"/>
                          <a:cs typeface="+mn-cs"/>
                        </a:rPr>
                        <a:t>Lorem ipsum </a:t>
                      </a:r>
                      <a:r>
                        <a:rPr kumimoji="0" lang="en-US" sz="1600" b="1" i="0" u="none" strike="noStrike" kern="1200" cap="none" spc="0" normalizeH="0" baseline="0" noProof="0" dirty="0">
                          <a:ln>
                            <a:noFill/>
                          </a:ln>
                          <a:solidFill>
                            <a:schemeClr val="tx1"/>
                          </a:solidFill>
                          <a:effectLst/>
                          <a:uLnTx/>
                          <a:uFillTx/>
                          <a:latin typeface="+mn-lt"/>
                          <a:ea typeface="+mn-ea"/>
                          <a:cs typeface="+mn-cs"/>
                        </a:rPr>
                        <a:t>20XX</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n-US" sz="1600" b="0" i="0" u="none" strike="noStrike" kern="1200" cap="none" spc="0" normalizeH="0" baseline="0" noProof="0" dirty="0">
                          <a:ln>
                            <a:noFill/>
                          </a:ln>
                          <a:solidFill>
                            <a:schemeClr val="tx1"/>
                          </a:solidFill>
                          <a:effectLst/>
                          <a:uLnTx/>
                          <a:uFillTx/>
                          <a:latin typeface="+mn-lt"/>
                          <a:ea typeface="+mn-ea"/>
                          <a:cs typeface="+mn-cs"/>
                        </a:rPr>
                        <a:t>Lorem ipsum </a:t>
                      </a:r>
                      <a:r>
                        <a:rPr kumimoji="0" lang="en-US" sz="1600" b="1" i="0" u="none" strike="noStrike" kern="1200" cap="none" spc="0" normalizeH="0" baseline="0" noProof="0" dirty="0">
                          <a:ln>
                            <a:noFill/>
                          </a:ln>
                          <a:solidFill>
                            <a:schemeClr val="tx1"/>
                          </a:solidFill>
                          <a:effectLst/>
                          <a:uLnTx/>
                          <a:uFillTx/>
                          <a:latin typeface="+mn-lt"/>
                          <a:ea typeface="+mn-ea"/>
                          <a:cs typeface="+mn-cs"/>
                        </a:rPr>
                        <a:t>20XX</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612000">
                <a:tc>
                  <a:txBody>
                    <a:bodyPr/>
                    <a:lstStyle/>
                    <a:p>
                      <a:r>
                        <a:rPr lang="en-US" sz="1600" noProof="0" dirty="0">
                          <a:solidFill>
                            <a:schemeClr val="tx1"/>
                          </a:solidFill>
                          <a:latin typeface="+mn-lt"/>
                        </a:rPr>
                        <a:t>Dolor sit</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150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noProof="0" dirty="0">
                          <a:solidFill>
                            <a:schemeClr val="tx1"/>
                          </a:solidFill>
                          <a:latin typeface="+mn-lt"/>
                        </a:rPr>
                        <a:t>150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5372541"/>
                  </a:ext>
                </a:extLst>
              </a:tr>
              <a:tr h="612000">
                <a:tc>
                  <a:txBody>
                    <a:bodyPr/>
                    <a:lstStyle/>
                    <a:p>
                      <a:r>
                        <a:rPr lang="en-US" sz="1600" noProof="0" dirty="0">
                          <a:solidFill>
                            <a:schemeClr val="tx1"/>
                          </a:solidFill>
                          <a:latin typeface="+mn-lt"/>
                        </a:rPr>
                        <a:t>Dolor sit</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350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350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350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231323"/>
                  </a:ext>
                </a:extLst>
              </a:tr>
              <a:tr h="612000">
                <a:tc>
                  <a:txBody>
                    <a:bodyPr/>
                    <a:lstStyle/>
                    <a:p>
                      <a:r>
                        <a:rPr lang="en-US" sz="1600" noProof="0" dirty="0">
                          <a:solidFill>
                            <a:schemeClr val="tx1"/>
                          </a:solidFill>
                          <a:latin typeface="+mn-lt"/>
                        </a:rPr>
                        <a:t>Dolor sit</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550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550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n-lt"/>
                          <a:ea typeface="+mn-ea"/>
                          <a:cs typeface="+mn-cs"/>
                        </a:rPr>
                        <a:t>550</a:t>
                      </a:r>
                    </a:p>
                  </a:txBody>
                  <a:tcPr marL="144000" marR="144000" marT="54000" marB="5400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2221996"/>
                  </a:ext>
                </a:extLst>
              </a:tr>
            </a:tbl>
          </a:graphicData>
        </a:graphic>
      </p:graphicFrame>
      <p:graphicFrame>
        <p:nvGraphicFramePr>
          <p:cNvPr id="20" name="Inhaltsplatzhalter 11">
            <a:extLst>
              <a:ext uri="{FF2B5EF4-FFF2-40B4-BE49-F238E27FC236}">
                <a16:creationId xmlns:a16="http://schemas.microsoft.com/office/drawing/2014/main" id="{58A7D560-955E-A16B-65B9-31429A64084C}"/>
              </a:ext>
            </a:extLst>
          </p:cNvPr>
          <p:cNvGraphicFramePr>
            <a:graphicFrameLocks/>
          </p:cNvGraphicFramePr>
          <p:nvPr/>
        </p:nvGraphicFramePr>
        <p:xfrm>
          <a:off x="8904624" y="2637200"/>
          <a:ext cx="2808000" cy="2592000"/>
        </p:xfrm>
        <a:graphic>
          <a:graphicData uri="http://schemas.openxmlformats.org/drawingml/2006/table">
            <a:tbl>
              <a:tblPr firstRow="1" bandRow="1">
                <a:tableStyleId>{5C22544A-7EE6-4342-B048-85BDC9FD1C3A}</a:tableStyleId>
              </a:tblPr>
              <a:tblGrid>
                <a:gridCol w="1404000">
                  <a:extLst>
                    <a:ext uri="{9D8B030D-6E8A-4147-A177-3AD203B41FA5}">
                      <a16:colId xmlns:a16="http://schemas.microsoft.com/office/drawing/2014/main" val="2389719309"/>
                    </a:ext>
                  </a:extLst>
                </a:gridCol>
                <a:gridCol w="1404000">
                  <a:extLst>
                    <a:ext uri="{9D8B030D-6E8A-4147-A177-3AD203B41FA5}">
                      <a16:colId xmlns:a16="http://schemas.microsoft.com/office/drawing/2014/main" val="558019939"/>
                    </a:ext>
                  </a:extLst>
                </a:gridCol>
              </a:tblGrid>
              <a:tr h="432000">
                <a:tc>
                  <a:txBody>
                    <a:bodyPr/>
                    <a:lstStyle/>
                    <a:p>
                      <a:r>
                        <a:rPr lang="en-US" sz="1200" b="1" cap="none" baseline="0" noProof="0" dirty="0">
                          <a:solidFill>
                            <a:schemeClr val="bg1"/>
                          </a:solidFill>
                          <a:latin typeface="+mn-lt"/>
                        </a:rPr>
                        <a:t>20XX</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200" b="1" cap="none" baseline="0" noProof="0" dirty="0">
                        <a:solidFill>
                          <a:schemeClr val="bg1"/>
                        </a:solidFill>
                        <a:latin typeface="+mn-lt"/>
                      </a:endParaRP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432000">
                <a:tc>
                  <a:txBody>
                    <a:bodyPr/>
                    <a:lstStyle/>
                    <a:p>
                      <a:r>
                        <a:rPr lang="en-US" sz="1200" noProof="0" dirty="0">
                          <a:solidFill>
                            <a:schemeClr val="bg1"/>
                          </a:solidFill>
                          <a:latin typeface="+mn-lt"/>
                        </a:rPr>
                        <a:t>Lorem dolor</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200" noProof="0" dirty="0">
                          <a:solidFill>
                            <a:schemeClr val="bg1"/>
                          </a:solidFill>
                          <a:latin typeface="+mn-lt"/>
                        </a:rPr>
                        <a:t>550</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5372541"/>
                  </a:ext>
                </a:extLst>
              </a:tr>
              <a:tr h="432000">
                <a:tc>
                  <a:txBody>
                    <a:bodyPr/>
                    <a:lstStyle/>
                    <a:p>
                      <a:r>
                        <a:rPr lang="en-US" sz="1200" noProof="0" dirty="0">
                          <a:solidFill>
                            <a:schemeClr val="bg1"/>
                          </a:solidFill>
                          <a:latin typeface="+mn-lt"/>
                        </a:rPr>
                        <a:t>Duis autem</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mn-lt"/>
                          <a:ea typeface="+mn-ea"/>
                          <a:cs typeface="+mn-cs"/>
                        </a:rPr>
                        <a:t>550</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231323"/>
                  </a:ext>
                </a:extLst>
              </a:tr>
              <a:tr h="432000">
                <a:tc>
                  <a:txBody>
                    <a:bodyPr/>
                    <a:lstStyle/>
                    <a:p>
                      <a:r>
                        <a:rPr lang="en-US" sz="1200" b="1" noProof="0" dirty="0">
                          <a:solidFill>
                            <a:schemeClr val="bg1"/>
                          </a:solidFill>
                          <a:latin typeface="+mn-lt"/>
                        </a:rPr>
                        <a:t>20XX</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chemeClr val="bg1"/>
                        </a:solidFill>
                        <a:effectLst/>
                        <a:uLnTx/>
                        <a:uFillTx/>
                        <a:latin typeface="+mn-lt"/>
                        <a:ea typeface="+mn-ea"/>
                        <a:cs typeface="+mn-cs"/>
                      </a:endParaRP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1216200"/>
                  </a:ext>
                </a:extLst>
              </a:tr>
              <a:tr h="432000">
                <a:tc>
                  <a:txBody>
                    <a:bodyPr/>
                    <a:lstStyle/>
                    <a:p>
                      <a:r>
                        <a:rPr lang="en-US" sz="1200" noProof="0" dirty="0">
                          <a:solidFill>
                            <a:schemeClr val="bg1"/>
                          </a:solidFill>
                          <a:latin typeface="+mn-lt"/>
                        </a:rPr>
                        <a:t>Lorem dolor</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mn-lt"/>
                          <a:ea typeface="+mn-ea"/>
                          <a:cs typeface="+mn-cs"/>
                        </a:rPr>
                        <a:t>450</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2580934"/>
                  </a:ext>
                </a:extLst>
              </a:tr>
              <a:tr h="432000">
                <a:tc>
                  <a:txBody>
                    <a:bodyPr/>
                    <a:lstStyle/>
                    <a:p>
                      <a:r>
                        <a:rPr lang="en-US" sz="1200" noProof="0" dirty="0">
                          <a:solidFill>
                            <a:schemeClr val="bg1"/>
                          </a:solidFill>
                          <a:latin typeface="+mn-lt"/>
                        </a:rPr>
                        <a:t>Duis autem</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mn-lt"/>
                          <a:ea typeface="+mn-ea"/>
                          <a:cs typeface="+mn-cs"/>
                        </a:rPr>
                        <a:t>650</a:t>
                      </a:r>
                    </a:p>
                  </a:txBody>
                  <a:tcPr marL="144000" marR="144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3350130"/>
                  </a:ext>
                </a:extLst>
              </a:tr>
            </a:tbl>
          </a:graphicData>
        </a:graphic>
      </p:graphicFrame>
      <p:sp>
        <p:nvSpPr>
          <p:cNvPr id="21" name="Rechteck 20">
            <a:extLst>
              <a:ext uri="{FF2B5EF4-FFF2-40B4-BE49-F238E27FC236}">
                <a16:creationId xmlns:a16="http://schemas.microsoft.com/office/drawing/2014/main" id="{CD7D006F-9EE2-3835-A8A6-77D909BDDE8E}"/>
              </a:ext>
            </a:extLst>
          </p:cNvPr>
          <p:cNvSpPr/>
          <p:nvPr/>
        </p:nvSpPr>
        <p:spPr bwMode="gray">
          <a:xfrm>
            <a:off x="3179676" y="2096852"/>
            <a:ext cx="1224136" cy="43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Ins="144000" rtlCol="0" anchor="ctr"/>
          <a:lstStyle/>
          <a:p>
            <a:pPr algn="r">
              <a:lnSpc>
                <a:spcPct val="140000"/>
              </a:lnSpc>
            </a:pPr>
            <a:r>
              <a:rPr lang="en-US" sz="1200" i="1" dirty="0">
                <a:solidFill>
                  <a:schemeClr val="tx1"/>
                </a:solidFill>
              </a:rPr>
              <a:t>Logo</a:t>
            </a:r>
          </a:p>
        </p:txBody>
      </p:sp>
      <p:sp>
        <p:nvSpPr>
          <p:cNvPr id="22" name="Rechteck 21">
            <a:extLst>
              <a:ext uri="{FF2B5EF4-FFF2-40B4-BE49-F238E27FC236}">
                <a16:creationId xmlns:a16="http://schemas.microsoft.com/office/drawing/2014/main" id="{612101C7-0E91-C709-773F-738F6E22CF7A}"/>
              </a:ext>
            </a:extLst>
          </p:cNvPr>
          <p:cNvSpPr/>
          <p:nvPr/>
        </p:nvSpPr>
        <p:spPr bwMode="gray">
          <a:xfrm>
            <a:off x="4907868" y="2096852"/>
            <a:ext cx="1224136" cy="43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Ins="144000" rtlCol="0" anchor="ctr"/>
          <a:lstStyle/>
          <a:p>
            <a:pPr algn="r">
              <a:lnSpc>
                <a:spcPct val="140000"/>
              </a:lnSpc>
            </a:pPr>
            <a:r>
              <a:rPr lang="en-US" sz="1200" i="1" dirty="0">
                <a:solidFill>
                  <a:schemeClr val="tx1"/>
                </a:solidFill>
              </a:rPr>
              <a:t>Logo</a:t>
            </a:r>
          </a:p>
        </p:txBody>
      </p:sp>
      <p:sp>
        <p:nvSpPr>
          <p:cNvPr id="23" name="Rechteck 22">
            <a:extLst>
              <a:ext uri="{FF2B5EF4-FFF2-40B4-BE49-F238E27FC236}">
                <a16:creationId xmlns:a16="http://schemas.microsoft.com/office/drawing/2014/main" id="{C90CC861-80FC-003F-9E37-887E0FF666F3}"/>
              </a:ext>
            </a:extLst>
          </p:cNvPr>
          <p:cNvSpPr/>
          <p:nvPr/>
        </p:nvSpPr>
        <p:spPr bwMode="gray">
          <a:xfrm>
            <a:off x="6636060" y="2096852"/>
            <a:ext cx="1224136" cy="43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Ins="144000" rtlCol="0" anchor="ctr"/>
          <a:lstStyle/>
          <a:p>
            <a:pPr algn="r">
              <a:lnSpc>
                <a:spcPct val="140000"/>
              </a:lnSpc>
            </a:pPr>
            <a:r>
              <a:rPr lang="en-US" sz="1200" i="1" dirty="0">
                <a:solidFill>
                  <a:schemeClr val="tx1"/>
                </a:solidFill>
              </a:rPr>
              <a:t>Logo</a:t>
            </a:r>
          </a:p>
        </p:txBody>
      </p:sp>
      <p:sp>
        <p:nvSpPr>
          <p:cNvPr id="25" name="Ellipse 24">
            <a:extLst>
              <a:ext uri="{FF2B5EF4-FFF2-40B4-BE49-F238E27FC236}">
                <a16:creationId xmlns:a16="http://schemas.microsoft.com/office/drawing/2014/main" id="{26288481-5941-0740-A7A7-161C4275948D}"/>
              </a:ext>
            </a:extLst>
          </p:cNvPr>
          <p:cNvSpPr>
            <a:spLocks noChangeAspect="1"/>
          </p:cNvSpPr>
          <p:nvPr/>
        </p:nvSpPr>
        <p:spPr bwMode="gray">
          <a:xfrm>
            <a:off x="4350624" y="2583954"/>
            <a:ext cx="108000" cy="108000"/>
          </a:xfrm>
          <a:prstGeom prst="ellipse">
            <a:avLst/>
          </a:prstGeom>
          <a:solidFill>
            <a:schemeClr val="accent3"/>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cxnSp>
        <p:nvCxnSpPr>
          <p:cNvPr id="26" name="Gerader Verbinder 25">
            <a:extLst>
              <a:ext uri="{FF2B5EF4-FFF2-40B4-BE49-F238E27FC236}">
                <a16:creationId xmlns:a16="http://schemas.microsoft.com/office/drawing/2014/main" id="{FBDF9570-E386-B794-B124-7BE2128FB06C}"/>
              </a:ext>
            </a:extLst>
          </p:cNvPr>
          <p:cNvCxnSpPr>
            <a:cxnSpLocks/>
          </p:cNvCxnSpPr>
          <p:nvPr/>
        </p:nvCxnSpPr>
        <p:spPr bwMode="gray">
          <a:xfrm flipV="1">
            <a:off x="6132004" y="1412874"/>
            <a:ext cx="0" cy="122400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27" name="Ellipse 26">
            <a:extLst>
              <a:ext uri="{FF2B5EF4-FFF2-40B4-BE49-F238E27FC236}">
                <a16:creationId xmlns:a16="http://schemas.microsoft.com/office/drawing/2014/main" id="{5866E27F-E8B9-EC04-A825-33A37056555B}"/>
              </a:ext>
            </a:extLst>
          </p:cNvPr>
          <p:cNvSpPr>
            <a:spLocks noChangeAspect="1"/>
          </p:cNvSpPr>
          <p:nvPr/>
        </p:nvSpPr>
        <p:spPr bwMode="gray">
          <a:xfrm>
            <a:off x="6079046" y="2583954"/>
            <a:ext cx="108000" cy="108000"/>
          </a:xfrm>
          <a:prstGeom prst="ellipse">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cxnSp>
        <p:nvCxnSpPr>
          <p:cNvPr id="28" name="Gerader Verbinder 27">
            <a:extLst>
              <a:ext uri="{FF2B5EF4-FFF2-40B4-BE49-F238E27FC236}">
                <a16:creationId xmlns:a16="http://schemas.microsoft.com/office/drawing/2014/main" id="{5B134BD9-D36A-F2A2-0319-78258E7B82EA}"/>
              </a:ext>
            </a:extLst>
          </p:cNvPr>
          <p:cNvCxnSpPr>
            <a:cxnSpLocks/>
          </p:cNvCxnSpPr>
          <p:nvPr/>
        </p:nvCxnSpPr>
        <p:spPr bwMode="gray">
          <a:xfrm flipV="1">
            <a:off x="7857828" y="1412874"/>
            <a:ext cx="0" cy="122400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29" name="Ellipse 28">
            <a:extLst>
              <a:ext uri="{FF2B5EF4-FFF2-40B4-BE49-F238E27FC236}">
                <a16:creationId xmlns:a16="http://schemas.microsoft.com/office/drawing/2014/main" id="{E869C0D3-FA98-B2B2-F548-DA4CCA3459E1}"/>
              </a:ext>
            </a:extLst>
          </p:cNvPr>
          <p:cNvSpPr>
            <a:spLocks noChangeAspect="1"/>
          </p:cNvSpPr>
          <p:nvPr/>
        </p:nvSpPr>
        <p:spPr bwMode="gray">
          <a:xfrm>
            <a:off x="7804870" y="2583954"/>
            <a:ext cx="108000" cy="108000"/>
          </a:xfrm>
          <a:prstGeom prst="ellipse">
            <a:avLst/>
          </a:prstGeom>
          <a:solidFill>
            <a:schemeClr val="accent5"/>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30" name="Textplatzhalter 2">
            <a:extLst>
              <a:ext uri="{FF2B5EF4-FFF2-40B4-BE49-F238E27FC236}">
                <a16:creationId xmlns:a16="http://schemas.microsoft.com/office/drawing/2014/main" id="{F9034017-E5AD-C5A9-FE9C-FC6E1A8EFB99}"/>
              </a:ext>
            </a:extLst>
          </p:cNvPr>
          <p:cNvSpPr txBox="1">
            <a:spLocks/>
          </p:cNvSpPr>
          <p:nvPr/>
        </p:nvSpPr>
        <p:spPr bwMode="gray">
          <a:xfrm>
            <a:off x="4079776" y="1412800"/>
            <a:ext cx="648048" cy="648156"/>
          </a:xfrm>
          <a:prstGeom prst="ellipse">
            <a:avLst/>
          </a:prstGeom>
          <a:solidFill>
            <a:srgbClr val="E0E1F6"/>
          </a:solidFill>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lnSpc>
                <a:spcPct val="100000"/>
              </a:lnSpc>
              <a:buNone/>
            </a:pPr>
            <a:r>
              <a:rPr lang="en-US" sz="800" b="1" dirty="0">
                <a:solidFill>
                  <a:srgbClr val="5D4495"/>
                </a:solidFill>
              </a:rPr>
              <a:t>Lorem ipsum</a:t>
            </a:r>
          </a:p>
        </p:txBody>
      </p:sp>
      <p:sp>
        <p:nvSpPr>
          <p:cNvPr id="37" name="Textplatzhalter 2">
            <a:extLst>
              <a:ext uri="{FF2B5EF4-FFF2-40B4-BE49-F238E27FC236}">
                <a16:creationId xmlns:a16="http://schemas.microsoft.com/office/drawing/2014/main" id="{BF6B3A6D-3A3B-B331-71D4-6FFD77BC423B}"/>
              </a:ext>
            </a:extLst>
          </p:cNvPr>
          <p:cNvSpPr txBox="1">
            <a:spLocks/>
          </p:cNvSpPr>
          <p:nvPr/>
        </p:nvSpPr>
        <p:spPr bwMode="gray">
          <a:xfrm>
            <a:off x="5807992" y="1412800"/>
            <a:ext cx="648048" cy="648156"/>
          </a:xfrm>
          <a:prstGeom prst="ellipse">
            <a:avLst/>
          </a:prstGeom>
          <a:solidFill>
            <a:srgbClr val="FBF9AA"/>
          </a:solidFill>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lnSpc>
                <a:spcPct val="100000"/>
              </a:lnSpc>
              <a:buNone/>
            </a:pPr>
            <a:r>
              <a:rPr lang="en-US" sz="800" b="1" dirty="0">
                <a:solidFill>
                  <a:srgbClr val="E18600"/>
                </a:solidFill>
              </a:rPr>
              <a:t>Lorem ipsum</a:t>
            </a:r>
          </a:p>
        </p:txBody>
      </p:sp>
      <p:sp>
        <p:nvSpPr>
          <p:cNvPr id="40" name="Textplatzhalter 2">
            <a:extLst>
              <a:ext uri="{FF2B5EF4-FFF2-40B4-BE49-F238E27FC236}">
                <a16:creationId xmlns:a16="http://schemas.microsoft.com/office/drawing/2014/main" id="{D1CFEFF8-BA08-A1E2-5C4E-46F7AA4ECCE7}"/>
              </a:ext>
            </a:extLst>
          </p:cNvPr>
          <p:cNvSpPr txBox="1">
            <a:spLocks/>
          </p:cNvSpPr>
          <p:nvPr/>
        </p:nvSpPr>
        <p:spPr bwMode="gray">
          <a:xfrm>
            <a:off x="7535689" y="1412800"/>
            <a:ext cx="648048" cy="648156"/>
          </a:xfrm>
          <a:prstGeom prst="ellipse">
            <a:avLst/>
          </a:prstGeom>
          <a:solidFill>
            <a:srgbClr val="F5CDB9"/>
          </a:solidFill>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lnSpc>
                <a:spcPct val="100000"/>
              </a:lnSpc>
              <a:buNone/>
            </a:pPr>
            <a:r>
              <a:rPr lang="en-US" sz="800" b="1" dirty="0">
                <a:solidFill>
                  <a:srgbClr val="86251B"/>
                </a:solidFill>
              </a:rPr>
              <a:t>Lorem ipsum</a:t>
            </a:r>
          </a:p>
        </p:txBody>
      </p:sp>
    </p:spTree>
    <p:extLst>
      <p:ext uri="{BB962C8B-B14F-4D97-AF65-F5344CB8AC3E}">
        <p14:creationId xmlns:p14="http://schemas.microsoft.com/office/powerpoint/2010/main" val="2113288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82DCDCD1-83BB-CFEE-042F-C3E70047ED69}"/>
              </a:ext>
            </a:extLst>
          </p:cNvPr>
          <p:cNvSpPr>
            <a:spLocks noGrp="1"/>
          </p:cNvSpPr>
          <p:nvPr>
            <p:ph type="title"/>
          </p:nvPr>
        </p:nvSpPr>
        <p:spPr bwMode="gray">
          <a:xfrm>
            <a:off x="479424" y="477000"/>
            <a:ext cx="11233151" cy="720000"/>
          </a:xfrm>
        </p:spPr>
        <p:txBody>
          <a:bodyPr/>
          <a:lstStyle/>
          <a:p>
            <a:r>
              <a:rPr lang="en-US" dirty="0"/>
              <a:t>Bar chart</a:t>
            </a:r>
          </a:p>
        </p:txBody>
      </p:sp>
      <p:graphicFrame>
        <p:nvGraphicFramePr>
          <p:cNvPr id="16" name="Inhaltsplatzhalter 15">
            <a:extLst>
              <a:ext uri="{FF2B5EF4-FFF2-40B4-BE49-F238E27FC236}">
                <a16:creationId xmlns:a16="http://schemas.microsoft.com/office/drawing/2014/main" id="{E6F34861-9043-992E-B8E0-D212EF020166}"/>
              </a:ext>
            </a:extLst>
          </p:cNvPr>
          <p:cNvGraphicFramePr>
            <a:graphicFrameLocks noGrp="1"/>
          </p:cNvGraphicFramePr>
          <p:nvPr>
            <p:ph idx="1"/>
            <p:custDataLst>
              <p:tags r:id="rId1"/>
            </p:custDataLst>
          </p:nvPr>
        </p:nvGraphicFramePr>
        <p:xfrm>
          <a:off x="479425" y="1412875"/>
          <a:ext cx="11233150" cy="4392613"/>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platzhalter 9">
            <a:extLst>
              <a:ext uri="{FF2B5EF4-FFF2-40B4-BE49-F238E27FC236}">
                <a16:creationId xmlns:a16="http://schemas.microsoft.com/office/drawing/2014/main" id="{7934FBAD-FE00-6B12-CF2F-DDE32A18483C}"/>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43A22CC7-9327-13AD-06C1-C515972827F5}"/>
              </a:ext>
            </a:extLst>
          </p:cNvPr>
          <p:cNvSpPr>
            <a:spLocks noGrp="1"/>
          </p:cNvSpPr>
          <p:nvPr>
            <p:ph type="ftr" sz="quarter" idx="19"/>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C5EBC2F3-7745-7248-4268-5B0DAB73FEC4}"/>
              </a:ext>
            </a:extLst>
          </p:cNvPr>
          <p:cNvSpPr>
            <a:spLocks noGrp="1"/>
          </p:cNvSpPr>
          <p:nvPr>
            <p:ph type="sldNum" sz="quarter" idx="20"/>
          </p:nvPr>
        </p:nvSpPr>
        <p:spPr bwMode="gray">
          <a:xfrm>
            <a:off x="11424592" y="6246836"/>
            <a:ext cx="288000" cy="288000"/>
          </a:xfrm>
        </p:spPr>
        <p:txBody>
          <a:bodyPr/>
          <a:lstStyle/>
          <a:p>
            <a:fld id="{DF4E8F9F-5B1F-4F5B-BE49-3245D8C18D9F}" type="slidenum">
              <a:rPr lang="en-US" smtClean="0"/>
              <a:pPr/>
              <a:t>36</a:t>
            </a:fld>
            <a:endParaRPr lang="en-US" dirty="0"/>
          </a:p>
        </p:txBody>
      </p:sp>
    </p:spTree>
    <p:extLst>
      <p:ext uri="{BB962C8B-B14F-4D97-AF65-F5344CB8AC3E}">
        <p14:creationId xmlns:p14="http://schemas.microsoft.com/office/powerpoint/2010/main" val="42808017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el 14">
            <a:extLst>
              <a:ext uri="{FF2B5EF4-FFF2-40B4-BE49-F238E27FC236}">
                <a16:creationId xmlns:a16="http://schemas.microsoft.com/office/drawing/2014/main" id="{F4238613-FFD6-A19D-F46E-FF220FDF1010}"/>
              </a:ext>
            </a:extLst>
          </p:cNvPr>
          <p:cNvSpPr>
            <a:spLocks noGrp="1"/>
          </p:cNvSpPr>
          <p:nvPr>
            <p:ph type="title"/>
          </p:nvPr>
        </p:nvSpPr>
        <p:spPr bwMode="gray">
          <a:xfrm>
            <a:off x="479424" y="477000"/>
            <a:ext cx="11233151" cy="720000"/>
          </a:xfrm>
        </p:spPr>
        <p:txBody>
          <a:bodyPr/>
          <a:lstStyle/>
          <a:p>
            <a:r>
              <a:rPr lang="en-US" dirty="0"/>
              <a:t>Stacked 100% bar chart</a:t>
            </a:r>
          </a:p>
        </p:txBody>
      </p:sp>
      <p:graphicFrame>
        <p:nvGraphicFramePr>
          <p:cNvPr id="18" name="Inhaltsplatzhalter 17">
            <a:extLst>
              <a:ext uri="{FF2B5EF4-FFF2-40B4-BE49-F238E27FC236}">
                <a16:creationId xmlns:a16="http://schemas.microsoft.com/office/drawing/2014/main" id="{47B49DF1-5C3F-81E4-BB4D-4995399B1933}"/>
              </a:ext>
            </a:extLst>
          </p:cNvPr>
          <p:cNvGraphicFramePr>
            <a:graphicFrameLocks noGrp="1"/>
          </p:cNvGraphicFramePr>
          <p:nvPr>
            <p:ph idx="1"/>
            <p:custDataLst>
              <p:tags r:id="rId1"/>
            </p:custDataLst>
          </p:nvPr>
        </p:nvGraphicFramePr>
        <p:xfrm>
          <a:off x="479425" y="1412875"/>
          <a:ext cx="11233150" cy="4392613"/>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platzhalter 9">
            <a:extLst>
              <a:ext uri="{FF2B5EF4-FFF2-40B4-BE49-F238E27FC236}">
                <a16:creationId xmlns:a16="http://schemas.microsoft.com/office/drawing/2014/main" id="{968267D7-441E-5E1D-847F-F9243ACA56CA}"/>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5B16428F-6A6F-9B5C-E504-4947CE267B59}"/>
              </a:ext>
            </a:extLst>
          </p:cNvPr>
          <p:cNvSpPr>
            <a:spLocks noGrp="1"/>
          </p:cNvSpPr>
          <p:nvPr>
            <p:ph type="ftr" sz="quarter" idx="19"/>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E953B274-2F7C-57B3-6F11-99CB19AF90BA}"/>
              </a:ext>
            </a:extLst>
          </p:cNvPr>
          <p:cNvSpPr>
            <a:spLocks noGrp="1"/>
          </p:cNvSpPr>
          <p:nvPr>
            <p:ph type="sldNum" sz="quarter" idx="20"/>
          </p:nvPr>
        </p:nvSpPr>
        <p:spPr bwMode="gray">
          <a:xfrm>
            <a:off x="11424592" y="6246836"/>
            <a:ext cx="288000" cy="288000"/>
          </a:xfrm>
        </p:spPr>
        <p:txBody>
          <a:bodyPr/>
          <a:lstStyle/>
          <a:p>
            <a:fld id="{DF4E8F9F-5B1F-4F5B-BE49-3245D8C18D9F}" type="slidenum">
              <a:rPr lang="en-US" smtClean="0"/>
              <a:pPr/>
              <a:t>37</a:t>
            </a:fld>
            <a:endParaRPr lang="en-US" dirty="0"/>
          </a:p>
        </p:txBody>
      </p:sp>
    </p:spTree>
    <p:extLst>
      <p:ext uri="{BB962C8B-B14F-4D97-AF65-F5344CB8AC3E}">
        <p14:creationId xmlns:p14="http://schemas.microsoft.com/office/powerpoint/2010/main" val="4170802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BB412061-12D6-2365-639A-8ABF9C2EF9AC}"/>
              </a:ext>
            </a:extLst>
          </p:cNvPr>
          <p:cNvSpPr>
            <a:spLocks noGrp="1"/>
          </p:cNvSpPr>
          <p:nvPr>
            <p:ph type="title"/>
          </p:nvPr>
        </p:nvSpPr>
        <p:spPr bwMode="gray">
          <a:xfrm>
            <a:off x="479424" y="477000"/>
            <a:ext cx="11233151" cy="720000"/>
          </a:xfrm>
        </p:spPr>
        <p:txBody>
          <a:bodyPr/>
          <a:lstStyle/>
          <a:p>
            <a:r>
              <a:rPr lang="en-US" dirty="0"/>
              <a:t>Bubble chart</a:t>
            </a:r>
          </a:p>
        </p:txBody>
      </p:sp>
      <p:graphicFrame>
        <p:nvGraphicFramePr>
          <p:cNvPr id="16" name="Inhaltsplatzhalter 15">
            <a:extLst>
              <a:ext uri="{FF2B5EF4-FFF2-40B4-BE49-F238E27FC236}">
                <a16:creationId xmlns:a16="http://schemas.microsoft.com/office/drawing/2014/main" id="{D797F659-11CE-CD68-A973-D8A7DE84B50F}"/>
              </a:ext>
            </a:extLst>
          </p:cNvPr>
          <p:cNvGraphicFramePr>
            <a:graphicFrameLocks noGrp="1"/>
          </p:cNvGraphicFramePr>
          <p:nvPr>
            <p:ph idx="1"/>
            <p:custDataLst>
              <p:tags r:id="rId1"/>
            </p:custDataLst>
          </p:nvPr>
        </p:nvGraphicFramePr>
        <p:xfrm>
          <a:off x="479425" y="1412875"/>
          <a:ext cx="11233150" cy="4392613"/>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platzhalter 9">
            <a:extLst>
              <a:ext uri="{FF2B5EF4-FFF2-40B4-BE49-F238E27FC236}">
                <a16:creationId xmlns:a16="http://schemas.microsoft.com/office/drawing/2014/main" id="{004AF60C-0A5C-F7CA-13AD-05BB5D5F2AC5}"/>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19136B0C-1987-D59B-AD0F-51F99957CD74}"/>
              </a:ext>
            </a:extLst>
          </p:cNvPr>
          <p:cNvSpPr>
            <a:spLocks noGrp="1"/>
          </p:cNvSpPr>
          <p:nvPr>
            <p:ph type="ftr" sz="quarter" idx="19"/>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60E0BF01-1A5F-7583-2B6E-38344879D1F9}"/>
              </a:ext>
            </a:extLst>
          </p:cNvPr>
          <p:cNvSpPr>
            <a:spLocks noGrp="1"/>
          </p:cNvSpPr>
          <p:nvPr>
            <p:ph type="sldNum" sz="quarter" idx="20"/>
          </p:nvPr>
        </p:nvSpPr>
        <p:spPr bwMode="gray">
          <a:xfrm>
            <a:off x="11424592" y="6246836"/>
            <a:ext cx="288000" cy="288000"/>
          </a:xfrm>
        </p:spPr>
        <p:txBody>
          <a:bodyPr/>
          <a:lstStyle/>
          <a:p>
            <a:fld id="{DF4E8F9F-5B1F-4F5B-BE49-3245D8C18D9F}" type="slidenum">
              <a:rPr lang="en-US" smtClean="0"/>
              <a:pPr/>
              <a:t>38</a:t>
            </a:fld>
            <a:endParaRPr lang="en-US" dirty="0"/>
          </a:p>
        </p:txBody>
      </p:sp>
    </p:spTree>
    <p:extLst>
      <p:ext uri="{BB962C8B-B14F-4D97-AF65-F5344CB8AC3E}">
        <p14:creationId xmlns:p14="http://schemas.microsoft.com/office/powerpoint/2010/main" val="14488233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30995CE-FC56-0C96-0894-D1CD384181BF}"/>
              </a:ext>
            </a:extLst>
          </p:cNvPr>
          <p:cNvSpPr>
            <a:spLocks noGrp="1"/>
          </p:cNvSpPr>
          <p:nvPr>
            <p:ph type="title"/>
          </p:nvPr>
        </p:nvSpPr>
        <p:spPr bwMode="gray">
          <a:xfrm>
            <a:off x="479424" y="477000"/>
            <a:ext cx="11233151" cy="720000"/>
          </a:xfrm>
        </p:spPr>
        <p:txBody>
          <a:bodyPr/>
          <a:lstStyle/>
          <a:p>
            <a:r>
              <a:rPr lang="en-US" dirty="0"/>
              <a:t>Pie chart</a:t>
            </a:r>
          </a:p>
        </p:txBody>
      </p:sp>
      <p:graphicFrame>
        <p:nvGraphicFramePr>
          <p:cNvPr id="17" name="Inhaltsplatzhalter 16">
            <a:extLst>
              <a:ext uri="{FF2B5EF4-FFF2-40B4-BE49-F238E27FC236}">
                <a16:creationId xmlns:a16="http://schemas.microsoft.com/office/drawing/2014/main" id="{51692C37-9F0C-530F-195E-C7222154DC84}"/>
              </a:ext>
            </a:extLst>
          </p:cNvPr>
          <p:cNvGraphicFramePr>
            <a:graphicFrameLocks noGrp="1"/>
          </p:cNvGraphicFramePr>
          <p:nvPr>
            <p:ph idx="1"/>
            <p:custDataLst>
              <p:tags r:id="rId1"/>
            </p:custDataLst>
          </p:nvPr>
        </p:nvGraphicFramePr>
        <p:xfrm>
          <a:off x="479425" y="1412875"/>
          <a:ext cx="11233150" cy="4392613"/>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platzhalter 9">
            <a:extLst>
              <a:ext uri="{FF2B5EF4-FFF2-40B4-BE49-F238E27FC236}">
                <a16:creationId xmlns:a16="http://schemas.microsoft.com/office/drawing/2014/main" id="{B425F88C-D4DB-7887-5819-4183522172BE}"/>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22C09BCD-E5C5-2C43-323F-DB9C820A7CE8}"/>
              </a:ext>
            </a:extLst>
          </p:cNvPr>
          <p:cNvSpPr>
            <a:spLocks noGrp="1"/>
          </p:cNvSpPr>
          <p:nvPr>
            <p:ph type="ftr" sz="quarter" idx="19"/>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D8C22D13-31D9-E225-900B-B86FA49EF87F}"/>
              </a:ext>
            </a:extLst>
          </p:cNvPr>
          <p:cNvSpPr>
            <a:spLocks noGrp="1"/>
          </p:cNvSpPr>
          <p:nvPr>
            <p:ph type="sldNum" sz="quarter" idx="20"/>
          </p:nvPr>
        </p:nvSpPr>
        <p:spPr bwMode="gray">
          <a:xfrm>
            <a:off x="11424592" y="6246836"/>
            <a:ext cx="288000" cy="288000"/>
          </a:xfrm>
        </p:spPr>
        <p:txBody>
          <a:bodyPr/>
          <a:lstStyle/>
          <a:p>
            <a:fld id="{DF4E8F9F-5B1F-4F5B-BE49-3245D8C18D9F}" type="slidenum">
              <a:rPr lang="en-US" smtClean="0"/>
              <a:pPr/>
              <a:t>39</a:t>
            </a:fld>
            <a:endParaRPr lang="en-US" dirty="0"/>
          </a:p>
        </p:txBody>
      </p:sp>
    </p:spTree>
    <p:extLst>
      <p:ext uri="{BB962C8B-B14F-4D97-AF65-F5344CB8AC3E}">
        <p14:creationId xmlns:p14="http://schemas.microsoft.com/office/powerpoint/2010/main" val="5064407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3E6AA374-05A9-D3DA-300B-0DC119E486CE}"/>
              </a:ext>
            </a:extLst>
          </p:cNvPr>
          <p:cNvSpPr>
            <a:spLocks noGrp="1"/>
          </p:cNvSpPr>
          <p:nvPr>
            <p:ph type="title"/>
          </p:nvPr>
        </p:nvSpPr>
        <p:spPr bwMode="gray">
          <a:xfrm>
            <a:off x="479424" y="477000"/>
            <a:ext cx="11233151" cy="720000"/>
          </a:xfrm>
        </p:spPr>
        <p:txBody>
          <a:bodyPr/>
          <a:lstStyle/>
          <a:p>
            <a:r>
              <a:rPr lang="en-US" dirty="0"/>
              <a:t>Relative comparison</a:t>
            </a:r>
          </a:p>
        </p:txBody>
      </p:sp>
      <p:sp>
        <p:nvSpPr>
          <p:cNvPr id="9" name="Textplatzhalter 8">
            <a:extLst>
              <a:ext uri="{FF2B5EF4-FFF2-40B4-BE49-F238E27FC236}">
                <a16:creationId xmlns:a16="http://schemas.microsoft.com/office/drawing/2014/main" id="{D2C13B40-CD4A-A72D-42B4-59FA051E4EA4}"/>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E7B2EE82-80DC-9A76-4430-5A98F7EEAF7F}"/>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CBFC42DB-A325-2B31-F37A-343B25FEBE9C}"/>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40</a:t>
            </a:fld>
            <a:endParaRPr lang="en-US" dirty="0"/>
          </a:p>
        </p:txBody>
      </p:sp>
      <p:sp>
        <p:nvSpPr>
          <p:cNvPr id="24" name="Rechteck 23">
            <a:extLst>
              <a:ext uri="{FF2B5EF4-FFF2-40B4-BE49-F238E27FC236}">
                <a16:creationId xmlns:a16="http://schemas.microsoft.com/office/drawing/2014/main" id="{3862C3F8-3724-4C9B-7626-733CDF316F4A}"/>
              </a:ext>
            </a:extLst>
          </p:cNvPr>
          <p:cNvSpPr/>
          <p:nvPr/>
        </p:nvSpPr>
        <p:spPr bwMode="gray">
          <a:xfrm>
            <a:off x="10564356" y="0"/>
            <a:ext cx="1627644" cy="308261"/>
          </a:xfrm>
          <a:prstGeom prst="rect">
            <a:avLst/>
          </a:prstGeom>
          <a:solidFill>
            <a:srgbClr val="EE654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180000" tIns="61200" rIns="180000" bIns="61200" rtlCol="0" anchor="ctr">
            <a:spAutoFit/>
          </a:bodyPr>
          <a:lstStyle/>
          <a:p>
            <a:r>
              <a:rPr lang="en-US" sz="1200" dirty="0">
                <a:solidFill>
                  <a:schemeClr val="bg1"/>
                </a:solidFill>
              </a:rPr>
              <a:t>Excel based chart</a:t>
            </a:r>
          </a:p>
        </p:txBody>
      </p:sp>
      <p:sp>
        <p:nvSpPr>
          <p:cNvPr id="25" name="Textplatzhalter 2">
            <a:extLst>
              <a:ext uri="{FF2B5EF4-FFF2-40B4-BE49-F238E27FC236}">
                <a16:creationId xmlns:a16="http://schemas.microsoft.com/office/drawing/2014/main" id="{1098A007-59B4-2989-9AE7-F7B4E5596F5F}"/>
              </a:ext>
            </a:extLst>
          </p:cNvPr>
          <p:cNvSpPr txBox="1">
            <a:spLocks/>
          </p:cNvSpPr>
          <p:nvPr/>
        </p:nvSpPr>
        <p:spPr bwMode="gray">
          <a:xfrm>
            <a:off x="8148637" y="3284984"/>
            <a:ext cx="3563987"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Maecenas semper. </a:t>
            </a:r>
            <a:br>
              <a:rPr lang="en-US" dirty="0"/>
            </a:br>
            <a:r>
              <a:rPr lang="en-US" dirty="0"/>
              <a:t>Nam condiment dui at ped.</a:t>
            </a:r>
          </a:p>
          <a:p>
            <a:r>
              <a:rPr lang="en-US" dirty="0"/>
              <a:t>Sed vitae arcu in condimentum blandit, ut dolor eros mollis </a:t>
            </a:r>
          </a:p>
          <a:p>
            <a:r>
              <a:rPr lang="en-US" dirty="0"/>
              <a:t>Proin tempus ullamcorpe tortor</a:t>
            </a:r>
          </a:p>
        </p:txBody>
      </p:sp>
      <p:sp>
        <p:nvSpPr>
          <p:cNvPr id="26" name="Textplatzhalter 2">
            <a:extLst>
              <a:ext uri="{FF2B5EF4-FFF2-40B4-BE49-F238E27FC236}">
                <a16:creationId xmlns:a16="http://schemas.microsoft.com/office/drawing/2014/main" id="{8DFA72B8-369D-42A8-3369-90CB5B344502}"/>
              </a:ext>
            </a:extLst>
          </p:cNvPr>
          <p:cNvSpPr txBox="1">
            <a:spLocks/>
          </p:cNvSpPr>
          <p:nvPr/>
        </p:nvSpPr>
        <p:spPr bwMode="gray">
          <a:xfrm>
            <a:off x="4332288" y="3284984"/>
            <a:ext cx="3527425"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Maecenas semper. </a:t>
            </a:r>
            <a:br>
              <a:rPr lang="en-US" dirty="0"/>
            </a:br>
            <a:r>
              <a:rPr lang="en-US" dirty="0"/>
              <a:t>Nam condiment dui at ped.</a:t>
            </a:r>
          </a:p>
          <a:p>
            <a:r>
              <a:rPr lang="en-US" dirty="0"/>
              <a:t>Sed vitae arcu in condimentum blandit, ut dolor eros mollis</a:t>
            </a:r>
          </a:p>
          <a:p>
            <a:r>
              <a:rPr lang="en-US" dirty="0"/>
              <a:t>Proin tempus ullamcorpe tortor </a:t>
            </a:r>
          </a:p>
        </p:txBody>
      </p:sp>
      <p:sp>
        <p:nvSpPr>
          <p:cNvPr id="27" name="Textplatzhalter 2">
            <a:extLst>
              <a:ext uri="{FF2B5EF4-FFF2-40B4-BE49-F238E27FC236}">
                <a16:creationId xmlns:a16="http://schemas.microsoft.com/office/drawing/2014/main" id="{DE7DCEAA-A891-F8A6-E7C4-DD676B93F015}"/>
              </a:ext>
            </a:extLst>
          </p:cNvPr>
          <p:cNvSpPr txBox="1">
            <a:spLocks/>
          </p:cNvSpPr>
          <p:nvPr/>
        </p:nvSpPr>
        <p:spPr bwMode="gray">
          <a:xfrm>
            <a:off x="479376" y="3284984"/>
            <a:ext cx="3563987"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Maecenas semper. </a:t>
            </a:r>
            <a:br>
              <a:rPr lang="en-US" dirty="0"/>
            </a:br>
            <a:r>
              <a:rPr lang="en-US" dirty="0"/>
              <a:t>Nam condiment dui at ped.</a:t>
            </a:r>
          </a:p>
          <a:p>
            <a:r>
              <a:rPr lang="en-US" dirty="0"/>
              <a:t>Sed vitae arcu in condimentum blandit, ut dolor eros mollis </a:t>
            </a:r>
          </a:p>
          <a:p>
            <a:r>
              <a:rPr lang="en-US" dirty="0"/>
              <a:t>Proin tempus ullamcorpe tortor </a:t>
            </a:r>
          </a:p>
        </p:txBody>
      </p:sp>
      <p:graphicFrame>
        <p:nvGraphicFramePr>
          <p:cNvPr id="28" name="Diagramm 25">
            <a:extLst>
              <a:ext uri="{FF2B5EF4-FFF2-40B4-BE49-F238E27FC236}">
                <a16:creationId xmlns:a16="http://schemas.microsoft.com/office/drawing/2014/main" id="{A2C7FBC4-E54F-6BC9-7416-B622DA52D162}"/>
              </a:ext>
            </a:extLst>
          </p:cNvPr>
          <p:cNvGraphicFramePr/>
          <p:nvPr>
            <p:custDataLst>
              <p:tags r:id="rId1"/>
            </p:custDataLst>
          </p:nvPr>
        </p:nvGraphicFramePr>
        <p:xfrm>
          <a:off x="479425" y="2492920"/>
          <a:ext cx="3563938" cy="216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9" name="Diagramm 28">
            <a:extLst>
              <a:ext uri="{FF2B5EF4-FFF2-40B4-BE49-F238E27FC236}">
                <a16:creationId xmlns:a16="http://schemas.microsoft.com/office/drawing/2014/main" id="{E77262D0-014D-C0C8-162F-651727F30DF8}"/>
              </a:ext>
            </a:extLst>
          </p:cNvPr>
          <p:cNvGraphicFramePr/>
          <p:nvPr>
            <p:custDataLst>
              <p:tags r:id="rId2"/>
            </p:custDataLst>
          </p:nvPr>
        </p:nvGraphicFramePr>
        <p:xfrm>
          <a:off x="4331804" y="2492920"/>
          <a:ext cx="3527909" cy="216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1" name="Diagramm 32">
            <a:extLst>
              <a:ext uri="{FF2B5EF4-FFF2-40B4-BE49-F238E27FC236}">
                <a16:creationId xmlns:a16="http://schemas.microsoft.com/office/drawing/2014/main" id="{505FD02A-8023-A40F-8C48-F192015220AF}"/>
              </a:ext>
            </a:extLst>
          </p:cNvPr>
          <p:cNvGraphicFramePr/>
          <p:nvPr>
            <p:custDataLst>
              <p:tags r:id="rId3"/>
            </p:custDataLst>
          </p:nvPr>
        </p:nvGraphicFramePr>
        <p:xfrm>
          <a:off x="8148686" y="2492920"/>
          <a:ext cx="3563938" cy="216000"/>
        </p:xfrm>
        <a:graphic>
          <a:graphicData uri="http://schemas.openxmlformats.org/drawingml/2006/chart">
            <c:chart xmlns:c="http://schemas.openxmlformats.org/drawingml/2006/chart" xmlns:r="http://schemas.openxmlformats.org/officeDocument/2006/relationships" r:id="rId8"/>
          </a:graphicData>
        </a:graphic>
      </p:graphicFrame>
      <p:sp>
        <p:nvSpPr>
          <p:cNvPr id="32" name="Textplatzhalter 8">
            <a:extLst>
              <a:ext uri="{FF2B5EF4-FFF2-40B4-BE49-F238E27FC236}">
                <a16:creationId xmlns:a16="http://schemas.microsoft.com/office/drawing/2014/main" id="{D2F912C6-8F55-5A9F-AB0A-FED4CC53EC05}"/>
              </a:ext>
            </a:extLst>
          </p:cNvPr>
          <p:cNvSpPr txBox="1">
            <a:spLocks/>
          </p:cNvSpPr>
          <p:nvPr/>
        </p:nvSpPr>
        <p:spPr bwMode="gray">
          <a:xfrm>
            <a:off x="479480" y="1412875"/>
            <a:ext cx="3564000" cy="1080045"/>
          </a:xfrm>
          <a:prstGeom prst="rect">
            <a:avLst/>
          </a:prstGeom>
          <a:noFill/>
          <a:effectLst/>
        </p:spPr>
        <p:txBody>
          <a:bodyPr wrap="none" lIns="0" tIns="0" rIns="0" bIns="7200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chemeClr val="bg2"/>
                </a:solidFill>
              </a:rPr>
              <a:t>67%</a:t>
            </a:r>
          </a:p>
        </p:txBody>
      </p:sp>
      <p:sp>
        <p:nvSpPr>
          <p:cNvPr id="33" name="Textplatzhalter 8">
            <a:extLst>
              <a:ext uri="{FF2B5EF4-FFF2-40B4-BE49-F238E27FC236}">
                <a16:creationId xmlns:a16="http://schemas.microsoft.com/office/drawing/2014/main" id="{570FFAE1-E080-6DFB-0A36-AA87D7C2E8B2}"/>
              </a:ext>
            </a:extLst>
          </p:cNvPr>
          <p:cNvSpPr txBox="1">
            <a:spLocks/>
          </p:cNvSpPr>
          <p:nvPr/>
        </p:nvSpPr>
        <p:spPr bwMode="gray">
          <a:xfrm>
            <a:off x="4331804" y="1412875"/>
            <a:ext cx="3527909" cy="1080045"/>
          </a:xfrm>
          <a:prstGeom prst="rect">
            <a:avLst/>
          </a:prstGeom>
          <a:noFill/>
          <a:effectLst/>
        </p:spPr>
        <p:txBody>
          <a:bodyPr wrap="none" lIns="0" tIns="0" rIns="0" bIns="7200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83%</a:t>
            </a:r>
          </a:p>
        </p:txBody>
      </p:sp>
      <p:sp>
        <p:nvSpPr>
          <p:cNvPr id="34" name="Textplatzhalter 8">
            <a:extLst>
              <a:ext uri="{FF2B5EF4-FFF2-40B4-BE49-F238E27FC236}">
                <a16:creationId xmlns:a16="http://schemas.microsoft.com/office/drawing/2014/main" id="{B5E9993E-ED48-4E58-B572-0A04EEDD07B4}"/>
              </a:ext>
            </a:extLst>
          </p:cNvPr>
          <p:cNvSpPr txBox="1">
            <a:spLocks/>
          </p:cNvSpPr>
          <p:nvPr/>
        </p:nvSpPr>
        <p:spPr bwMode="gray">
          <a:xfrm>
            <a:off x="8148228" y="1412875"/>
            <a:ext cx="3564000" cy="1080045"/>
          </a:xfrm>
          <a:prstGeom prst="rect">
            <a:avLst/>
          </a:prstGeom>
          <a:noFill/>
          <a:effectLst/>
        </p:spPr>
        <p:txBody>
          <a:bodyPr wrap="none" lIns="0" tIns="0" rIns="0" bIns="72000" anchor="b"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solidFill>
                  <a:srgbClr val="928BDE"/>
                </a:solidFill>
              </a:rPr>
              <a:t>93%</a:t>
            </a:r>
          </a:p>
        </p:txBody>
      </p:sp>
      <p:sp>
        <p:nvSpPr>
          <p:cNvPr id="3" name="TextBox 13">
            <a:extLst>
              <a:ext uri="{FF2B5EF4-FFF2-40B4-BE49-F238E27FC236}">
                <a16:creationId xmlns:a16="http://schemas.microsoft.com/office/drawing/2014/main" id="{CA6465E3-8CE1-0F4D-ED77-09B0F21B2DCE}"/>
              </a:ext>
            </a:extLst>
          </p:cNvPr>
          <p:cNvSpPr txBox="1">
            <a:spLocks noGrp="1" noRot="1" noMove="1" noResize="1" noEditPoints="1" noAdjustHandles="1" noChangeArrowheads="1" noChangeShapeType="1"/>
          </p:cNvSpPr>
          <p:nvPr userDrawn="1"/>
        </p:nvSpPr>
        <p:spPr bwMode="gray">
          <a:xfrm>
            <a:off x="-1896888" y="0"/>
            <a:ext cx="1715078" cy="2160000"/>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change the data in the chart:</a:t>
            </a:r>
          </a:p>
          <a:p>
            <a:pPr marL="144000" indent="-144000">
              <a:lnSpc>
                <a:spcPct val="120000"/>
              </a:lnSpc>
              <a:spcAft>
                <a:spcPts val="600"/>
              </a:spcAft>
              <a:buFont typeface="+mj-lt"/>
              <a:buAutoNum type="arabicPeriod"/>
            </a:pPr>
            <a:r>
              <a:rPr lang="en-US" sz="900" dirty="0">
                <a:solidFill>
                  <a:schemeClr val="tx1"/>
                </a:solidFill>
                <a:effectLst/>
                <a:latin typeface="+mn-lt"/>
              </a:rPr>
              <a:t>Click the chart with the right mouse button and select “Edit Data”</a:t>
            </a:r>
          </a:p>
          <a:p>
            <a:pPr marL="144000" indent="-144000">
              <a:lnSpc>
                <a:spcPct val="120000"/>
              </a:lnSpc>
              <a:spcAft>
                <a:spcPts val="600"/>
              </a:spcAft>
              <a:buFont typeface="+mj-lt"/>
              <a:buAutoNum type="arabicPeriod"/>
            </a:pPr>
            <a:r>
              <a:rPr lang="en-US" sz="900" dirty="0">
                <a:solidFill>
                  <a:schemeClr val="tx1"/>
                </a:solidFill>
                <a:effectLst/>
                <a:latin typeface="+mn-lt"/>
              </a:rPr>
              <a:t>Enter the appropriate data, the chart will adjust</a:t>
            </a:r>
          </a:p>
          <a:p>
            <a:pPr marL="144000" indent="-144000">
              <a:lnSpc>
                <a:spcPct val="120000"/>
              </a:lnSpc>
              <a:spcAft>
                <a:spcPts val="600"/>
              </a:spcAft>
              <a:buFont typeface="+mj-lt"/>
              <a:buAutoNum type="arabicPeriod"/>
            </a:pPr>
            <a:r>
              <a:rPr lang="en-US" sz="900" dirty="0">
                <a:solidFill>
                  <a:schemeClr val="tx1"/>
                </a:solidFill>
                <a:effectLst/>
                <a:latin typeface="+mn-lt"/>
              </a:rPr>
              <a:t>Type the appropriate value in the box above the chart.</a:t>
            </a:r>
            <a:endParaRPr lang="en-US" sz="900" dirty="0">
              <a:solidFill>
                <a:schemeClr val="tx1"/>
              </a:solidFill>
              <a:latin typeface="+mn-lt"/>
            </a:endParaRPr>
          </a:p>
        </p:txBody>
      </p:sp>
    </p:spTree>
    <p:extLst>
      <p:ext uri="{BB962C8B-B14F-4D97-AF65-F5344CB8AC3E}">
        <p14:creationId xmlns:p14="http://schemas.microsoft.com/office/powerpoint/2010/main" val="42781083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Diagramm 53">
            <a:extLst>
              <a:ext uri="{FF2B5EF4-FFF2-40B4-BE49-F238E27FC236}">
                <a16:creationId xmlns:a16="http://schemas.microsoft.com/office/drawing/2014/main" id="{7B7EEF06-B0F1-1347-6C51-DDE03FC3D787}"/>
              </a:ext>
            </a:extLst>
          </p:cNvPr>
          <p:cNvGraphicFramePr/>
          <p:nvPr>
            <p:custDataLst>
              <p:tags r:id="rId1"/>
            </p:custDataLst>
          </p:nvPr>
        </p:nvGraphicFramePr>
        <p:xfrm>
          <a:off x="4367808" y="3933120"/>
          <a:ext cx="7380000" cy="2880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5" name="Objekt 4" hidden="1"/>
          <p:cNvGraphicFramePr>
            <a:graphicFrameLocks noChangeAspect="1"/>
          </p:cNvGraphicFramePr>
          <p:nvPr>
            <p:custDataLst>
              <p:tags r:id="rId2"/>
            </p:custDataLst>
          </p:nvPr>
        </p:nvGraphicFramePr>
        <p:xfrm>
          <a:off x="1525590" y="1590"/>
          <a:ext cx="1587" cy="1587"/>
        </p:xfrm>
        <a:graphic>
          <a:graphicData uri="http://schemas.openxmlformats.org/presentationml/2006/ole">
            <mc:AlternateContent xmlns:mc="http://schemas.openxmlformats.org/markup-compatibility/2006">
              <mc:Choice xmlns:v="urn:schemas-microsoft-com:vml" Requires="v">
                <p:oleObj name="think-cell Folie" r:id="rId9" imgW="270" imgH="270" progId="TCLayout.ActiveDocument.1">
                  <p:embed/>
                </p:oleObj>
              </mc:Choice>
              <mc:Fallback>
                <p:oleObj name="think-cell Folie" r:id="rId9" imgW="270" imgH="270" progId="TCLayout.ActiveDocument.1">
                  <p:embed/>
                  <p:pic>
                    <p:nvPicPr>
                      <p:cNvPr id="5" name="Objekt 4" hidden="1"/>
                      <p:cNvPicPr/>
                      <p:nvPr/>
                    </p:nvPicPr>
                    <p:blipFill>
                      <a:blip r:embed="rId10"/>
                      <a:stretch>
                        <a:fillRect/>
                      </a:stretch>
                    </p:blipFill>
                    <p:spPr>
                      <a:xfrm>
                        <a:off x="1525590" y="1590"/>
                        <a:ext cx="1587" cy="1587"/>
                      </a:xfrm>
                      <a:prstGeom prst="rect">
                        <a:avLst/>
                      </a:prstGeom>
                    </p:spPr>
                  </p:pic>
                </p:oleObj>
              </mc:Fallback>
            </mc:AlternateContent>
          </a:graphicData>
        </a:graphic>
      </p:graphicFrame>
      <p:sp>
        <p:nvSpPr>
          <p:cNvPr id="13" name="Titel 12">
            <a:extLst>
              <a:ext uri="{FF2B5EF4-FFF2-40B4-BE49-F238E27FC236}">
                <a16:creationId xmlns:a16="http://schemas.microsoft.com/office/drawing/2014/main" id="{BB41F2DF-9056-EC5D-F681-A6FEA75A4858}"/>
              </a:ext>
            </a:extLst>
          </p:cNvPr>
          <p:cNvSpPr>
            <a:spLocks noGrp="1"/>
          </p:cNvSpPr>
          <p:nvPr>
            <p:ph type="title"/>
          </p:nvPr>
        </p:nvSpPr>
        <p:spPr bwMode="gray">
          <a:xfrm>
            <a:off x="479424" y="477000"/>
            <a:ext cx="11233151" cy="720000"/>
          </a:xfrm>
        </p:spPr>
        <p:txBody>
          <a:bodyPr/>
          <a:lstStyle/>
          <a:p>
            <a:r>
              <a:rPr lang="en-US" dirty="0"/>
              <a:t>Survey evaluation</a:t>
            </a:r>
          </a:p>
        </p:txBody>
      </p:sp>
      <p:sp>
        <p:nvSpPr>
          <p:cNvPr id="10" name="Textplatzhalter 9">
            <a:extLst>
              <a:ext uri="{FF2B5EF4-FFF2-40B4-BE49-F238E27FC236}">
                <a16:creationId xmlns:a16="http://schemas.microsoft.com/office/drawing/2014/main" id="{C2589C9E-E040-756A-C904-DEE9AF11AB02}"/>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6946167B-B711-BFDD-E425-AA6F5D06DB1D}"/>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6" name="Foliennummernplatzhalter 5">
            <a:extLst>
              <a:ext uri="{FF2B5EF4-FFF2-40B4-BE49-F238E27FC236}">
                <a16:creationId xmlns:a16="http://schemas.microsoft.com/office/drawing/2014/main" id="{2AC10ED5-C068-4516-FD69-D2AB6B2236DD}"/>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41</a:t>
            </a:fld>
            <a:endParaRPr lang="en-US" dirty="0"/>
          </a:p>
        </p:txBody>
      </p:sp>
      <p:sp>
        <p:nvSpPr>
          <p:cNvPr id="16" name="Textplatzhalter 2">
            <a:extLst>
              <a:ext uri="{FF2B5EF4-FFF2-40B4-BE49-F238E27FC236}">
                <a16:creationId xmlns:a16="http://schemas.microsoft.com/office/drawing/2014/main" id="{8154CD87-E9E6-A1C7-FDF1-D0CB5CBD5EAD}"/>
              </a:ext>
            </a:extLst>
          </p:cNvPr>
          <p:cNvSpPr txBox="1">
            <a:spLocks/>
          </p:cNvSpPr>
          <p:nvPr/>
        </p:nvSpPr>
        <p:spPr bwMode="gray">
          <a:xfrm>
            <a:off x="479376" y="1700808"/>
            <a:ext cx="3563987" cy="864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Nam quis erat a odio porta fringilla. </a:t>
            </a:r>
            <a:br>
              <a:rPr lang="en-US" dirty="0"/>
            </a:br>
            <a:r>
              <a:rPr lang="en-US" dirty="0"/>
              <a:t>Aliquam erat volutpat. </a:t>
            </a:r>
          </a:p>
        </p:txBody>
      </p:sp>
      <p:sp>
        <p:nvSpPr>
          <p:cNvPr id="17" name="Textplatzhalter 2">
            <a:extLst>
              <a:ext uri="{FF2B5EF4-FFF2-40B4-BE49-F238E27FC236}">
                <a16:creationId xmlns:a16="http://schemas.microsoft.com/office/drawing/2014/main" id="{CFF95D84-B88E-BC42-0ABB-8B2A58292E0C}"/>
              </a:ext>
            </a:extLst>
          </p:cNvPr>
          <p:cNvSpPr txBox="1">
            <a:spLocks/>
          </p:cNvSpPr>
          <p:nvPr/>
        </p:nvSpPr>
        <p:spPr bwMode="gray">
          <a:xfrm>
            <a:off x="4404258" y="1412776"/>
            <a:ext cx="1619734" cy="252028"/>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buNone/>
            </a:pPr>
            <a:r>
              <a:rPr lang="en-US" b="1" dirty="0"/>
              <a:t>No (&lt;5)</a:t>
            </a:r>
          </a:p>
        </p:txBody>
      </p:sp>
      <p:sp>
        <p:nvSpPr>
          <p:cNvPr id="18" name="Textplatzhalter 2">
            <a:extLst>
              <a:ext uri="{FF2B5EF4-FFF2-40B4-BE49-F238E27FC236}">
                <a16:creationId xmlns:a16="http://schemas.microsoft.com/office/drawing/2014/main" id="{D41C8E23-895B-E194-BFC7-FCE92D39DC9F}"/>
              </a:ext>
            </a:extLst>
          </p:cNvPr>
          <p:cNvSpPr txBox="1">
            <a:spLocks/>
          </p:cNvSpPr>
          <p:nvPr/>
        </p:nvSpPr>
        <p:spPr bwMode="gray">
          <a:xfrm>
            <a:off x="10092841" y="1412776"/>
            <a:ext cx="1619734" cy="252028"/>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b="1" dirty="0"/>
              <a:t>Yes (&gt;5)</a:t>
            </a:r>
          </a:p>
        </p:txBody>
      </p:sp>
      <p:sp>
        <p:nvSpPr>
          <p:cNvPr id="29" name="Freihandform: Form 28">
            <a:extLst>
              <a:ext uri="{FF2B5EF4-FFF2-40B4-BE49-F238E27FC236}">
                <a16:creationId xmlns:a16="http://schemas.microsoft.com/office/drawing/2014/main" id="{9FDD4CE6-8EA0-7334-D232-E13A4CF167B4}"/>
              </a:ext>
            </a:extLst>
          </p:cNvPr>
          <p:cNvSpPr/>
          <p:nvPr/>
        </p:nvSpPr>
        <p:spPr bwMode="gray">
          <a:xfrm>
            <a:off x="4295800" y="3861096"/>
            <a:ext cx="7524836" cy="432048"/>
          </a:xfrm>
          <a:custGeom>
            <a:avLst/>
            <a:gdLst>
              <a:gd name="connsiteX0" fmla="*/ 216824 w 7524836"/>
              <a:gd name="connsiteY0" fmla="*/ 108036 h 432048"/>
              <a:gd name="connsiteX1" fmla="*/ 108824 w 7524836"/>
              <a:gd name="connsiteY1" fmla="*/ 216036 h 432048"/>
              <a:gd name="connsiteX2" fmla="*/ 216824 w 7524836"/>
              <a:gd name="connsiteY2" fmla="*/ 324036 h 432048"/>
              <a:gd name="connsiteX3" fmla="*/ 7308824 w 7524836"/>
              <a:gd name="connsiteY3" fmla="*/ 324036 h 432048"/>
              <a:gd name="connsiteX4" fmla="*/ 7416824 w 7524836"/>
              <a:gd name="connsiteY4" fmla="*/ 216036 h 432048"/>
              <a:gd name="connsiteX5" fmla="*/ 7308824 w 7524836"/>
              <a:gd name="connsiteY5" fmla="*/ 108036 h 432048"/>
              <a:gd name="connsiteX6" fmla="*/ 0 w 7524836"/>
              <a:gd name="connsiteY6" fmla="*/ 0 h 432048"/>
              <a:gd name="connsiteX7" fmla="*/ 7524836 w 7524836"/>
              <a:gd name="connsiteY7" fmla="*/ 0 h 432048"/>
              <a:gd name="connsiteX8" fmla="*/ 7524836 w 7524836"/>
              <a:gd name="connsiteY8" fmla="*/ 432048 h 432048"/>
              <a:gd name="connsiteX9" fmla="*/ 0 w 7524836"/>
              <a:gd name="connsiteY9" fmla="*/ 432048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4836" h="432048">
                <a:moveTo>
                  <a:pt x="216824" y="108036"/>
                </a:moveTo>
                <a:cubicBezTo>
                  <a:pt x="157177" y="108036"/>
                  <a:pt x="108824" y="156389"/>
                  <a:pt x="108824" y="216036"/>
                </a:cubicBezTo>
                <a:cubicBezTo>
                  <a:pt x="108824" y="275683"/>
                  <a:pt x="157177" y="324036"/>
                  <a:pt x="216824" y="324036"/>
                </a:cubicBezTo>
                <a:lnTo>
                  <a:pt x="7308824" y="324036"/>
                </a:lnTo>
                <a:cubicBezTo>
                  <a:pt x="7368471" y="324036"/>
                  <a:pt x="7416824" y="275683"/>
                  <a:pt x="7416824" y="216036"/>
                </a:cubicBezTo>
                <a:cubicBezTo>
                  <a:pt x="7416824" y="156389"/>
                  <a:pt x="7368471" y="108036"/>
                  <a:pt x="7308824" y="108036"/>
                </a:cubicBezTo>
                <a:close/>
                <a:moveTo>
                  <a:pt x="0" y="0"/>
                </a:moveTo>
                <a:lnTo>
                  <a:pt x="7524836" y="0"/>
                </a:lnTo>
                <a:lnTo>
                  <a:pt x="7524836" y="432048"/>
                </a:lnTo>
                <a:lnTo>
                  <a:pt x="0" y="432048"/>
                </a:ln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30" name="Textplatzhalter 2">
            <a:extLst>
              <a:ext uri="{FF2B5EF4-FFF2-40B4-BE49-F238E27FC236}">
                <a16:creationId xmlns:a16="http://schemas.microsoft.com/office/drawing/2014/main" id="{61C64549-54C1-C711-1E4C-6E9F1132C4A3}"/>
              </a:ext>
            </a:extLst>
          </p:cNvPr>
          <p:cNvSpPr txBox="1">
            <a:spLocks/>
          </p:cNvSpPr>
          <p:nvPr/>
        </p:nvSpPr>
        <p:spPr bwMode="gray">
          <a:xfrm>
            <a:off x="4115296" y="5517232"/>
            <a:ext cx="288000"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0</a:t>
            </a:r>
          </a:p>
        </p:txBody>
      </p:sp>
      <p:sp>
        <p:nvSpPr>
          <p:cNvPr id="31" name="Textplatzhalter 2">
            <a:extLst>
              <a:ext uri="{FF2B5EF4-FFF2-40B4-BE49-F238E27FC236}">
                <a16:creationId xmlns:a16="http://schemas.microsoft.com/office/drawing/2014/main" id="{841892EC-0923-D0F6-A3D3-5242AEA09309}"/>
              </a:ext>
            </a:extLst>
          </p:cNvPr>
          <p:cNvSpPr txBox="1">
            <a:spLocks/>
          </p:cNvSpPr>
          <p:nvPr/>
        </p:nvSpPr>
        <p:spPr bwMode="gray">
          <a:xfrm>
            <a:off x="4846656"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1</a:t>
            </a:r>
          </a:p>
        </p:txBody>
      </p:sp>
      <p:sp>
        <p:nvSpPr>
          <p:cNvPr id="32" name="Textplatzhalter 2">
            <a:extLst>
              <a:ext uri="{FF2B5EF4-FFF2-40B4-BE49-F238E27FC236}">
                <a16:creationId xmlns:a16="http://schemas.microsoft.com/office/drawing/2014/main" id="{E5B50C7E-6B97-165B-10FE-6C82A6F568DB}"/>
              </a:ext>
            </a:extLst>
          </p:cNvPr>
          <p:cNvSpPr txBox="1">
            <a:spLocks/>
          </p:cNvSpPr>
          <p:nvPr/>
        </p:nvSpPr>
        <p:spPr bwMode="gray">
          <a:xfrm>
            <a:off x="5577532"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2</a:t>
            </a:r>
          </a:p>
        </p:txBody>
      </p:sp>
      <p:sp>
        <p:nvSpPr>
          <p:cNvPr id="33" name="Textplatzhalter 2">
            <a:extLst>
              <a:ext uri="{FF2B5EF4-FFF2-40B4-BE49-F238E27FC236}">
                <a16:creationId xmlns:a16="http://schemas.microsoft.com/office/drawing/2014/main" id="{05030E05-1530-91BA-E99B-5A52D0E773DD}"/>
              </a:ext>
            </a:extLst>
          </p:cNvPr>
          <p:cNvSpPr txBox="1">
            <a:spLocks/>
          </p:cNvSpPr>
          <p:nvPr/>
        </p:nvSpPr>
        <p:spPr bwMode="gray">
          <a:xfrm>
            <a:off x="6308408"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3</a:t>
            </a:r>
          </a:p>
        </p:txBody>
      </p:sp>
      <p:sp>
        <p:nvSpPr>
          <p:cNvPr id="34" name="Textplatzhalter 2">
            <a:extLst>
              <a:ext uri="{FF2B5EF4-FFF2-40B4-BE49-F238E27FC236}">
                <a16:creationId xmlns:a16="http://schemas.microsoft.com/office/drawing/2014/main" id="{B01497BC-0E80-5455-8E45-26C74D91FE11}"/>
              </a:ext>
            </a:extLst>
          </p:cNvPr>
          <p:cNvSpPr txBox="1">
            <a:spLocks/>
          </p:cNvSpPr>
          <p:nvPr/>
        </p:nvSpPr>
        <p:spPr bwMode="gray">
          <a:xfrm>
            <a:off x="7039284"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4</a:t>
            </a:r>
          </a:p>
        </p:txBody>
      </p:sp>
      <p:sp>
        <p:nvSpPr>
          <p:cNvPr id="35" name="Textplatzhalter 2">
            <a:extLst>
              <a:ext uri="{FF2B5EF4-FFF2-40B4-BE49-F238E27FC236}">
                <a16:creationId xmlns:a16="http://schemas.microsoft.com/office/drawing/2014/main" id="{DF06D13B-3BE2-2BCF-5ABA-487BDE18550D}"/>
              </a:ext>
            </a:extLst>
          </p:cNvPr>
          <p:cNvSpPr txBox="1">
            <a:spLocks/>
          </p:cNvSpPr>
          <p:nvPr/>
        </p:nvSpPr>
        <p:spPr bwMode="gray">
          <a:xfrm>
            <a:off x="7770160"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5</a:t>
            </a:r>
          </a:p>
        </p:txBody>
      </p:sp>
      <p:sp>
        <p:nvSpPr>
          <p:cNvPr id="36" name="Textplatzhalter 2">
            <a:extLst>
              <a:ext uri="{FF2B5EF4-FFF2-40B4-BE49-F238E27FC236}">
                <a16:creationId xmlns:a16="http://schemas.microsoft.com/office/drawing/2014/main" id="{FA7D84C9-6D88-9F44-999C-F10446042CD9}"/>
              </a:ext>
            </a:extLst>
          </p:cNvPr>
          <p:cNvSpPr txBox="1">
            <a:spLocks/>
          </p:cNvSpPr>
          <p:nvPr/>
        </p:nvSpPr>
        <p:spPr bwMode="gray">
          <a:xfrm>
            <a:off x="8501036"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6</a:t>
            </a:r>
          </a:p>
        </p:txBody>
      </p:sp>
      <p:sp>
        <p:nvSpPr>
          <p:cNvPr id="37" name="Textplatzhalter 2">
            <a:extLst>
              <a:ext uri="{FF2B5EF4-FFF2-40B4-BE49-F238E27FC236}">
                <a16:creationId xmlns:a16="http://schemas.microsoft.com/office/drawing/2014/main" id="{EE4FB28D-02D6-E908-E671-13C2ED2B3C20}"/>
              </a:ext>
            </a:extLst>
          </p:cNvPr>
          <p:cNvSpPr txBox="1">
            <a:spLocks/>
          </p:cNvSpPr>
          <p:nvPr/>
        </p:nvSpPr>
        <p:spPr bwMode="gray">
          <a:xfrm>
            <a:off x="9231912"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7</a:t>
            </a:r>
          </a:p>
        </p:txBody>
      </p:sp>
      <p:sp>
        <p:nvSpPr>
          <p:cNvPr id="38" name="Textplatzhalter 2">
            <a:extLst>
              <a:ext uri="{FF2B5EF4-FFF2-40B4-BE49-F238E27FC236}">
                <a16:creationId xmlns:a16="http://schemas.microsoft.com/office/drawing/2014/main" id="{40E4441B-8210-E7AD-1E79-AF0766CCF6DD}"/>
              </a:ext>
            </a:extLst>
          </p:cNvPr>
          <p:cNvSpPr txBox="1">
            <a:spLocks/>
          </p:cNvSpPr>
          <p:nvPr/>
        </p:nvSpPr>
        <p:spPr bwMode="gray">
          <a:xfrm>
            <a:off x="9962788"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8</a:t>
            </a:r>
          </a:p>
        </p:txBody>
      </p:sp>
      <p:sp>
        <p:nvSpPr>
          <p:cNvPr id="39" name="Textplatzhalter 2">
            <a:extLst>
              <a:ext uri="{FF2B5EF4-FFF2-40B4-BE49-F238E27FC236}">
                <a16:creationId xmlns:a16="http://schemas.microsoft.com/office/drawing/2014/main" id="{BBA527AA-F9FF-DD7D-4681-1F2D683E56E9}"/>
              </a:ext>
            </a:extLst>
          </p:cNvPr>
          <p:cNvSpPr txBox="1">
            <a:spLocks/>
          </p:cNvSpPr>
          <p:nvPr/>
        </p:nvSpPr>
        <p:spPr bwMode="gray">
          <a:xfrm>
            <a:off x="10693664"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9</a:t>
            </a:r>
          </a:p>
        </p:txBody>
      </p:sp>
      <p:sp>
        <p:nvSpPr>
          <p:cNvPr id="40" name="Textplatzhalter 2">
            <a:extLst>
              <a:ext uri="{FF2B5EF4-FFF2-40B4-BE49-F238E27FC236}">
                <a16:creationId xmlns:a16="http://schemas.microsoft.com/office/drawing/2014/main" id="{E4D225CE-9646-9C20-2D75-060629A31C3A}"/>
              </a:ext>
            </a:extLst>
          </p:cNvPr>
          <p:cNvSpPr txBox="1">
            <a:spLocks/>
          </p:cNvSpPr>
          <p:nvPr/>
        </p:nvSpPr>
        <p:spPr bwMode="gray">
          <a:xfrm>
            <a:off x="11424592" y="5517232"/>
            <a:ext cx="288032" cy="288000"/>
          </a:xfrm>
          <a:prstGeom prst="rect">
            <a:avLst/>
          </a:prstGeom>
        </p:spPr>
        <p:txBody>
          <a:bodyPr vert="horz" lIns="0" tIns="0" rIns="7200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10</a:t>
            </a:r>
          </a:p>
        </p:txBody>
      </p:sp>
      <p:cxnSp>
        <p:nvCxnSpPr>
          <p:cNvPr id="42" name="Gerader Verbinder 41">
            <a:extLst>
              <a:ext uri="{FF2B5EF4-FFF2-40B4-BE49-F238E27FC236}">
                <a16:creationId xmlns:a16="http://schemas.microsoft.com/office/drawing/2014/main" id="{20795EEE-05EF-A881-F3CF-3F32B18AC09F}"/>
              </a:ext>
            </a:extLst>
          </p:cNvPr>
          <p:cNvCxnSpPr>
            <a:cxnSpLocks/>
          </p:cNvCxnSpPr>
          <p:nvPr/>
        </p:nvCxnSpPr>
        <p:spPr bwMode="gray">
          <a:xfrm>
            <a:off x="11712575"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Gerader Verbinder 43">
            <a:extLst>
              <a:ext uri="{FF2B5EF4-FFF2-40B4-BE49-F238E27FC236}">
                <a16:creationId xmlns:a16="http://schemas.microsoft.com/office/drawing/2014/main" id="{86DDB95E-6520-0CE8-9274-1E8B30FE777E}"/>
              </a:ext>
            </a:extLst>
          </p:cNvPr>
          <p:cNvCxnSpPr>
            <a:cxnSpLocks/>
          </p:cNvCxnSpPr>
          <p:nvPr/>
        </p:nvCxnSpPr>
        <p:spPr bwMode="gray">
          <a:xfrm>
            <a:off x="4403812"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599ACF00-64A3-0EE8-690C-802243BC837F}"/>
              </a:ext>
            </a:extLst>
          </p:cNvPr>
          <p:cNvCxnSpPr>
            <a:cxnSpLocks/>
          </p:cNvCxnSpPr>
          <p:nvPr/>
        </p:nvCxnSpPr>
        <p:spPr bwMode="gray">
          <a:xfrm>
            <a:off x="5134688"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AE39359E-02F0-889F-EACA-B3032CF47BF0}"/>
              </a:ext>
            </a:extLst>
          </p:cNvPr>
          <p:cNvCxnSpPr>
            <a:cxnSpLocks/>
          </p:cNvCxnSpPr>
          <p:nvPr/>
        </p:nvCxnSpPr>
        <p:spPr bwMode="gray">
          <a:xfrm>
            <a:off x="10981696"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r Verbinder 46">
            <a:extLst>
              <a:ext uri="{FF2B5EF4-FFF2-40B4-BE49-F238E27FC236}">
                <a16:creationId xmlns:a16="http://schemas.microsoft.com/office/drawing/2014/main" id="{3559365A-DC8F-B583-3FA4-F334B14BE787}"/>
              </a:ext>
            </a:extLst>
          </p:cNvPr>
          <p:cNvCxnSpPr>
            <a:cxnSpLocks/>
          </p:cNvCxnSpPr>
          <p:nvPr/>
        </p:nvCxnSpPr>
        <p:spPr bwMode="gray">
          <a:xfrm>
            <a:off x="5865564"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Gerader Verbinder 47">
            <a:extLst>
              <a:ext uri="{FF2B5EF4-FFF2-40B4-BE49-F238E27FC236}">
                <a16:creationId xmlns:a16="http://schemas.microsoft.com/office/drawing/2014/main" id="{27DEF711-6D23-93FA-83FB-A40D3CBE68E4}"/>
              </a:ext>
            </a:extLst>
          </p:cNvPr>
          <p:cNvCxnSpPr>
            <a:cxnSpLocks/>
          </p:cNvCxnSpPr>
          <p:nvPr/>
        </p:nvCxnSpPr>
        <p:spPr bwMode="gray">
          <a:xfrm>
            <a:off x="6596440"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87A27859-8E0B-7701-17DD-D2ECEF3EAB02}"/>
              </a:ext>
            </a:extLst>
          </p:cNvPr>
          <p:cNvCxnSpPr>
            <a:cxnSpLocks/>
          </p:cNvCxnSpPr>
          <p:nvPr/>
        </p:nvCxnSpPr>
        <p:spPr bwMode="gray">
          <a:xfrm>
            <a:off x="7327316"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152C526F-E1D5-91C5-FD4A-2F959ABA12F9}"/>
              </a:ext>
            </a:extLst>
          </p:cNvPr>
          <p:cNvCxnSpPr>
            <a:cxnSpLocks/>
          </p:cNvCxnSpPr>
          <p:nvPr/>
        </p:nvCxnSpPr>
        <p:spPr bwMode="gray">
          <a:xfrm>
            <a:off x="8058192"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7CE4A7EB-E7BB-1F87-39DC-A8C25FC98908}"/>
              </a:ext>
            </a:extLst>
          </p:cNvPr>
          <p:cNvCxnSpPr>
            <a:cxnSpLocks/>
          </p:cNvCxnSpPr>
          <p:nvPr/>
        </p:nvCxnSpPr>
        <p:spPr bwMode="gray">
          <a:xfrm>
            <a:off x="8789068"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ADD5A18C-8AD7-08B6-C370-03AE61AE5D73}"/>
              </a:ext>
            </a:extLst>
          </p:cNvPr>
          <p:cNvCxnSpPr>
            <a:cxnSpLocks/>
          </p:cNvCxnSpPr>
          <p:nvPr/>
        </p:nvCxnSpPr>
        <p:spPr bwMode="gray">
          <a:xfrm>
            <a:off x="9519944"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Gerader Verbinder 53">
            <a:extLst>
              <a:ext uri="{FF2B5EF4-FFF2-40B4-BE49-F238E27FC236}">
                <a16:creationId xmlns:a16="http://schemas.microsoft.com/office/drawing/2014/main" id="{33B33EB5-EE3D-5ABB-526F-94956006424F}"/>
              </a:ext>
            </a:extLst>
          </p:cNvPr>
          <p:cNvCxnSpPr>
            <a:cxnSpLocks/>
          </p:cNvCxnSpPr>
          <p:nvPr/>
        </p:nvCxnSpPr>
        <p:spPr bwMode="gray">
          <a:xfrm>
            <a:off x="10250820" y="5517264"/>
            <a:ext cx="0" cy="28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7" name="Diagramm 53">
            <a:extLst>
              <a:ext uri="{FF2B5EF4-FFF2-40B4-BE49-F238E27FC236}">
                <a16:creationId xmlns:a16="http://schemas.microsoft.com/office/drawing/2014/main" id="{4E73FABD-E7AB-8709-1582-E36C67681226}"/>
              </a:ext>
            </a:extLst>
          </p:cNvPr>
          <p:cNvGraphicFramePr/>
          <p:nvPr>
            <p:custDataLst>
              <p:tags r:id="rId3"/>
            </p:custDataLst>
          </p:nvPr>
        </p:nvGraphicFramePr>
        <p:xfrm>
          <a:off x="4367808" y="1988808"/>
          <a:ext cx="7380000" cy="288000"/>
        </p:xfrm>
        <a:graphic>
          <a:graphicData uri="http://schemas.openxmlformats.org/drawingml/2006/chart">
            <c:chart xmlns:c="http://schemas.openxmlformats.org/drawingml/2006/chart" xmlns:r="http://schemas.openxmlformats.org/officeDocument/2006/relationships" r:id="rId11"/>
          </a:graphicData>
        </a:graphic>
      </p:graphicFrame>
      <p:sp>
        <p:nvSpPr>
          <p:cNvPr id="58" name="Freihandform: Form 57">
            <a:extLst>
              <a:ext uri="{FF2B5EF4-FFF2-40B4-BE49-F238E27FC236}">
                <a16:creationId xmlns:a16="http://schemas.microsoft.com/office/drawing/2014/main" id="{3AB6D9B1-B1CE-7F68-1EE3-DB6F9F05F500}"/>
              </a:ext>
            </a:extLst>
          </p:cNvPr>
          <p:cNvSpPr/>
          <p:nvPr/>
        </p:nvSpPr>
        <p:spPr bwMode="gray">
          <a:xfrm>
            <a:off x="4295800" y="1916784"/>
            <a:ext cx="7524836" cy="432048"/>
          </a:xfrm>
          <a:custGeom>
            <a:avLst/>
            <a:gdLst>
              <a:gd name="connsiteX0" fmla="*/ 216824 w 7524836"/>
              <a:gd name="connsiteY0" fmla="*/ 108036 h 432048"/>
              <a:gd name="connsiteX1" fmla="*/ 108824 w 7524836"/>
              <a:gd name="connsiteY1" fmla="*/ 216036 h 432048"/>
              <a:gd name="connsiteX2" fmla="*/ 216824 w 7524836"/>
              <a:gd name="connsiteY2" fmla="*/ 324036 h 432048"/>
              <a:gd name="connsiteX3" fmla="*/ 7308824 w 7524836"/>
              <a:gd name="connsiteY3" fmla="*/ 324036 h 432048"/>
              <a:gd name="connsiteX4" fmla="*/ 7416824 w 7524836"/>
              <a:gd name="connsiteY4" fmla="*/ 216036 h 432048"/>
              <a:gd name="connsiteX5" fmla="*/ 7308824 w 7524836"/>
              <a:gd name="connsiteY5" fmla="*/ 108036 h 432048"/>
              <a:gd name="connsiteX6" fmla="*/ 0 w 7524836"/>
              <a:gd name="connsiteY6" fmla="*/ 0 h 432048"/>
              <a:gd name="connsiteX7" fmla="*/ 7524836 w 7524836"/>
              <a:gd name="connsiteY7" fmla="*/ 0 h 432048"/>
              <a:gd name="connsiteX8" fmla="*/ 7524836 w 7524836"/>
              <a:gd name="connsiteY8" fmla="*/ 432048 h 432048"/>
              <a:gd name="connsiteX9" fmla="*/ 0 w 7524836"/>
              <a:gd name="connsiteY9" fmla="*/ 432048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4836" h="432048">
                <a:moveTo>
                  <a:pt x="216824" y="108036"/>
                </a:moveTo>
                <a:cubicBezTo>
                  <a:pt x="157177" y="108036"/>
                  <a:pt x="108824" y="156389"/>
                  <a:pt x="108824" y="216036"/>
                </a:cubicBezTo>
                <a:cubicBezTo>
                  <a:pt x="108824" y="275683"/>
                  <a:pt x="157177" y="324036"/>
                  <a:pt x="216824" y="324036"/>
                </a:cubicBezTo>
                <a:lnTo>
                  <a:pt x="7308824" y="324036"/>
                </a:lnTo>
                <a:cubicBezTo>
                  <a:pt x="7368471" y="324036"/>
                  <a:pt x="7416824" y="275683"/>
                  <a:pt x="7416824" y="216036"/>
                </a:cubicBezTo>
                <a:cubicBezTo>
                  <a:pt x="7416824" y="156389"/>
                  <a:pt x="7368471" y="108036"/>
                  <a:pt x="7308824" y="108036"/>
                </a:cubicBezTo>
                <a:close/>
                <a:moveTo>
                  <a:pt x="0" y="0"/>
                </a:moveTo>
                <a:lnTo>
                  <a:pt x="7524836" y="0"/>
                </a:lnTo>
                <a:lnTo>
                  <a:pt x="7524836" y="432048"/>
                </a:lnTo>
                <a:lnTo>
                  <a:pt x="0" y="432048"/>
                </a:ln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60" name="Textplatzhalter 2">
            <a:extLst>
              <a:ext uri="{FF2B5EF4-FFF2-40B4-BE49-F238E27FC236}">
                <a16:creationId xmlns:a16="http://schemas.microsoft.com/office/drawing/2014/main" id="{7DE33689-E96B-3E26-F998-3900F6787042}"/>
              </a:ext>
            </a:extLst>
          </p:cNvPr>
          <p:cNvSpPr txBox="1">
            <a:spLocks/>
          </p:cNvSpPr>
          <p:nvPr/>
        </p:nvSpPr>
        <p:spPr bwMode="gray">
          <a:xfrm>
            <a:off x="479376" y="2673012"/>
            <a:ext cx="3563987" cy="864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Nam quis erat a odio porta fringilla. </a:t>
            </a:r>
            <a:br>
              <a:rPr lang="en-US" dirty="0"/>
            </a:br>
            <a:r>
              <a:rPr lang="en-US" dirty="0"/>
              <a:t>Aliquam erat volutpat. </a:t>
            </a:r>
          </a:p>
        </p:txBody>
      </p:sp>
      <p:sp>
        <p:nvSpPr>
          <p:cNvPr id="61" name="Textplatzhalter 2">
            <a:extLst>
              <a:ext uri="{FF2B5EF4-FFF2-40B4-BE49-F238E27FC236}">
                <a16:creationId xmlns:a16="http://schemas.microsoft.com/office/drawing/2014/main" id="{71627305-FBCE-B0D6-74A9-84CB3BE4F8B8}"/>
              </a:ext>
            </a:extLst>
          </p:cNvPr>
          <p:cNvSpPr txBox="1">
            <a:spLocks/>
          </p:cNvSpPr>
          <p:nvPr/>
        </p:nvSpPr>
        <p:spPr bwMode="gray">
          <a:xfrm>
            <a:off x="479376" y="3645120"/>
            <a:ext cx="3563987" cy="864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Nam quis erat a odio porta fringilla. </a:t>
            </a:r>
            <a:br>
              <a:rPr lang="en-US" dirty="0"/>
            </a:br>
            <a:r>
              <a:rPr lang="en-US" dirty="0"/>
              <a:t>Aliquam erat volutpat. </a:t>
            </a:r>
          </a:p>
        </p:txBody>
      </p:sp>
      <p:sp>
        <p:nvSpPr>
          <p:cNvPr id="64" name="Textplatzhalter 2">
            <a:extLst>
              <a:ext uri="{FF2B5EF4-FFF2-40B4-BE49-F238E27FC236}">
                <a16:creationId xmlns:a16="http://schemas.microsoft.com/office/drawing/2014/main" id="{50D3C1D8-F58F-3B95-F019-8753A5A57CF7}"/>
              </a:ext>
            </a:extLst>
          </p:cNvPr>
          <p:cNvSpPr txBox="1">
            <a:spLocks/>
          </p:cNvSpPr>
          <p:nvPr/>
        </p:nvSpPr>
        <p:spPr bwMode="gray">
          <a:xfrm>
            <a:off x="479376" y="4617228"/>
            <a:ext cx="3563987" cy="864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dirty="0"/>
              <a:t>Nam quis erat a odio porta fringilla. </a:t>
            </a:r>
            <a:br>
              <a:rPr lang="en-US" dirty="0"/>
            </a:br>
            <a:r>
              <a:rPr lang="en-US" dirty="0"/>
              <a:t>Aliquam erat volutpat. </a:t>
            </a:r>
          </a:p>
        </p:txBody>
      </p:sp>
      <p:grpSp>
        <p:nvGrpSpPr>
          <p:cNvPr id="7" name="Group 6">
            <a:extLst>
              <a:ext uri="{FF2B5EF4-FFF2-40B4-BE49-F238E27FC236}">
                <a16:creationId xmlns:a16="http://schemas.microsoft.com/office/drawing/2014/main" id="{22753CEF-0113-0FE6-FF6A-78DCD557A448}"/>
              </a:ext>
            </a:extLst>
          </p:cNvPr>
          <p:cNvGrpSpPr/>
          <p:nvPr/>
        </p:nvGrpSpPr>
        <p:grpSpPr>
          <a:xfrm>
            <a:off x="11495980" y="2024844"/>
            <a:ext cx="252648" cy="540028"/>
            <a:chOff x="11495980" y="2024844"/>
            <a:chExt cx="252648" cy="540028"/>
          </a:xfrm>
        </p:grpSpPr>
        <p:grpSp>
          <p:nvGrpSpPr>
            <p:cNvPr id="75" name="Gruppieren 74">
              <a:extLst>
                <a:ext uri="{FF2B5EF4-FFF2-40B4-BE49-F238E27FC236}">
                  <a16:creationId xmlns:a16="http://schemas.microsoft.com/office/drawing/2014/main" id="{921E1411-CBFD-F907-C825-53E68F05FECA}"/>
                </a:ext>
              </a:extLst>
            </p:cNvPr>
            <p:cNvGrpSpPr/>
            <p:nvPr/>
          </p:nvGrpSpPr>
          <p:grpSpPr bwMode="gray">
            <a:xfrm>
              <a:off x="11495980" y="2024844"/>
              <a:ext cx="216644" cy="216644"/>
              <a:chOff x="11459976" y="2024844"/>
              <a:chExt cx="216644" cy="216644"/>
            </a:xfrm>
          </p:grpSpPr>
          <p:sp>
            <p:nvSpPr>
              <p:cNvPr id="74" name="Ellipse 73">
                <a:extLst>
                  <a:ext uri="{FF2B5EF4-FFF2-40B4-BE49-F238E27FC236}">
                    <a16:creationId xmlns:a16="http://schemas.microsoft.com/office/drawing/2014/main" id="{CBE72549-DB8F-17CA-4B69-F0890787CA8C}"/>
                  </a:ext>
                </a:extLst>
              </p:cNvPr>
              <p:cNvSpPr/>
              <p:nvPr/>
            </p:nvSpPr>
            <p:spPr bwMode="gray">
              <a:xfrm>
                <a:off x="11459976" y="2024844"/>
                <a:ext cx="216644" cy="216644"/>
              </a:xfrm>
              <a:prstGeom prst="ellipse">
                <a:avLst/>
              </a:prstGeom>
              <a:solidFill>
                <a:schemeClr val="bg1">
                  <a:alpha val="1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70" name="Ellipse 69">
                <a:extLst>
                  <a:ext uri="{FF2B5EF4-FFF2-40B4-BE49-F238E27FC236}">
                    <a16:creationId xmlns:a16="http://schemas.microsoft.com/office/drawing/2014/main" id="{8D4FE28D-DCFD-7C0F-A696-B2B709D1190A}"/>
                  </a:ext>
                </a:extLst>
              </p:cNvPr>
              <p:cNvSpPr/>
              <p:nvPr/>
            </p:nvSpPr>
            <p:spPr bwMode="gray">
              <a:xfrm>
                <a:off x="11514298" y="2079166"/>
                <a:ext cx="108000" cy="108000"/>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pSp>
        <p:sp>
          <p:nvSpPr>
            <p:cNvPr id="78" name="Textplatzhalter 2">
              <a:extLst>
                <a:ext uri="{FF2B5EF4-FFF2-40B4-BE49-F238E27FC236}">
                  <a16:creationId xmlns:a16="http://schemas.microsoft.com/office/drawing/2014/main" id="{B6590E78-DDCF-EB5D-1552-E8C03E458A98}"/>
                </a:ext>
              </a:extLst>
            </p:cNvPr>
            <p:cNvSpPr txBox="1">
              <a:spLocks/>
            </p:cNvSpPr>
            <p:nvPr/>
          </p:nvSpPr>
          <p:spPr bwMode="gray">
            <a:xfrm>
              <a:off x="11496600" y="2276872"/>
              <a:ext cx="252028" cy="288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buNone/>
              </a:pPr>
              <a:r>
                <a:rPr lang="en-US" b="1" dirty="0"/>
                <a:t>10</a:t>
              </a:r>
            </a:p>
          </p:txBody>
        </p:sp>
      </p:grpSp>
      <p:graphicFrame>
        <p:nvGraphicFramePr>
          <p:cNvPr id="81" name="Diagramm 53">
            <a:extLst>
              <a:ext uri="{FF2B5EF4-FFF2-40B4-BE49-F238E27FC236}">
                <a16:creationId xmlns:a16="http://schemas.microsoft.com/office/drawing/2014/main" id="{993CC105-F0C6-B470-F793-0D3614621468}"/>
              </a:ext>
            </a:extLst>
          </p:cNvPr>
          <p:cNvGraphicFramePr/>
          <p:nvPr>
            <p:custDataLst>
              <p:tags r:id="rId4"/>
            </p:custDataLst>
          </p:nvPr>
        </p:nvGraphicFramePr>
        <p:xfrm>
          <a:off x="4367808" y="2961012"/>
          <a:ext cx="7380000" cy="288000"/>
        </p:xfrm>
        <a:graphic>
          <a:graphicData uri="http://schemas.openxmlformats.org/drawingml/2006/chart">
            <c:chart xmlns:c="http://schemas.openxmlformats.org/drawingml/2006/chart" xmlns:r="http://schemas.openxmlformats.org/officeDocument/2006/relationships" r:id="rId12"/>
          </a:graphicData>
        </a:graphic>
      </p:graphicFrame>
      <p:sp>
        <p:nvSpPr>
          <p:cNvPr id="82" name="Freihandform: Form 81">
            <a:extLst>
              <a:ext uri="{FF2B5EF4-FFF2-40B4-BE49-F238E27FC236}">
                <a16:creationId xmlns:a16="http://schemas.microsoft.com/office/drawing/2014/main" id="{7A400F0C-C9FC-8496-F189-D0833D90ADF4}"/>
              </a:ext>
            </a:extLst>
          </p:cNvPr>
          <p:cNvSpPr/>
          <p:nvPr/>
        </p:nvSpPr>
        <p:spPr bwMode="gray">
          <a:xfrm>
            <a:off x="4295800" y="2888988"/>
            <a:ext cx="7524836" cy="432048"/>
          </a:xfrm>
          <a:custGeom>
            <a:avLst/>
            <a:gdLst>
              <a:gd name="connsiteX0" fmla="*/ 216824 w 7524836"/>
              <a:gd name="connsiteY0" fmla="*/ 108036 h 432048"/>
              <a:gd name="connsiteX1" fmla="*/ 108824 w 7524836"/>
              <a:gd name="connsiteY1" fmla="*/ 216036 h 432048"/>
              <a:gd name="connsiteX2" fmla="*/ 216824 w 7524836"/>
              <a:gd name="connsiteY2" fmla="*/ 324036 h 432048"/>
              <a:gd name="connsiteX3" fmla="*/ 7308824 w 7524836"/>
              <a:gd name="connsiteY3" fmla="*/ 324036 h 432048"/>
              <a:gd name="connsiteX4" fmla="*/ 7416824 w 7524836"/>
              <a:gd name="connsiteY4" fmla="*/ 216036 h 432048"/>
              <a:gd name="connsiteX5" fmla="*/ 7308824 w 7524836"/>
              <a:gd name="connsiteY5" fmla="*/ 108036 h 432048"/>
              <a:gd name="connsiteX6" fmla="*/ 0 w 7524836"/>
              <a:gd name="connsiteY6" fmla="*/ 0 h 432048"/>
              <a:gd name="connsiteX7" fmla="*/ 7524836 w 7524836"/>
              <a:gd name="connsiteY7" fmla="*/ 0 h 432048"/>
              <a:gd name="connsiteX8" fmla="*/ 7524836 w 7524836"/>
              <a:gd name="connsiteY8" fmla="*/ 432048 h 432048"/>
              <a:gd name="connsiteX9" fmla="*/ 0 w 7524836"/>
              <a:gd name="connsiteY9" fmla="*/ 432048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4836" h="432048">
                <a:moveTo>
                  <a:pt x="216824" y="108036"/>
                </a:moveTo>
                <a:cubicBezTo>
                  <a:pt x="157177" y="108036"/>
                  <a:pt x="108824" y="156389"/>
                  <a:pt x="108824" y="216036"/>
                </a:cubicBezTo>
                <a:cubicBezTo>
                  <a:pt x="108824" y="275683"/>
                  <a:pt x="157177" y="324036"/>
                  <a:pt x="216824" y="324036"/>
                </a:cubicBezTo>
                <a:lnTo>
                  <a:pt x="7308824" y="324036"/>
                </a:lnTo>
                <a:cubicBezTo>
                  <a:pt x="7368471" y="324036"/>
                  <a:pt x="7416824" y="275683"/>
                  <a:pt x="7416824" y="216036"/>
                </a:cubicBezTo>
                <a:cubicBezTo>
                  <a:pt x="7416824" y="156389"/>
                  <a:pt x="7368471" y="108036"/>
                  <a:pt x="7308824" y="108036"/>
                </a:cubicBezTo>
                <a:close/>
                <a:moveTo>
                  <a:pt x="0" y="0"/>
                </a:moveTo>
                <a:lnTo>
                  <a:pt x="7524836" y="0"/>
                </a:lnTo>
                <a:lnTo>
                  <a:pt x="7524836" y="432048"/>
                </a:lnTo>
                <a:lnTo>
                  <a:pt x="0" y="432048"/>
                </a:ln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graphicFrame>
        <p:nvGraphicFramePr>
          <p:cNvPr id="84" name="Diagramm 53">
            <a:extLst>
              <a:ext uri="{FF2B5EF4-FFF2-40B4-BE49-F238E27FC236}">
                <a16:creationId xmlns:a16="http://schemas.microsoft.com/office/drawing/2014/main" id="{44E54E7E-8A2F-A395-0354-77E03FAE8EF4}"/>
              </a:ext>
            </a:extLst>
          </p:cNvPr>
          <p:cNvGraphicFramePr/>
          <p:nvPr>
            <p:custDataLst>
              <p:tags r:id="rId5"/>
            </p:custDataLst>
          </p:nvPr>
        </p:nvGraphicFramePr>
        <p:xfrm>
          <a:off x="4367808" y="4905228"/>
          <a:ext cx="7380000" cy="288000"/>
        </p:xfrm>
        <a:graphic>
          <a:graphicData uri="http://schemas.openxmlformats.org/drawingml/2006/chart">
            <c:chart xmlns:c="http://schemas.openxmlformats.org/drawingml/2006/chart" xmlns:r="http://schemas.openxmlformats.org/officeDocument/2006/relationships" r:id="rId13"/>
          </a:graphicData>
        </a:graphic>
      </p:graphicFrame>
      <p:sp>
        <p:nvSpPr>
          <p:cNvPr id="85" name="Freihandform: Form 84">
            <a:extLst>
              <a:ext uri="{FF2B5EF4-FFF2-40B4-BE49-F238E27FC236}">
                <a16:creationId xmlns:a16="http://schemas.microsoft.com/office/drawing/2014/main" id="{43D7344F-6D1B-0E51-7823-73B5943875E5}"/>
              </a:ext>
            </a:extLst>
          </p:cNvPr>
          <p:cNvSpPr/>
          <p:nvPr/>
        </p:nvSpPr>
        <p:spPr bwMode="gray">
          <a:xfrm>
            <a:off x="4295800" y="4833204"/>
            <a:ext cx="7524836" cy="432048"/>
          </a:xfrm>
          <a:custGeom>
            <a:avLst/>
            <a:gdLst>
              <a:gd name="connsiteX0" fmla="*/ 216824 w 7524836"/>
              <a:gd name="connsiteY0" fmla="*/ 108036 h 432048"/>
              <a:gd name="connsiteX1" fmla="*/ 108824 w 7524836"/>
              <a:gd name="connsiteY1" fmla="*/ 216036 h 432048"/>
              <a:gd name="connsiteX2" fmla="*/ 216824 w 7524836"/>
              <a:gd name="connsiteY2" fmla="*/ 324036 h 432048"/>
              <a:gd name="connsiteX3" fmla="*/ 7308824 w 7524836"/>
              <a:gd name="connsiteY3" fmla="*/ 324036 h 432048"/>
              <a:gd name="connsiteX4" fmla="*/ 7416824 w 7524836"/>
              <a:gd name="connsiteY4" fmla="*/ 216036 h 432048"/>
              <a:gd name="connsiteX5" fmla="*/ 7308824 w 7524836"/>
              <a:gd name="connsiteY5" fmla="*/ 108036 h 432048"/>
              <a:gd name="connsiteX6" fmla="*/ 0 w 7524836"/>
              <a:gd name="connsiteY6" fmla="*/ 0 h 432048"/>
              <a:gd name="connsiteX7" fmla="*/ 7524836 w 7524836"/>
              <a:gd name="connsiteY7" fmla="*/ 0 h 432048"/>
              <a:gd name="connsiteX8" fmla="*/ 7524836 w 7524836"/>
              <a:gd name="connsiteY8" fmla="*/ 432048 h 432048"/>
              <a:gd name="connsiteX9" fmla="*/ 0 w 7524836"/>
              <a:gd name="connsiteY9" fmla="*/ 432048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24836" h="432048">
                <a:moveTo>
                  <a:pt x="216824" y="108036"/>
                </a:moveTo>
                <a:cubicBezTo>
                  <a:pt x="157177" y="108036"/>
                  <a:pt x="108824" y="156389"/>
                  <a:pt x="108824" y="216036"/>
                </a:cubicBezTo>
                <a:cubicBezTo>
                  <a:pt x="108824" y="275683"/>
                  <a:pt x="157177" y="324036"/>
                  <a:pt x="216824" y="324036"/>
                </a:cubicBezTo>
                <a:lnTo>
                  <a:pt x="7308824" y="324036"/>
                </a:lnTo>
                <a:cubicBezTo>
                  <a:pt x="7368471" y="324036"/>
                  <a:pt x="7416824" y="275683"/>
                  <a:pt x="7416824" y="216036"/>
                </a:cubicBezTo>
                <a:cubicBezTo>
                  <a:pt x="7416824" y="156389"/>
                  <a:pt x="7368471" y="108036"/>
                  <a:pt x="7308824" y="108036"/>
                </a:cubicBezTo>
                <a:close/>
                <a:moveTo>
                  <a:pt x="0" y="0"/>
                </a:moveTo>
                <a:lnTo>
                  <a:pt x="7524836" y="0"/>
                </a:lnTo>
                <a:lnTo>
                  <a:pt x="7524836" y="432048"/>
                </a:lnTo>
                <a:lnTo>
                  <a:pt x="0" y="432048"/>
                </a:ln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grpSp>
        <p:nvGrpSpPr>
          <p:cNvPr id="8" name="Group 7">
            <a:extLst>
              <a:ext uri="{FF2B5EF4-FFF2-40B4-BE49-F238E27FC236}">
                <a16:creationId xmlns:a16="http://schemas.microsoft.com/office/drawing/2014/main" id="{E837FFEE-4601-E532-D295-9A9E083D6A8C}"/>
              </a:ext>
            </a:extLst>
          </p:cNvPr>
          <p:cNvGrpSpPr/>
          <p:nvPr/>
        </p:nvGrpSpPr>
        <p:grpSpPr>
          <a:xfrm>
            <a:off x="8652284" y="2996952"/>
            <a:ext cx="288032" cy="540028"/>
            <a:chOff x="8652284" y="2996952"/>
            <a:chExt cx="288032" cy="540028"/>
          </a:xfrm>
        </p:grpSpPr>
        <p:sp>
          <p:nvSpPr>
            <p:cNvPr id="88" name="Textplatzhalter 2">
              <a:extLst>
                <a:ext uri="{FF2B5EF4-FFF2-40B4-BE49-F238E27FC236}">
                  <a16:creationId xmlns:a16="http://schemas.microsoft.com/office/drawing/2014/main" id="{7855D567-F9FF-673B-ECFD-6B3648A80081}"/>
                </a:ext>
              </a:extLst>
            </p:cNvPr>
            <p:cNvSpPr txBox="1">
              <a:spLocks/>
            </p:cNvSpPr>
            <p:nvPr/>
          </p:nvSpPr>
          <p:spPr bwMode="gray">
            <a:xfrm>
              <a:off x="8652284" y="3248980"/>
              <a:ext cx="288032" cy="288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buNone/>
              </a:pPr>
              <a:r>
                <a:rPr lang="en-US" b="1" dirty="0"/>
                <a:t>6</a:t>
              </a:r>
            </a:p>
          </p:txBody>
        </p:sp>
        <p:grpSp>
          <p:nvGrpSpPr>
            <p:cNvPr id="92" name="Gruppieren 91">
              <a:extLst>
                <a:ext uri="{FF2B5EF4-FFF2-40B4-BE49-F238E27FC236}">
                  <a16:creationId xmlns:a16="http://schemas.microsoft.com/office/drawing/2014/main" id="{9F6EFEEB-5060-AA58-3F20-AC1785ECD446}"/>
                </a:ext>
              </a:extLst>
            </p:cNvPr>
            <p:cNvGrpSpPr/>
            <p:nvPr/>
          </p:nvGrpSpPr>
          <p:grpSpPr bwMode="gray">
            <a:xfrm>
              <a:off x="8687668" y="2996952"/>
              <a:ext cx="216644" cy="216644"/>
              <a:chOff x="11459976" y="2024844"/>
              <a:chExt cx="216644" cy="216644"/>
            </a:xfrm>
          </p:grpSpPr>
          <p:sp>
            <p:nvSpPr>
              <p:cNvPr id="93" name="Ellipse 92">
                <a:extLst>
                  <a:ext uri="{FF2B5EF4-FFF2-40B4-BE49-F238E27FC236}">
                    <a16:creationId xmlns:a16="http://schemas.microsoft.com/office/drawing/2014/main" id="{33CFE747-75F1-AD1E-CC48-947F241553ED}"/>
                  </a:ext>
                </a:extLst>
              </p:cNvPr>
              <p:cNvSpPr/>
              <p:nvPr/>
            </p:nvSpPr>
            <p:spPr bwMode="gray">
              <a:xfrm>
                <a:off x="11459976" y="2024844"/>
                <a:ext cx="216644" cy="216644"/>
              </a:xfrm>
              <a:prstGeom prst="ellipse">
                <a:avLst/>
              </a:prstGeom>
              <a:solidFill>
                <a:schemeClr val="bg1">
                  <a:alpha val="1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94" name="Ellipse 93">
                <a:extLst>
                  <a:ext uri="{FF2B5EF4-FFF2-40B4-BE49-F238E27FC236}">
                    <a16:creationId xmlns:a16="http://schemas.microsoft.com/office/drawing/2014/main" id="{ED929530-863B-8E38-F9FF-D163001F3BEB}"/>
                  </a:ext>
                </a:extLst>
              </p:cNvPr>
              <p:cNvSpPr/>
              <p:nvPr/>
            </p:nvSpPr>
            <p:spPr bwMode="gray">
              <a:xfrm>
                <a:off x="11514298" y="2079166"/>
                <a:ext cx="108000" cy="108000"/>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pSp>
      </p:grpSp>
      <p:grpSp>
        <p:nvGrpSpPr>
          <p:cNvPr id="9" name="Group 8">
            <a:extLst>
              <a:ext uri="{FF2B5EF4-FFF2-40B4-BE49-F238E27FC236}">
                <a16:creationId xmlns:a16="http://schemas.microsoft.com/office/drawing/2014/main" id="{A6C7D82E-34DD-2FCF-54B1-76BA7DD38EA6}"/>
              </a:ext>
            </a:extLst>
          </p:cNvPr>
          <p:cNvGrpSpPr/>
          <p:nvPr/>
        </p:nvGrpSpPr>
        <p:grpSpPr>
          <a:xfrm>
            <a:off x="7176120" y="3969060"/>
            <a:ext cx="288032" cy="540028"/>
            <a:chOff x="7176120" y="3969060"/>
            <a:chExt cx="288032" cy="540028"/>
          </a:xfrm>
        </p:grpSpPr>
        <p:sp>
          <p:nvSpPr>
            <p:cNvPr id="87" name="Textplatzhalter 2">
              <a:extLst>
                <a:ext uri="{FF2B5EF4-FFF2-40B4-BE49-F238E27FC236}">
                  <a16:creationId xmlns:a16="http://schemas.microsoft.com/office/drawing/2014/main" id="{F1890D5E-6773-C611-E5E6-5C44A1BF0D69}"/>
                </a:ext>
              </a:extLst>
            </p:cNvPr>
            <p:cNvSpPr txBox="1">
              <a:spLocks/>
            </p:cNvSpPr>
            <p:nvPr/>
          </p:nvSpPr>
          <p:spPr bwMode="gray">
            <a:xfrm>
              <a:off x="7176120" y="4221088"/>
              <a:ext cx="288032" cy="288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buNone/>
              </a:pPr>
              <a:r>
                <a:rPr lang="en-US" b="1" dirty="0"/>
                <a:t>4</a:t>
              </a:r>
            </a:p>
          </p:txBody>
        </p:sp>
        <p:grpSp>
          <p:nvGrpSpPr>
            <p:cNvPr id="115" name="Gruppieren 114">
              <a:extLst>
                <a:ext uri="{FF2B5EF4-FFF2-40B4-BE49-F238E27FC236}">
                  <a16:creationId xmlns:a16="http://schemas.microsoft.com/office/drawing/2014/main" id="{B475D6E3-234C-5FB6-2134-961478FEA778}"/>
                </a:ext>
              </a:extLst>
            </p:cNvPr>
            <p:cNvGrpSpPr/>
            <p:nvPr/>
          </p:nvGrpSpPr>
          <p:grpSpPr bwMode="gray">
            <a:xfrm>
              <a:off x="7211504" y="3969060"/>
              <a:ext cx="216644" cy="216644"/>
              <a:chOff x="11459976" y="2024844"/>
              <a:chExt cx="216644" cy="216644"/>
            </a:xfrm>
          </p:grpSpPr>
          <p:sp>
            <p:nvSpPr>
              <p:cNvPr id="122" name="Ellipse 121">
                <a:extLst>
                  <a:ext uri="{FF2B5EF4-FFF2-40B4-BE49-F238E27FC236}">
                    <a16:creationId xmlns:a16="http://schemas.microsoft.com/office/drawing/2014/main" id="{E6BE07C0-44F0-C041-3F2C-BE74F631E282}"/>
                  </a:ext>
                </a:extLst>
              </p:cNvPr>
              <p:cNvSpPr/>
              <p:nvPr/>
            </p:nvSpPr>
            <p:spPr bwMode="gray">
              <a:xfrm>
                <a:off x="11459976" y="2024844"/>
                <a:ext cx="216644" cy="216644"/>
              </a:xfrm>
              <a:prstGeom prst="ellipse">
                <a:avLst/>
              </a:prstGeom>
              <a:solidFill>
                <a:schemeClr val="bg1">
                  <a:alpha val="1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129" name="Ellipse 128">
                <a:extLst>
                  <a:ext uri="{FF2B5EF4-FFF2-40B4-BE49-F238E27FC236}">
                    <a16:creationId xmlns:a16="http://schemas.microsoft.com/office/drawing/2014/main" id="{5700D53D-F234-0330-61FC-C7E9B03A0F37}"/>
                  </a:ext>
                </a:extLst>
              </p:cNvPr>
              <p:cNvSpPr/>
              <p:nvPr/>
            </p:nvSpPr>
            <p:spPr bwMode="gray">
              <a:xfrm>
                <a:off x="11514298" y="2079166"/>
                <a:ext cx="108000" cy="108000"/>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pSp>
      </p:grpSp>
      <p:grpSp>
        <p:nvGrpSpPr>
          <p:cNvPr id="11" name="Group 10">
            <a:extLst>
              <a:ext uri="{FF2B5EF4-FFF2-40B4-BE49-F238E27FC236}">
                <a16:creationId xmlns:a16="http://schemas.microsoft.com/office/drawing/2014/main" id="{95B986BF-CA32-5C50-484F-819541DA5B6A}"/>
              </a:ext>
            </a:extLst>
          </p:cNvPr>
          <p:cNvGrpSpPr/>
          <p:nvPr/>
        </p:nvGrpSpPr>
        <p:grpSpPr>
          <a:xfrm>
            <a:off x="4962922" y="4940548"/>
            <a:ext cx="288032" cy="540648"/>
            <a:chOff x="4962922" y="4940548"/>
            <a:chExt cx="288032" cy="540648"/>
          </a:xfrm>
        </p:grpSpPr>
        <p:grpSp>
          <p:nvGrpSpPr>
            <p:cNvPr id="130" name="Gruppieren 129">
              <a:extLst>
                <a:ext uri="{FF2B5EF4-FFF2-40B4-BE49-F238E27FC236}">
                  <a16:creationId xmlns:a16="http://schemas.microsoft.com/office/drawing/2014/main" id="{623BB2B1-FD1C-F014-57FB-0059469EAD9D}"/>
                </a:ext>
              </a:extLst>
            </p:cNvPr>
            <p:cNvGrpSpPr/>
            <p:nvPr/>
          </p:nvGrpSpPr>
          <p:grpSpPr bwMode="gray">
            <a:xfrm>
              <a:off x="4996543" y="4940548"/>
              <a:ext cx="216644" cy="216644"/>
              <a:chOff x="11459976" y="2024844"/>
              <a:chExt cx="216644" cy="216644"/>
            </a:xfrm>
          </p:grpSpPr>
          <p:sp>
            <p:nvSpPr>
              <p:cNvPr id="131" name="Ellipse 130">
                <a:extLst>
                  <a:ext uri="{FF2B5EF4-FFF2-40B4-BE49-F238E27FC236}">
                    <a16:creationId xmlns:a16="http://schemas.microsoft.com/office/drawing/2014/main" id="{6B171B5E-30B9-9990-3DE6-6793435AF42F}"/>
                  </a:ext>
                </a:extLst>
              </p:cNvPr>
              <p:cNvSpPr/>
              <p:nvPr/>
            </p:nvSpPr>
            <p:spPr bwMode="gray">
              <a:xfrm>
                <a:off x="11459976" y="2024844"/>
                <a:ext cx="216644" cy="216644"/>
              </a:xfrm>
              <a:prstGeom prst="ellipse">
                <a:avLst/>
              </a:prstGeom>
              <a:solidFill>
                <a:schemeClr val="bg1">
                  <a:alpha val="1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132" name="Ellipse 131">
                <a:extLst>
                  <a:ext uri="{FF2B5EF4-FFF2-40B4-BE49-F238E27FC236}">
                    <a16:creationId xmlns:a16="http://schemas.microsoft.com/office/drawing/2014/main" id="{C2D07EC0-0227-7F4E-0D6C-8BF287F009FD}"/>
                  </a:ext>
                </a:extLst>
              </p:cNvPr>
              <p:cNvSpPr/>
              <p:nvPr/>
            </p:nvSpPr>
            <p:spPr bwMode="gray">
              <a:xfrm>
                <a:off x="11514298" y="2079166"/>
                <a:ext cx="108000" cy="108000"/>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pSp>
        <p:sp>
          <p:nvSpPr>
            <p:cNvPr id="133" name="Textplatzhalter 2">
              <a:extLst>
                <a:ext uri="{FF2B5EF4-FFF2-40B4-BE49-F238E27FC236}">
                  <a16:creationId xmlns:a16="http://schemas.microsoft.com/office/drawing/2014/main" id="{DBAE53AF-7AD2-308F-6A9F-340E7ADCA54C}"/>
                </a:ext>
              </a:extLst>
            </p:cNvPr>
            <p:cNvSpPr txBox="1">
              <a:spLocks/>
            </p:cNvSpPr>
            <p:nvPr/>
          </p:nvSpPr>
          <p:spPr bwMode="gray">
            <a:xfrm>
              <a:off x="4962922" y="5193196"/>
              <a:ext cx="288032" cy="288000"/>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ctr">
                <a:buNone/>
              </a:pPr>
              <a:r>
                <a:rPr lang="en-US" b="1" dirty="0"/>
                <a:t>1</a:t>
              </a:r>
            </a:p>
          </p:txBody>
        </p:sp>
      </p:grpSp>
      <p:sp>
        <p:nvSpPr>
          <p:cNvPr id="3" name="Rechteck 2">
            <a:extLst>
              <a:ext uri="{FF2B5EF4-FFF2-40B4-BE49-F238E27FC236}">
                <a16:creationId xmlns:a16="http://schemas.microsoft.com/office/drawing/2014/main" id="{860D0263-D427-AEBB-78D0-E5679BD20078}"/>
              </a:ext>
            </a:extLst>
          </p:cNvPr>
          <p:cNvSpPr/>
          <p:nvPr/>
        </p:nvSpPr>
        <p:spPr bwMode="gray">
          <a:xfrm>
            <a:off x="10564356" y="0"/>
            <a:ext cx="1627644" cy="308261"/>
          </a:xfrm>
          <a:prstGeom prst="rect">
            <a:avLst/>
          </a:prstGeom>
          <a:solidFill>
            <a:srgbClr val="EE654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180000" tIns="61200" rIns="180000" bIns="61200" rtlCol="0" anchor="ctr">
            <a:spAutoFit/>
          </a:bodyPr>
          <a:lstStyle/>
          <a:p>
            <a:r>
              <a:rPr lang="en-US" sz="1200" dirty="0">
                <a:solidFill>
                  <a:schemeClr val="bg1"/>
                </a:solidFill>
              </a:rPr>
              <a:t>Excel based chart</a:t>
            </a:r>
          </a:p>
        </p:txBody>
      </p:sp>
      <p:sp>
        <p:nvSpPr>
          <p:cNvPr id="2" name="TextBox 13">
            <a:extLst>
              <a:ext uri="{FF2B5EF4-FFF2-40B4-BE49-F238E27FC236}">
                <a16:creationId xmlns:a16="http://schemas.microsoft.com/office/drawing/2014/main" id="{730F1121-41CF-6C98-BE5F-D515E6C98EC8}"/>
              </a:ext>
            </a:extLst>
          </p:cNvPr>
          <p:cNvSpPr txBox="1">
            <a:spLocks noGrp="1" noRot="1" noMove="1" noResize="1" noEditPoints="1" noAdjustHandles="1" noChangeArrowheads="1" noChangeShapeType="1"/>
          </p:cNvSpPr>
          <p:nvPr/>
        </p:nvSpPr>
        <p:spPr bwMode="gray">
          <a:xfrm>
            <a:off x="-1896888" y="0"/>
            <a:ext cx="1715078" cy="2520000"/>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dirty="0">
                <a:solidFill>
                  <a:schemeClr val="tx1"/>
                </a:solidFill>
                <a:effectLst/>
                <a:latin typeface="+mj-lt"/>
              </a:rPr>
              <a:t>To change the data in the chart:</a:t>
            </a:r>
          </a:p>
          <a:p>
            <a:pPr marL="144000" indent="-144000">
              <a:lnSpc>
                <a:spcPct val="120000"/>
              </a:lnSpc>
              <a:spcAft>
                <a:spcPts val="600"/>
              </a:spcAft>
              <a:buFont typeface="+mj-lt"/>
              <a:buAutoNum type="arabicPeriod"/>
            </a:pPr>
            <a:r>
              <a:rPr lang="en-US" sz="900" dirty="0">
                <a:solidFill>
                  <a:schemeClr val="tx1"/>
                </a:solidFill>
                <a:effectLst/>
                <a:latin typeface="+mn-lt"/>
              </a:rPr>
              <a:t>Click the chart with the right mouse button and select “Edit Data”</a:t>
            </a:r>
          </a:p>
          <a:p>
            <a:pPr marL="144000" indent="-144000">
              <a:lnSpc>
                <a:spcPct val="120000"/>
              </a:lnSpc>
              <a:spcAft>
                <a:spcPts val="600"/>
              </a:spcAft>
              <a:buFont typeface="+mj-lt"/>
              <a:buAutoNum type="arabicPeriod"/>
            </a:pPr>
            <a:r>
              <a:rPr lang="en-US" sz="900" dirty="0">
                <a:solidFill>
                  <a:schemeClr val="tx1"/>
                </a:solidFill>
                <a:effectLst/>
                <a:latin typeface="+mn-lt"/>
              </a:rPr>
              <a:t>Enter the appropriate data, the chart will adjust</a:t>
            </a:r>
          </a:p>
          <a:p>
            <a:pPr marL="144000" indent="-144000">
              <a:lnSpc>
                <a:spcPct val="120000"/>
              </a:lnSpc>
              <a:spcAft>
                <a:spcPts val="600"/>
              </a:spcAft>
              <a:buFont typeface="+mj-lt"/>
              <a:buAutoNum type="arabicPeriod"/>
            </a:pPr>
            <a:r>
              <a:rPr lang="en-US" sz="900" dirty="0">
                <a:solidFill>
                  <a:schemeClr val="tx1"/>
                </a:solidFill>
                <a:effectLst/>
                <a:latin typeface="+mn-lt"/>
              </a:rPr>
              <a:t>The green marker and the number under the marker on the chart require manual adjustment (left/right).</a:t>
            </a:r>
            <a:endParaRPr lang="en-US" sz="900" dirty="0">
              <a:solidFill>
                <a:schemeClr val="tx1"/>
              </a:solidFill>
              <a:latin typeface="+mn-lt"/>
            </a:endParaRPr>
          </a:p>
        </p:txBody>
      </p:sp>
    </p:spTree>
    <p:extLst>
      <p:ext uri="{BB962C8B-B14F-4D97-AF65-F5344CB8AC3E}">
        <p14:creationId xmlns:p14="http://schemas.microsoft.com/office/powerpoint/2010/main" val="23658740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hteck 61">
            <a:extLst>
              <a:ext uri="{FF2B5EF4-FFF2-40B4-BE49-F238E27FC236}">
                <a16:creationId xmlns:a16="http://schemas.microsoft.com/office/drawing/2014/main" id="{0191E2AB-F3D5-EBFE-04B0-E0DE5800AB23}"/>
              </a:ext>
            </a:extLst>
          </p:cNvPr>
          <p:cNvSpPr/>
          <p:nvPr/>
        </p:nvSpPr>
        <p:spPr bwMode="ltGray">
          <a:xfrm>
            <a:off x="4332289" y="0"/>
            <a:ext cx="7859712"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11" name="Freihandform: Form 10">
            <a:extLst>
              <a:ext uri="{FF2B5EF4-FFF2-40B4-BE49-F238E27FC236}">
                <a16:creationId xmlns:a16="http://schemas.microsoft.com/office/drawing/2014/main" id="{28F3D235-1728-F841-0A86-E9832CD2130D}"/>
              </a:ext>
            </a:extLst>
          </p:cNvPr>
          <p:cNvSpPr>
            <a:spLocks noChangeAspect="1"/>
          </p:cNvSpPr>
          <p:nvPr/>
        </p:nvSpPr>
        <p:spPr bwMode="gray">
          <a:xfrm>
            <a:off x="7427396" y="1824892"/>
            <a:ext cx="1692508" cy="3207784"/>
          </a:xfrm>
          <a:custGeom>
            <a:avLst/>
            <a:gdLst>
              <a:gd name="connsiteX0" fmla="*/ 846254 w 1692508"/>
              <a:gd name="connsiteY0" fmla="*/ 0 h 3207784"/>
              <a:gd name="connsiteX1" fmla="*/ 985073 w 1692508"/>
              <a:gd name="connsiteY1" fmla="*/ 103807 h 3207784"/>
              <a:gd name="connsiteX2" fmla="*/ 1692508 w 1692508"/>
              <a:gd name="connsiteY2" fmla="*/ 1603892 h 3207784"/>
              <a:gd name="connsiteX3" fmla="*/ 985073 w 1692508"/>
              <a:gd name="connsiteY3" fmla="*/ 3103977 h 3207784"/>
              <a:gd name="connsiteX4" fmla="*/ 846254 w 1692508"/>
              <a:gd name="connsiteY4" fmla="*/ 3207784 h 3207784"/>
              <a:gd name="connsiteX5" fmla="*/ 707436 w 1692508"/>
              <a:gd name="connsiteY5" fmla="*/ 3103977 h 3207784"/>
              <a:gd name="connsiteX6" fmla="*/ 0 w 1692508"/>
              <a:gd name="connsiteY6" fmla="*/ 1603892 h 3207784"/>
              <a:gd name="connsiteX7" fmla="*/ 707436 w 1692508"/>
              <a:gd name="connsiteY7" fmla="*/ 103807 h 3207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2508" h="3207784">
                <a:moveTo>
                  <a:pt x="846254" y="0"/>
                </a:moveTo>
                <a:lnTo>
                  <a:pt x="985073" y="103807"/>
                </a:lnTo>
                <a:cubicBezTo>
                  <a:pt x="1417121" y="460365"/>
                  <a:pt x="1692508" y="999969"/>
                  <a:pt x="1692508" y="1603892"/>
                </a:cubicBezTo>
                <a:cubicBezTo>
                  <a:pt x="1692508" y="2207816"/>
                  <a:pt x="1417121" y="2747419"/>
                  <a:pt x="985073" y="3103977"/>
                </a:cubicBezTo>
                <a:lnTo>
                  <a:pt x="846254" y="3207784"/>
                </a:lnTo>
                <a:lnTo>
                  <a:pt x="707436" y="3103977"/>
                </a:lnTo>
                <a:cubicBezTo>
                  <a:pt x="275387" y="2747419"/>
                  <a:pt x="0" y="2207816"/>
                  <a:pt x="0" y="1603892"/>
                </a:cubicBezTo>
                <a:cubicBezTo>
                  <a:pt x="0" y="999969"/>
                  <a:pt x="275387" y="460365"/>
                  <a:pt x="707436" y="103807"/>
                </a:cubicBezTo>
                <a:close/>
              </a:path>
            </a:pathLst>
          </a:cu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hteck 4" hidden="1">
            <a:extLst>
              <a:ext uri="{FF2B5EF4-FFF2-40B4-BE49-F238E27FC236}">
                <a16:creationId xmlns:a16="http://schemas.microsoft.com/office/drawing/2014/main" id="{98BC4EEE-C728-46FB-8B94-3B959DE94713}"/>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54" name="Titel 53">
            <a:extLst>
              <a:ext uri="{FF2B5EF4-FFF2-40B4-BE49-F238E27FC236}">
                <a16:creationId xmlns:a16="http://schemas.microsoft.com/office/drawing/2014/main" id="{0DD3AE2E-B19C-2539-3046-892E08F29D6B}"/>
              </a:ext>
            </a:extLst>
          </p:cNvPr>
          <p:cNvSpPr>
            <a:spLocks noGrp="1"/>
          </p:cNvSpPr>
          <p:nvPr>
            <p:ph type="title"/>
          </p:nvPr>
        </p:nvSpPr>
        <p:spPr bwMode="gray">
          <a:xfrm>
            <a:off x="479425" y="476250"/>
            <a:ext cx="3564000" cy="720725"/>
          </a:xfrm>
        </p:spPr>
        <p:txBody>
          <a:bodyPr/>
          <a:lstStyle/>
          <a:p>
            <a:r>
              <a:rPr lang="en-US" dirty="0"/>
              <a:t>Intersection</a:t>
            </a:r>
            <a:br>
              <a:rPr lang="en-US" dirty="0"/>
            </a:br>
            <a:r>
              <a:rPr lang="en-US" dirty="0"/>
              <a:t>of two circles</a:t>
            </a:r>
          </a:p>
        </p:txBody>
      </p:sp>
      <p:sp>
        <p:nvSpPr>
          <p:cNvPr id="12" name="Textplatzhalter 11">
            <a:extLst>
              <a:ext uri="{FF2B5EF4-FFF2-40B4-BE49-F238E27FC236}">
                <a16:creationId xmlns:a16="http://schemas.microsoft.com/office/drawing/2014/main" id="{B0A51B36-9391-3FEA-5490-527329DCF8C1}"/>
              </a:ext>
            </a:extLst>
          </p:cNvPr>
          <p:cNvSpPr>
            <a:spLocks noGrp="1"/>
          </p:cNvSpPr>
          <p:nvPr>
            <p:ph type="body" sz="quarter" idx="13"/>
          </p:nvPr>
        </p:nvSpPr>
        <p:spPr bwMode="gray">
          <a:xfrm>
            <a:off x="479998" y="5805280"/>
            <a:ext cx="3564000" cy="144000"/>
          </a:xfrm>
        </p:spPr>
        <p:txBody>
          <a:bodyPr/>
          <a:lstStyle/>
          <a:p>
            <a:endParaRPr lang="en-US" dirty="0"/>
          </a:p>
        </p:txBody>
      </p:sp>
      <p:sp>
        <p:nvSpPr>
          <p:cNvPr id="63" name="Textplatzhalter 2">
            <a:extLst>
              <a:ext uri="{FF2B5EF4-FFF2-40B4-BE49-F238E27FC236}">
                <a16:creationId xmlns:a16="http://schemas.microsoft.com/office/drawing/2014/main" id="{3785CC45-5DC2-7694-BB85-51D7DB42FE46}"/>
              </a:ext>
            </a:extLst>
          </p:cNvPr>
          <p:cNvSpPr txBox="1">
            <a:spLocks/>
          </p:cNvSpPr>
          <p:nvPr/>
        </p:nvSpPr>
        <p:spPr bwMode="gray">
          <a:xfrm>
            <a:off x="479474" y="2672916"/>
            <a:ext cx="3563890" cy="3132348"/>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Sed vitae arcu in condimentum blandit. Duis molestie et nisl nibh. Maecenas venenatis eget justo. Pellentesque convallis, lorem nec</a:t>
            </a:r>
            <a:br>
              <a:rPr lang="en-US" dirty="0"/>
            </a:br>
            <a:r>
              <a:rPr lang="en-US" dirty="0"/>
              <a:t>in pharetra venenatis, libero.</a:t>
            </a:r>
          </a:p>
        </p:txBody>
      </p:sp>
      <p:sp>
        <p:nvSpPr>
          <p:cNvPr id="65" name="Ellipse 64">
            <a:extLst>
              <a:ext uri="{FF2B5EF4-FFF2-40B4-BE49-F238E27FC236}">
                <a16:creationId xmlns:a16="http://schemas.microsoft.com/office/drawing/2014/main" id="{C0DD9803-6B46-2896-2EDF-66E297006045}"/>
              </a:ext>
            </a:extLst>
          </p:cNvPr>
          <p:cNvSpPr>
            <a:spLocks noChangeAspect="1"/>
          </p:cNvSpPr>
          <p:nvPr/>
        </p:nvSpPr>
        <p:spPr bwMode="gray">
          <a:xfrm>
            <a:off x="5231904" y="1484784"/>
            <a:ext cx="3888000" cy="388800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76" name="Textplatzhalter 2">
            <a:extLst>
              <a:ext uri="{FF2B5EF4-FFF2-40B4-BE49-F238E27FC236}">
                <a16:creationId xmlns:a16="http://schemas.microsoft.com/office/drawing/2014/main" id="{07DF5CF6-31F4-5730-1FD2-5F4D051157B9}"/>
              </a:ext>
            </a:extLst>
          </p:cNvPr>
          <p:cNvSpPr txBox="1">
            <a:spLocks/>
          </p:cNvSpPr>
          <p:nvPr/>
        </p:nvSpPr>
        <p:spPr bwMode="gray">
          <a:xfrm>
            <a:off x="9372364" y="2744956"/>
            <a:ext cx="1656000" cy="1367656"/>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Lorem ipsum</a:t>
            </a:r>
          </a:p>
        </p:txBody>
      </p:sp>
      <p:sp>
        <p:nvSpPr>
          <p:cNvPr id="77" name="Textplatzhalter 2">
            <a:extLst>
              <a:ext uri="{FF2B5EF4-FFF2-40B4-BE49-F238E27FC236}">
                <a16:creationId xmlns:a16="http://schemas.microsoft.com/office/drawing/2014/main" id="{C02FBE54-0E1C-4C04-DC09-FD4CDD885897}"/>
              </a:ext>
            </a:extLst>
          </p:cNvPr>
          <p:cNvSpPr txBox="1">
            <a:spLocks/>
          </p:cNvSpPr>
          <p:nvPr/>
        </p:nvSpPr>
        <p:spPr bwMode="gray">
          <a:xfrm>
            <a:off x="5519936" y="2744956"/>
            <a:ext cx="1656000" cy="1367656"/>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r">
              <a:buNone/>
            </a:pPr>
            <a:r>
              <a:rPr lang="en-US" b="1" dirty="0"/>
              <a:t>Lorem ipsum</a:t>
            </a:r>
          </a:p>
        </p:txBody>
      </p:sp>
      <p:sp>
        <p:nvSpPr>
          <p:cNvPr id="79" name="Textplatzhalter 2">
            <a:extLst>
              <a:ext uri="{FF2B5EF4-FFF2-40B4-BE49-F238E27FC236}">
                <a16:creationId xmlns:a16="http://schemas.microsoft.com/office/drawing/2014/main" id="{AEA219BF-27C1-95D3-D98A-5A68355FB274}"/>
              </a:ext>
            </a:extLst>
          </p:cNvPr>
          <p:cNvSpPr txBox="1">
            <a:spLocks/>
          </p:cNvSpPr>
          <p:nvPr/>
        </p:nvSpPr>
        <p:spPr bwMode="gray">
          <a:xfrm>
            <a:off x="7697650" y="2744956"/>
            <a:ext cx="1152000" cy="1367656"/>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b="1" dirty="0">
                <a:solidFill>
                  <a:schemeClr val="bg2"/>
                </a:solidFill>
              </a:rPr>
              <a:t>Lorem ipsum</a:t>
            </a:r>
          </a:p>
        </p:txBody>
      </p:sp>
      <p:sp>
        <p:nvSpPr>
          <p:cNvPr id="81" name="Ellipse 80">
            <a:extLst>
              <a:ext uri="{FF2B5EF4-FFF2-40B4-BE49-F238E27FC236}">
                <a16:creationId xmlns:a16="http://schemas.microsoft.com/office/drawing/2014/main" id="{FB24CDF1-2AE1-76BE-B509-9C30602F6148}"/>
              </a:ext>
            </a:extLst>
          </p:cNvPr>
          <p:cNvSpPr/>
          <p:nvPr/>
        </p:nvSpPr>
        <p:spPr bwMode="gray">
          <a:xfrm>
            <a:off x="5195900" y="1916832"/>
            <a:ext cx="828092" cy="828092"/>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85" name="Grafik 84">
            <a:extLst>
              <a:ext uri="{FF2B5EF4-FFF2-40B4-BE49-F238E27FC236}">
                <a16:creationId xmlns:a16="http://schemas.microsoft.com/office/drawing/2014/main" id="{3A353A9E-578A-A531-F16B-DDD65A4E456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5321946" y="2042878"/>
            <a:ext cx="576000" cy="576000"/>
          </a:xfrm>
          <a:prstGeom prst="rect">
            <a:avLst/>
          </a:prstGeom>
        </p:spPr>
      </p:pic>
      <p:pic>
        <p:nvPicPr>
          <p:cNvPr id="4" name="Grafik 3">
            <a:extLst>
              <a:ext uri="{FF2B5EF4-FFF2-40B4-BE49-F238E27FC236}">
                <a16:creationId xmlns:a16="http://schemas.microsoft.com/office/drawing/2014/main" id="{F9891313-6872-5561-05C1-7367F6C71A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479376" y="1952836"/>
            <a:ext cx="576000" cy="576000"/>
          </a:xfrm>
          <a:prstGeom prst="rect">
            <a:avLst/>
          </a:prstGeom>
        </p:spPr>
      </p:pic>
      <p:sp>
        <p:nvSpPr>
          <p:cNvPr id="7" name="Fußzeilenplatzhalter 6">
            <a:extLst>
              <a:ext uri="{FF2B5EF4-FFF2-40B4-BE49-F238E27FC236}">
                <a16:creationId xmlns:a16="http://schemas.microsoft.com/office/drawing/2014/main" id="{C5DBFB72-CC25-AC9F-E004-DFB2F2D0C91C}"/>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Slide library    |     ONLY FOR INTERNAL USE</a:t>
            </a:r>
          </a:p>
        </p:txBody>
      </p:sp>
      <p:sp>
        <p:nvSpPr>
          <p:cNvPr id="8" name="Foliennummernplatzhalter 7">
            <a:extLst>
              <a:ext uri="{FF2B5EF4-FFF2-40B4-BE49-F238E27FC236}">
                <a16:creationId xmlns:a16="http://schemas.microsoft.com/office/drawing/2014/main" id="{9DD5B1C4-17F1-B29F-C7D9-B5CFDD901C24}"/>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42</a:t>
            </a:fld>
            <a:endParaRPr lang="en-US" dirty="0">
              <a:solidFill>
                <a:schemeClr val="bg1"/>
              </a:solidFill>
            </a:endParaRPr>
          </a:p>
        </p:txBody>
      </p:sp>
      <p:sp>
        <p:nvSpPr>
          <p:cNvPr id="6" name="Ellipse 5">
            <a:extLst>
              <a:ext uri="{FF2B5EF4-FFF2-40B4-BE49-F238E27FC236}">
                <a16:creationId xmlns:a16="http://schemas.microsoft.com/office/drawing/2014/main" id="{F8E41E6E-7272-DC6E-286F-9051204F6D8C}"/>
              </a:ext>
            </a:extLst>
          </p:cNvPr>
          <p:cNvSpPr>
            <a:spLocks noChangeAspect="1"/>
          </p:cNvSpPr>
          <p:nvPr/>
        </p:nvSpPr>
        <p:spPr bwMode="gray">
          <a:xfrm>
            <a:off x="7427396" y="1484784"/>
            <a:ext cx="3888000" cy="388800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86" name="Ellipse 85">
            <a:extLst>
              <a:ext uri="{FF2B5EF4-FFF2-40B4-BE49-F238E27FC236}">
                <a16:creationId xmlns:a16="http://schemas.microsoft.com/office/drawing/2014/main" id="{D6BE673A-7F79-B60E-5EED-9AC29A22D74B}"/>
              </a:ext>
            </a:extLst>
          </p:cNvPr>
          <p:cNvSpPr/>
          <p:nvPr/>
        </p:nvSpPr>
        <p:spPr bwMode="gray">
          <a:xfrm>
            <a:off x="10524492" y="4113076"/>
            <a:ext cx="828092" cy="828092"/>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84" name="Grafik 83">
            <a:extLst>
              <a:ext uri="{FF2B5EF4-FFF2-40B4-BE49-F238E27FC236}">
                <a16:creationId xmlns:a16="http://schemas.microsoft.com/office/drawing/2014/main" id="{C9ADF01C-4DF0-912B-4074-2EE44F2CC73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gray">
          <a:xfrm>
            <a:off x="10650538" y="4239122"/>
            <a:ext cx="576000" cy="576000"/>
          </a:xfrm>
          <a:prstGeom prst="rect">
            <a:avLst/>
          </a:prstGeom>
        </p:spPr>
      </p:pic>
    </p:spTree>
    <p:extLst>
      <p:ext uri="{BB962C8B-B14F-4D97-AF65-F5344CB8AC3E}">
        <p14:creationId xmlns:p14="http://schemas.microsoft.com/office/powerpoint/2010/main" val="267667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708F4CB0-0520-5021-ACCE-2C84F70D1EB4}"/>
              </a:ext>
            </a:extLst>
          </p:cNvPr>
          <p:cNvSpPr/>
          <p:nvPr/>
        </p:nvSpPr>
        <p:spPr bwMode="ltGray">
          <a:xfrm>
            <a:off x="4332289" y="0"/>
            <a:ext cx="7859712"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hteck 3" hidden="1">
            <a:extLst>
              <a:ext uri="{FF2B5EF4-FFF2-40B4-BE49-F238E27FC236}">
                <a16:creationId xmlns:a16="http://schemas.microsoft.com/office/drawing/2014/main" id="{0153B86B-A0F9-4076-AB3B-323A94DF0EA0}"/>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3" name="Titel 12">
            <a:extLst>
              <a:ext uri="{FF2B5EF4-FFF2-40B4-BE49-F238E27FC236}">
                <a16:creationId xmlns:a16="http://schemas.microsoft.com/office/drawing/2014/main" id="{86F66FDB-18D0-3233-10AA-0645A5A73833}"/>
              </a:ext>
            </a:extLst>
          </p:cNvPr>
          <p:cNvSpPr>
            <a:spLocks noGrp="1"/>
          </p:cNvSpPr>
          <p:nvPr>
            <p:ph type="title"/>
          </p:nvPr>
        </p:nvSpPr>
        <p:spPr bwMode="gray">
          <a:xfrm>
            <a:off x="479425" y="476250"/>
            <a:ext cx="3564000" cy="720725"/>
          </a:xfrm>
        </p:spPr>
        <p:txBody>
          <a:bodyPr/>
          <a:lstStyle/>
          <a:p>
            <a:r>
              <a:rPr lang="en-US" dirty="0"/>
              <a:t>Intersection</a:t>
            </a:r>
            <a:br>
              <a:rPr lang="en-US" dirty="0"/>
            </a:br>
            <a:r>
              <a:rPr lang="en-US" dirty="0"/>
              <a:t>of three circles</a:t>
            </a:r>
          </a:p>
        </p:txBody>
      </p:sp>
      <p:sp>
        <p:nvSpPr>
          <p:cNvPr id="12" name="Textplatzhalter 11">
            <a:extLst>
              <a:ext uri="{FF2B5EF4-FFF2-40B4-BE49-F238E27FC236}">
                <a16:creationId xmlns:a16="http://schemas.microsoft.com/office/drawing/2014/main" id="{E9569A8F-3C08-9B7B-268C-1990871A1996}"/>
              </a:ext>
            </a:extLst>
          </p:cNvPr>
          <p:cNvSpPr>
            <a:spLocks noGrp="1"/>
          </p:cNvSpPr>
          <p:nvPr>
            <p:ph type="body" sz="quarter" idx="13"/>
          </p:nvPr>
        </p:nvSpPr>
        <p:spPr bwMode="gray">
          <a:xfrm>
            <a:off x="479998" y="5805280"/>
            <a:ext cx="3564000" cy="144000"/>
          </a:xfrm>
        </p:spPr>
        <p:txBody>
          <a:bodyPr/>
          <a:lstStyle/>
          <a:p>
            <a:endParaRPr lang="en-US" dirty="0"/>
          </a:p>
        </p:txBody>
      </p:sp>
      <p:sp>
        <p:nvSpPr>
          <p:cNvPr id="6" name="Fußzeilenplatzhalter 5">
            <a:extLst>
              <a:ext uri="{FF2B5EF4-FFF2-40B4-BE49-F238E27FC236}">
                <a16:creationId xmlns:a16="http://schemas.microsoft.com/office/drawing/2014/main" id="{2F843146-7CB6-2754-7130-1FEC638427AA}"/>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Slide library    |     ONLY FOR INTERNAL USE</a:t>
            </a:r>
          </a:p>
        </p:txBody>
      </p:sp>
      <p:sp>
        <p:nvSpPr>
          <p:cNvPr id="7" name="Foliennummernplatzhalter 6">
            <a:extLst>
              <a:ext uri="{FF2B5EF4-FFF2-40B4-BE49-F238E27FC236}">
                <a16:creationId xmlns:a16="http://schemas.microsoft.com/office/drawing/2014/main" id="{200AD191-3F1B-1648-97CC-657ED8A4F2C5}"/>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43</a:t>
            </a:fld>
            <a:endParaRPr lang="en-US" dirty="0">
              <a:solidFill>
                <a:schemeClr val="bg1"/>
              </a:solidFill>
            </a:endParaRPr>
          </a:p>
        </p:txBody>
      </p:sp>
      <p:sp>
        <p:nvSpPr>
          <p:cNvPr id="15" name="Textplatzhalter 2">
            <a:extLst>
              <a:ext uri="{FF2B5EF4-FFF2-40B4-BE49-F238E27FC236}">
                <a16:creationId xmlns:a16="http://schemas.microsoft.com/office/drawing/2014/main" id="{DAD5DC34-8975-B696-7B5F-48AEFF57E9A6}"/>
              </a:ext>
            </a:extLst>
          </p:cNvPr>
          <p:cNvSpPr txBox="1">
            <a:spLocks/>
          </p:cNvSpPr>
          <p:nvPr/>
        </p:nvSpPr>
        <p:spPr bwMode="gray">
          <a:xfrm>
            <a:off x="479474" y="2672916"/>
            <a:ext cx="3563890" cy="3132348"/>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Sed vitae arcu in condimentum blandit. Duis molestie et nisl nibh. Maecenas venenatis eget justo. Pellentesque convallis, lorem nec</a:t>
            </a:r>
            <a:br>
              <a:rPr lang="en-US" dirty="0"/>
            </a:br>
            <a:r>
              <a:rPr lang="en-US" dirty="0"/>
              <a:t>in pharetra venenatis, libero.</a:t>
            </a:r>
          </a:p>
        </p:txBody>
      </p:sp>
      <p:sp>
        <p:nvSpPr>
          <p:cNvPr id="17" name="Ellipse 16">
            <a:extLst>
              <a:ext uri="{FF2B5EF4-FFF2-40B4-BE49-F238E27FC236}">
                <a16:creationId xmlns:a16="http://schemas.microsoft.com/office/drawing/2014/main" id="{FE827955-8747-17E7-E076-C525FFA32FAE}"/>
              </a:ext>
            </a:extLst>
          </p:cNvPr>
          <p:cNvSpPr>
            <a:spLocks noChangeAspect="1"/>
          </p:cNvSpPr>
          <p:nvPr/>
        </p:nvSpPr>
        <p:spPr bwMode="gray">
          <a:xfrm>
            <a:off x="5849928" y="3141280"/>
            <a:ext cx="2808000" cy="280800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18" name="Ellipse 17">
            <a:extLst>
              <a:ext uri="{FF2B5EF4-FFF2-40B4-BE49-F238E27FC236}">
                <a16:creationId xmlns:a16="http://schemas.microsoft.com/office/drawing/2014/main" id="{90AA6469-8EE1-FAEA-B0DD-462B55B9E83A}"/>
              </a:ext>
            </a:extLst>
          </p:cNvPr>
          <p:cNvSpPr>
            <a:spLocks noChangeAspect="1"/>
          </p:cNvSpPr>
          <p:nvPr/>
        </p:nvSpPr>
        <p:spPr bwMode="gray">
          <a:xfrm>
            <a:off x="7866363" y="3141280"/>
            <a:ext cx="2808000" cy="280800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33" name="Ellipse 32">
            <a:extLst>
              <a:ext uri="{FF2B5EF4-FFF2-40B4-BE49-F238E27FC236}">
                <a16:creationId xmlns:a16="http://schemas.microsoft.com/office/drawing/2014/main" id="{116E97C0-2586-02A9-C43B-318971DC90FD}"/>
              </a:ext>
            </a:extLst>
          </p:cNvPr>
          <p:cNvSpPr>
            <a:spLocks noChangeAspect="1"/>
          </p:cNvSpPr>
          <p:nvPr/>
        </p:nvSpPr>
        <p:spPr bwMode="gray">
          <a:xfrm>
            <a:off x="6858145" y="1413088"/>
            <a:ext cx="2808000" cy="280800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66" name="Textplatzhalter 2">
            <a:extLst>
              <a:ext uri="{FF2B5EF4-FFF2-40B4-BE49-F238E27FC236}">
                <a16:creationId xmlns:a16="http://schemas.microsoft.com/office/drawing/2014/main" id="{ED0960A3-5411-487D-4E3C-BD55C75C86AA}"/>
              </a:ext>
            </a:extLst>
          </p:cNvPr>
          <p:cNvSpPr txBox="1">
            <a:spLocks/>
          </p:cNvSpPr>
          <p:nvPr/>
        </p:nvSpPr>
        <p:spPr bwMode="gray">
          <a:xfrm>
            <a:off x="7218145" y="2060848"/>
            <a:ext cx="2088000" cy="792088"/>
          </a:xfrm>
          <a:prstGeom prst="rect">
            <a:avLst/>
          </a:prstGeom>
        </p:spPr>
        <p:txBody>
          <a:bodyPr vert="horz" lIns="0" tIns="0" rIns="0" bIns="0" rtlCol="0" anchor="b"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t>Lorem ipsum</a:t>
            </a:r>
          </a:p>
        </p:txBody>
      </p:sp>
      <p:sp>
        <p:nvSpPr>
          <p:cNvPr id="67" name="Textplatzhalter 2">
            <a:extLst>
              <a:ext uri="{FF2B5EF4-FFF2-40B4-BE49-F238E27FC236}">
                <a16:creationId xmlns:a16="http://schemas.microsoft.com/office/drawing/2014/main" id="{B92B0682-AAA7-4DC1-5E11-5A34C7A4CB4C}"/>
              </a:ext>
            </a:extLst>
          </p:cNvPr>
          <p:cNvSpPr txBox="1">
            <a:spLocks/>
          </p:cNvSpPr>
          <p:nvPr/>
        </p:nvSpPr>
        <p:spPr bwMode="gray">
          <a:xfrm>
            <a:off x="8832304" y="4257092"/>
            <a:ext cx="1584176" cy="792088"/>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t>Lorem ipsum</a:t>
            </a:r>
          </a:p>
        </p:txBody>
      </p:sp>
      <p:sp>
        <p:nvSpPr>
          <p:cNvPr id="68" name="Textplatzhalter 2">
            <a:extLst>
              <a:ext uri="{FF2B5EF4-FFF2-40B4-BE49-F238E27FC236}">
                <a16:creationId xmlns:a16="http://schemas.microsoft.com/office/drawing/2014/main" id="{B9711414-7864-9198-2BAD-DDD301EBEFE3}"/>
              </a:ext>
            </a:extLst>
          </p:cNvPr>
          <p:cNvSpPr txBox="1">
            <a:spLocks/>
          </p:cNvSpPr>
          <p:nvPr/>
        </p:nvSpPr>
        <p:spPr bwMode="gray">
          <a:xfrm>
            <a:off x="6096000" y="4257092"/>
            <a:ext cx="1584176" cy="792088"/>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t>Lorem ipsum</a:t>
            </a:r>
          </a:p>
        </p:txBody>
      </p:sp>
      <p:sp>
        <p:nvSpPr>
          <p:cNvPr id="69" name="Ellipse 68">
            <a:extLst>
              <a:ext uri="{FF2B5EF4-FFF2-40B4-BE49-F238E27FC236}">
                <a16:creationId xmlns:a16="http://schemas.microsoft.com/office/drawing/2014/main" id="{4D523BC5-9F80-5890-0129-7F37DF04EC2E}"/>
              </a:ext>
            </a:extLst>
          </p:cNvPr>
          <p:cNvSpPr/>
          <p:nvPr/>
        </p:nvSpPr>
        <p:spPr bwMode="gray">
          <a:xfrm>
            <a:off x="7848099" y="998829"/>
            <a:ext cx="828092" cy="828092"/>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70" name="Grafik 69">
            <a:extLst>
              <a:ext uri="{FF2B5EF4-FFF2-40B4-BE49-F238E27FC236}">
                <a16:creationId xmlns:a16="http://schemas.microsoft.com/office/drawing/2014/main" id="{D0DC9DFD-EA5D-D8C3-A495-03A3ABC30F8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bwMode="gray">
          <a:xfrm>
            <a:off x="7974145" y="1124875"/>
            <a:ext cx="576000" cy="576000"/>
          </a:xfrm>
          <a:prstGeom prst="rect">
            <a:avLst/>
          </a:prstGeom>
        </p:spPr>
      </p:pic>
      <p:sp>
        <p:nvSpPr>
          <p:cNvPr id="71" name="Ellipse 70">
            <a:extLst>
              <a:ext uri="{FF2B5EF4-FFF2-40B4-BE49-F238E27FC236}">
                <a16:creationId xmlns:a16="http://schemas.microsoft.com/office/drawing/2014/main" id="{1B517417-2D58-F7DE-1316-660A052C14D6}"/>
              </a:ext>
            </a:extLst>
          </p:cNvPr>
          <p:cNvSpPr/>
          <p:nvPr/>
        </p:nvSpPr>
        <p:spPr bwMode="gray">
          <a:xfrm>
            <a:off x="9804412" y="5265204"/>
            <a:ext cx="828092" cy="828092"/>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72" name="Grafik 71">
            <a:extLst>
              <a:ext uri="{FF2B5EF4-FFF2-40B4-BE49-F238E27FC236}">
                <a16:creationId xmlns:a16="http://schemas.microsoft.com/office/drawing/2014/main" id="{CD807341-2072-3956-485C-D2C3813DE04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9930458" y="5391250"/>
            <a:ext cx="576000" cy="576000"/>
          </a:xfrm>
          <a:prstGeom prst="rect">
            <a:avLst/>
          </a:prstGeom>
        </p:spPr>
      </p:pic>
      <p:sp>
        <p:nvSpPr>
          <p:cNvPr id="73" name="Ellipse 72">
            <a:extLst>
              <a:ext uri="{FF2B5EF4-FFF2-40B4-BE49-F238E27FC236}">
                <a16:creationId xmlns:a16="http://schemas.microsoft.com/office/drawing/2014/main" id="{B87555EA-837A-8DFB-D736-924BA33E0ABC}"/>
              </a:ext>
            </a:extLst>
          </p:cNvPr>
          <p:cNvSpPr/>
          <p:nvPr/>
        </p:nvSpPr>
        <p:spPr bwMode="gray">
          <a:xfrm>
            <a:off x="5952810" y="5265204"/>
            <a:ext cx="828092" cy="828092"/>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75" name="Grafik 74">
            <a:extLst>
              <a:ext uri="{FF2B5EF4-FFF2-40B4-BE49-F238E27FC236}">
                <a16:creationId xmlns:a16="http://schemas.microsoft.com/office/drawing/2014/main" id="{0BBEE15A-8265-0C84-CD77-2D9FA92D756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gray">
          <a:xfrm>
            <a:off x="6078856" y="5391250"/>
            <a:ext cx="576000" cy="576000"/>
          </a:xfrm>
          <a:prstGeom prst="rect">
            <a:avLst/>
          </a:prstGeom>
        </p:spPr>
      </p:pic>
      <p:pic>
        <p:nvPicPr>
          <p:cNvPr id="76" name="Grafik 75">
            <a:extLst>
              <a:ext uri="{FF2B5EF4-FFF2-40B4-BE49-F238E27FC236}">
                <a16:creationId xmlns:a16="http://schemas.microsoft.com/office/drawing/2014/main" id="{64D23FE3-BC94-F9A1-4E74-DE6428ACCE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bwMode="gray">
          <a:xfrm>
            <a:off x="479376" y="1952836"/>
            <a:ext cx="576000" cy="576000"/>
          </a:xfrm>
          <a:prstGeom prst="rect">
            <a:avLst/>
          </a:prstGeom>
        </p:spPr>
      </p:pic>
      <p:sp>
        <p:nvSpPr>
          <p:cNvPr id="23" name="Freihandform: Form 22">
            <a:extLst>
              <a:ext uri="{FF2B5EF4-FFF2-40B4-BE49-F238E27FC236}">
                <a16:creationId xmlns:a16="http://schemas.microsoft.com/office/drawing/2014/main" id="{C445955C-15C1-4D85-1ACD-234C1F291DCB}"/>
              </a:ext>
            </a:extLst>
          </p:cNvPr>
          <p:cNvSpPr>
            <a:spLocks noChangeAspect="1"/>
          </p:cNvSpPr>
          <p:nvPr/>
        </p:nvSpPr>
        <p:spPr bwMode="gray">
          <a:xfrm>
            <a:off x="6908722" y="3141280"/>
            <a:ext cx="1353424" cy="1035278"/>
          </a:xfrm>
          <a:custGeom>
            <a:avLst/>
            <a:gdLst>
              <a:gd name="connsiteX0" fmla="*/ 345206 w 1353424"/>
              <a:gd name="connsiteY0" fmla="*/ 0 h 1035278"/>
              <a:gd name="connsiteX1" fmla="*/ 1337984 w 1353424"/>
              <a:gd name="connsiteY1" fmla="*/ 411222 h 1035278"/>
              <a:gd name="connsiteX2" fmla="*/ 1353424 w 1353424"/>
              <a:gd name="connsiteY2" fmla="*/ 428210 h 1035278"/>
              <a:gd name="connsiteX3" fmla="*/ 1278246 w 1353424"/>
              <a:gd name="connsiteY3" fmla="*/ 510926 h 1035278"/>
              <a:gd name="connsiteX4" fmla="*/ 1020762 w 1353424"/>
              <a:gd name="connsiteY4" fmla="*/ 986493 h 1035278"/>
              <a:gd name="connsiteX5" fmla="*/ 1008218 w 1353424"/>
              <a:gd name="connsiteY5" fmla="*/ 1035278 h 1035278"/>
              <a:gd name="connsiteX6" fmla="*/ 935916 w 1353424"/>
              <a:gd name="connsiteY6" fmla="*/ 1016687 h 1035278"/>
              <a:gd name="connsiteX7" fmla="*/ 12544 w 1353424"/>
              <a:gd name="connsiteY7" fmla="*/ 93315 h 1035278"/>
              <a:gd name="connsiteX8" fmla="*/ 0 w 1353424"/>
              <a:gd name="connsiteY8" fmla="*/ 44531 h 1035278"/>
              <a:gd name="connsiteX9" fmla="*/ 62251 w 1353424"/>
              <a:gd name="connsiteY9" fmla="*/ 28524 h 1035278"/>
              <a:gd name="connsiteX10" fmla="*/ 345206 w 1353424"/>
              <a:gd name="connsiteY10" fmla="*/ 0 h 103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3424" h="1035278">
                <a:moveTo>
                  <a:pt x="345206" y="0"/>
                </a:moveTo>
                <a:cubicBezTo>
                  <a:pt x="732910" y="0"/>
                  <a:pt x="1083910" y="157148"/>
                  <a:pt x="1337984" y="411222"/>
                </a:cubicBezTo>
                <a:lnTo>
                  <a:pt x="1353424" y="428210"/>
                </a:lnTo>
                <a:lnTo>
                  <a:pt x="1278246" y="510926"/>
                </a:lnTo>
                <a:cubicBezTo>
                  <a:pt x="1163796" y="649608"/>
                  <a:pt x="1075458" y="810640"/>
                  <a:pt x="1020762" y="986493"/>
                </a:cubicBezTo>
                <a:lnTo>
                  <a:pt x="1008218" y="1035278"/>
                </a:lnTo>
                <a:lnTo>
                  <a:pt x="935916" y="1016687"/>
                </a:lnTo>
                <a:cubicBezTo>
                  <a:pt x="496282" y="879947"/>
                  <a:pt x="149285" y="532949"/>
                  <a:pt x="12544" y="93315"/>
                </a:cubicBezTo>
                <a:lnTo>
                  <a:pt x="0" y="44531"/>
                </a:lnTo>
                <a:lnTo>
                  <a:pt x="62251" y="28524"/>
                </a:lnTo>
                <a:cubicBezTo>
                  <a:pt x="153648" y="9822"/>
                  <a:pt x="248280" y="0"/>
                  <a:pt x="345206" y="0"/>
                </a:cubicBezTo>
                <a:close/>
              </a:path>
            </a:pathLst>
          </a:custGeom>
          <a:solidFill>
            <a:schemeClr val="bg1">
              <a:alpha val="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22" name="Freihandform: Form 21">
            <a:extLst>
              <a:ext uri="{FF2B5EF4-FFF2-40B4-BE49-F238E27FC236}">
                <a16:creationId xmlns:a16="http://schemas.microsoft.com/office/drawing/2014/main" id="{7F8647FF-C6B6-D04D-50F0-E330BE12B88D}"/>
              </a:ext>
            </a:extLst>
          </p:cNvPr>
          <p:cNvSpPr>
            <a:spLocks noChangeAspect="1"/>
          </p:cNvSpPr>
          <p:nvPr/>
        </p:nvSpPr>
        <p:spPr bwMode="gray">
          <a:xfrm>
            <a:off x="8262146" y="3141280"/>
            <a:ext cx="1353422" cy="1035278"/>
          </a:xfrm>
          <a:custGeom>
            <a:avLst/>
            <a:gdLst>
              <a:gd name="connsiteX0" fmla="*/ 1008217 w 1353422"/>
              <a:gd name="connsiteY0" fmla="*/ 0 h 1035278"/>
              <a:gd name="connsiteX1" fmla="*/ 1291172 w 1353422"/>
              <a:gd name="connsiteY1" fmla="*/ 28524 h 1035278"/>
              <a:gd name="connsiteX2" fmla="*/ 1353422 w 1353422"/>
              <a:gd name="connsiteY2" fmla="*/ 44530 h 1035278"/>
              <a:gd name="connsiteX3" fmla="*/ 1340878 w 1353422"/>
              <a:gd name="connsiteY3" fmla="*/ 93315 h 1035278"/>
              <a:gd name="connsiteX4" fmla="*/ 417506 w 1353422"/>
              <a:gd name="connsiteY4" fmla="*/ 1016687 h 1035278"/>
              <a:gd name="connsiteX5" fmla="*/ 345205 w 1353422"/>
              <a:gd name="connsiteY5" fmla="*/ 1035278 h 1035278"/>
              <a:gd name="connsiteX6" fmla="*/ 332661 w 1353422"/>
              <a:gd name="connsiteY6" fmla="*/ 986493 h 1035278"/>
              <a:gd name="connsiteX7" fmla="*/ 75177 w 1353422"/>
              <a:gd name="connsiteY7" fmla="*/ 510926 h 1035278"/>
              <a:gd name="connsiteX8" fmla="*/ 0 w 1353422"/>
              <a:gd name="connsiteY8" fmla="*/ 428210 h 1035278"/>
              <a:gd name="connsiteX9" fmla="*/ 15439 w 1353422"/>
              <a:gd name="connsiteY9" fmla="*/ 411222 h 1035278"/>
              <a:gd name="connsiteX10" fmla="*/ 1008217 w 1353422"/>
              <a:gd name="connsiteY10" fmla="*/ 0 h 103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3422" h="1035278">
                <a:moveTo>
                  <a:pt x="1008217" y="0"/>
                </a:moveTo>
                <a:cubicBezTo>
                  <a:pt x="1105143" y="0"/>
                  <a:pt x="1199775" y="9822"/>
                  <a:pt x="1291172" y="28524"/>
                </a:cubicBezTo>
                <a:lnTo>
                  <a:pt x="1353422" y="44530"/>
                </a:lnTo>
                <a:lnTo>
                  <a:pt x="1340878" y="93315"/>
                </a:lnTo>
                <a:cubicBezTo>
                  <a:pt x="1204138" y="532949"/>
                  <a:pt x="857140" y="879947"/>
                  <a:pt x="417506" y="1016687"/>
                </a:cubicBezTo>
                <a:lnTo>
                  <a:pt x="345205" y="1035278"/>
                </a:lnTo>
                <a:lnTo>
                  <a:pt x="332661" y="986493"/>
                </a:lnTo>
                <a:cubicBezTo>
                  <a:pt x="277965" y="810640"/>
                  <a:pt x="189627" y="649608"/>
                  <a:pt x="75177" y="510926"/>
                </a:cubicBezTo>
                <a:lnTo>
                  <a:pt x="0" y="428210"/>
                </a:lnTo>
                <a:lnTo>
                  <a:pt x="15439" y="411222"/>
                </a:lnTo>
                <a:cubicBezTo>
                  <a:pt x="269513" y="157148"/>
                  <a:pt x="620513" y="0"/>
                  <a:pt x="1008217" y="0"/>
                </a:cubicBezTo>
                <a:close/>
              </a:path>
            </a:pathLst>
          </a:custGeom>
          <a:solidFill>
            <a:schemeClr val="bg1">
              <a:alpha val="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21" name="Freihandform: Form 20">
            <a:extLst>
              <a:ext uri="{FF2B5EF4-FFF2-40B4-BE49-F238E27FC236}">
                <a16:creationId xmlns:a16="http://schemas.microsoft.com/office/drawing/2014/main" id="{7A510EEC-7D8D-D6E1-565E-3ED82C6B5F00}"/>
              </a:ext>
            </a:extLst>
          </p:cNvPr>
          <p:cNvSpPr>
            <a:spLocks noChangeAspect="1"/>
          </p:cNvSpPr>
          <p:nvPr/>
        </p:nvSpPr>
        <p:spPr bwMode="gray">
          <a:xfrm>
            <a:off x="7866364" y="4176558"/>
            <a:ext cx="791565" cy="1344512"/>
          </a:xfrm>
          <a:custGeom>
            <a:avLst/>
            <a:gdLst>
              <a:gd name="connsiteX0" fmla="*/ 740988 w 791565"/>
              <a:gd name="connsiteY0" fmla="*/ 0 h 1344512"/>
              <a:gd name="connsiteX1" fmla="*/ 763041 w 791565"/>
              <a:gd name="connsiteY1" fmla="*/ 85767 h 1344512"/>
              <a:gd name="connsiteX2" fmla="*/ 791565 w 791565"/>
              <a:gd name="connsiteY2" fmla="*/ 368722 h 1344512"/>
              <a:gd name="connsiteX3" fmla="*/ 470960 w 791565"/>
              <a:gd name="connsiteY3" fmla="*/ 1261796 h 1344512"/>
              <a:gd name="connsiteX4" fmla="*/ 395783 w 791565"/>
              <a:gd name="connsiteY4" fmla="*/ 1344512 h 1344512"/>
              <a:gd name="connsiteX5" fmla="*/ 320605 w 791565"/>
              <a:gd name="connsiteY5" fmla="*/ 1261796 h 1344512"/>
              <a:gd name="connsiteX6" fmla="*/ 0 w 791565"/>
              <a:gd name="connsiteY6" fmla="*/ 368722 h 1344512"/>
              <a:gd name="connsiteX7" fmla="*/ 28524 w 791565"/>
              <a:gd name="connsiteY7" fmla="*/ 85767 h 1344512"/>
              <a:gd name="connsiteX8" fmla="*/ 50577 w 791565"/>
              <a:gd name="connsiteY8" fmla="*/ 0 h 1344512"/>
              <a:gd name="connsiteX9" fmla="*/ 112827 w 791565"/>
              <a:gd name="connsiteY9" fmla="*/ 16006 h 1344512"/>
              <a:gd name="connsiteX10" fmla="*/ 395782 w 791565"/>
              <a:gd name="connsiteY10" fmla="*/ 44530 h 1344512"/>
              <a:gd name="connsiteX11" fmla="*/ 678737 w 791565"/>
              <a:gd name="connsiteY11" fmla="*/ 16006 h 1344512"/>
              <a:gd name="connsiteX12" fmla="*/ 740988 w 791565"/>
              <a:gd name="connsiteY12" fmla="*/ 0 h 1344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1565" h="1344512">
                <a:moveTo>
                  <a:pt x="740988" y="0"/>
                </a:moveTo>
                <a:lnTo>
                  <a:pt x="763041" y="85767"/>
                </a:lnTo>
                <a:cubicBezTo>
                  <a:pt x="781743" y="177164"/>
                  <a:pt x="791565" y="271796"/>
                  <a:pt x="791565" y="368722"/>
                </a:cubicBezTo>
                <a:cubicBezTo>
                  <a:pt x="791565" y="707963"/>
                  <a:pt x="671249" y="1019103"/>
                  <a:pt x="470960" y="1261796"/>
                </a:cubicBezTo>
                <a:lnTo>
                  <a:pt x="395783" y="1344512"/>
                </a:lnTo>
                <a:lnTo>
                  <a:pt x="320605" y="1261796"/>
                </a:lnTo>
                <a:cubicBezTo>
                  <a:pt x="120317" y="1019103"/>
                  <a:pt x="0" y="707963"/>
                  <a:pt x="0" y="368722"/>
                </a:cubicBezTo>
                <a:cubicBezTo>
                  <a:pt x="0" y="271796"/>
                  <a:pt x="9822" y="177164"/>
                  <a:pt x="28524" y="85767"/>
                </a:cubicBezTo>
                <a:lnTo>
                  <a:pt x="50577" y="0"/>
                </a:lnTo>
                <a:lnTo>
                  <a:pt x="112827" y="16006"/>
                </a:lnTo>
                <a:cubicBezTo>
                  <a:pt x="204224" y="34708"/>
                  <a:pt x="298856" y="44530"/>
                  <a:pt x="395782" y="44530"/>
                </a:cubicBezTo>
                <a:cubicBezTo>
                  <a:pt x="492708" y="44530"/>
                  <a:pt x="587340" y="34708"/>
                  <a:pt x="678737" y="16006"/>
                </a:cubicBezTo>
                <a:lnTo>
                  <a:pt x="740988" y="0"/>
                </a:lnTo>
                <a:close/>
              </a:path>
            </a:pathLst>
          </a:custGeom>
          <a:solidFill>
            <a:schemeClr val="bg1">
              <a:alpha val="5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
        <p:nvSpPr>
          <p:cNvPr id="14" name="Freihandform: Form 13">
            <a:extLst>
              <a:ext uri="{FF2B5EF4-FFF2-40B4-BE49-F238E27FC236}">
                <a16:creationId xmlns:a16="http://schemas.microsoft.com/office/drawing/2014/main" id="{7542E770-96D0-5E1C-BE25-105FB5A8427E}"/>
              </a:ext>
            </a:extLst>
          </p:cNvPr>
          <p:cNvSpPr>
            <a:spLocks noChangeAspect="1"/>
          </p:cNvSpPr>
          <p:nvPr/>
        </p:nvSpPr>
        <p:spPr bwMode="gray">
          <a:xfrm>
            <a:off x="7916941" y="3569490"/>
            <a:ext cx="690411" cy="651598"/>
          </a:xfrm>
          <a:custGeom>
            <a:avLst/>
            <a:gdLst>
              <a:gd name="connsiteX0" fmla="*/ 345206 w 690411"/>
              <a:gd name="connsiteY0" fmla="*/ 0 h 651598"/>
              <a:gd name="connsiteX1" fmla="*/ 420383 w 690411"/>
              <a:gd name="connsiteY1" fmla="*/ 82716 h 651598"/>
              <a:gd name="connsiteX2" fmla="*/ 677867 w 690411"/>
              <a:gd name="connsiteY2" fmla="*/ 558283 h 651598"/>
              <a:gd name="connsiteX3" fmla="*/ 690411 w 690411"/>
              <a:gd name="connsiteY3" fmla="*/ 607068 h 651598"/>
              <a:gd name="connsiteX4" fmla="*/ 628160 w 690411"/>
              <a:gd name="connsiteY4" fmla="*/ 623074 h 651598"/>
              <a:gd name="connsiteX5" fmla="*/ 345205 w 690411"/>
              <a:gd name="connsiteY5" fmla="*/ 651598 h 651598"/>
              <a:gd name="connsiteX6" fmla="*/ 62250 w 690411"/>
              <a:gd name="connsiteY6" fmla="*/ 623074 h 651598"/>
              <a:gd name="connsiteX7" fmla="*/ 0 w 690411"/>
              <a:gd name="connsiteY7" fmla="*/ 607068 h 651598"/>
              <a:gd name="connsiteX8" fmla="*/ 12544 w 690411"/>
              <a:gd name="connsiteY8" fmla="*/ 558283 h 651598"/>
              <a:gd name="connsiteX9" fmla="*/ 270028 w 690411"/>
              <a:gd name="connsiteY9" fmla="*/ 82716 h 651598"/>
              <a:gd name="connsiteX10" fmla="*/ 345206 w 690411"/>
              <a:gd name="connsiteY10" fmla="*/ 0 h 651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0411" h="651598">
                <a:moveTo>
                  <a:pt x="345206" y="0"/>
                </a:moveTo>
                <a:lnTo>
                  <a:pt x="420383" y="82716"/>
                </a:lnTo>
                <a:cubicBezTo>
                  <a:pt x="534833" y="221398"/>
                  <a:pt x="623171" y="382430"/>
                  <a:pt x="677867" y="558283"/>
                </a:cubicBezTo>
                <a:lnTo>
                  <a:pt x="690411" y="607068"/>
                </a:lnTo>
                <a:lnTo>
                  <a:pt x="628160" y="623074"/>
                </a:lnTo>
                <a:cubicBezTo>
                  <a:pt x="536763" y="641776"/>
                  <a:pt x="442131" y="651598"/>
                  <a:pt x="345205" y="651598"/>
                </a:cubicBezTo>
                <a:cubicBezTo>
                  <a:pt x="248279" y="651598"/>
                  <a:pt x="153647" y="641776"/>
                  <a:pt x="62250" y="623074"/>
                </a:cubicBezTo>
                <a:lnTo>
                  <a:pt x="0" y="607068"/>
                </a:lnTo>
                <a:lnTo>
                  <a:pt x="12544" y="558283"/>
                </a:lnTo>
                <a:cubicBezTo>
                  <a:pt x="67240" y="382430"/>
                  <a:pt x="155578" y="221398"/>
                  <a:pt x="270028" y="82716"/>
                </a:cubicBezTo>
                <a:lnTo>
                  <a:pt x="345206" y="0"/>
                </a:lnTo>
                <a:close/>
              </a:path>
            </a:pathLst>
          </a:cu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40000"/>
              </a:lnSpc>
            </a:pPr>
            <a:endParaRPr lang="en-US" sz="1600" dirty="0">
              <a:solidFill>
                <a:schemeClr val="tx1"/>
              </a:solidFill>
            </a:endParaRPr>
          </a:p>
        </p:txBody>
      </p:sp>
    </p:spTree>
    <p:extLst>
      <p:ext uri="{BB962C8B-B14F-4D97-AF65-F5344CB8AC3E}">
        <p14:creationId xmlns:p14="http://schemas.microsoft.com/office/powerpoint/2010/main" val="31265721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platzhalter 2">
            <a:extLst>
              <a:ext uri="{FF2B5EF4-FFF2-40B4-BE49-F238E27FC236}">
                <a16:creationId xmlns:a16="http://schemas.microsoft.com/office/drawing/2014/main" id="{7D69052E-9CCF-AAE5-AD65-1A5C10D41B87}"/>
              </a:ext>
            </a:extLst>
          </p:cNvPr>
          <p:cNvSpPr txBox="1">
            <a:spLocks/>
          </p:cNvSpPr>
          <p:nvPr/>
        </p:nvSpPr>
        <p:spPr bwMode="invGray">
          <a:xfrm>
            <a:off x="2819372" y="2528771"/>
            <a:ext cx="2520544" cy="2100454"/>
          </a:xfrm>
          <a:prstGeom prst="hexagon">
            <a:avLst/>
          </a:prstGeom>
          <a:solidFill>
            <a:schemeClr val="tx2"/>
          </a:solid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solidFill>
                  <a:schemeClr val="bg2"/>
                </a:solidFill>
              </a:rPr>
              <a:t>Lorem ipsum</a:t>
            </a:r>
          </a:p>
        </p:txBody>
      </p:sp>
      <p:sp>
        <p:nvSpPr>
          <p:cNvPr id="37" name="Textplatzhalter 2">
            <a:extLst>
              <a:ext uri="{FF2B5EF4-FFF2-40B4-BE49-F238E27FC236}">
                <a16:creationId xmlns:a16="http://schemas.microsoft.com/office/drawing/2014/main" id="{4B476924-1F62-4E04-0335-7F897461E200}"/>
              </a:ext>
            </a:extLst>
          </p:cNvPr>
          <p:cNvSpPr txBox="1">
            <a:spLocks/>
          </p:cNvSpPr>
          <p:nvPr/>
        </p:nvSpPr>
        <p:spPr bwMode="invGray">
          <a:xfrm>
            <a:off x="4943933" y="1412875"/>
            <a:ext cx="2519998" cy="2099998"/>
          </a:xfrm>
          <a:prstGeom prst="hexagon">
            <a:avLst/>
          </a:prstGeom>
          <a:no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38" name="Textplatzhalter 2">
            <a:extLst>
              <a:ext uri="{FF2B5EF4-FFF2-40B4-BE49-F238E27FC236}">
                <a16:creationId xmlns:a16="http://schemas.microsoft.com/office/drawing/2014/main" id="{6AAC9B91-3EF0-FCA0-6994-2D0DCF54663B}"/>
              </a:ext>
            </a:extLst>
          </p:cNvPr>
          <p:cNvSpPr txBox="1">
            <a:spLocks/>
          </p:cNvSpPr>
          <p:nvPr/>
        </p:nvSpPr>
        <p:spPr bwMode="invGray">
          <a:xfrm>
            <a:off x="4943933" y="3645343"/>
            <a:ext cx="2519998" cy="2099998"/>
          </a:xfrm>
          <a:prstGeom prst="hexagon">
            <a:avLst/>
          </a:prstGeom>
          <a:no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39" name="Textplatzhalter 2">
            <a:extLst>
              <a:ext uri="{FF2B5EF4-FFF2-40B4-BE49-F238E27FC236}">
                <a16:creationId xmlns:a16="http://schemas.microsoft.com/office/drawing/2014/main" id="{051DDE8E-DB38-02FC-CAB9-239A1CA4C7E2}"/>
              </a:ext>
            </a:extLst>
          </p:cNvPr>
          <p:cNvSpPr txBox="1">
            <a:spLocks/>
          </p:cNvSpPr>
          <p:nvPr/>
        </p:nvSpPr>
        <p:spPr bwMode="invGray">
          <a:xfrm>
            <a:off x="7068169" y="2529219"/>
            <a:ext cx="2519998" cy="2099998"/>
          </a:xfrm>
          <a:prstGeom prst="hexagon">
            <a:avLst/>
          </a:prstGeom>
          <a:no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40" name="Textplatzhalter 2">
            <a:extLst>
              <a:ext uri="{FF2B5EF4-FFF2-40B4-BE49-F238E27FC236}">
                <a16:creationId xmlns:a16="http://schemas.microsoft.com/office/drawing/2014/main" id="{EF0D48CB-CE57-9C24-B4B5-2B73219E33D4}"/>
              </a:ext>
            </a:extLst>
          </p:cNvPr>
          <p:cNvSpPr txBox="1">
            <a:spLocks/>
          </p:cNvSpPr>
          <p:nvPr/>
        </p:nvSpPr>
        <p:spPr bwMode="invGray">
          <a:xfrm>
            <a:off x="9192511" y="3645343"/>
            <a:ext cx="2519998" cy="2099998"/>
          </a:xfrm>
          <a:prstGeom prst="hexagon">
            <a:avLst/>
          </a:prstGeom>
          <a:no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41" name="Textplatzhalter 2">
            <a:extLst>
              <a:ext uri="{FF2B5EF4-FFF2-40B4-BE49-F238E27FC236}">
                <a16:creationId xmlns:a16="http://schemas.microsoft.com/office/drawing/2014/main" id="{8FCE7613-9483-1F1C-8E46-7A57B7BA6773}"/>
              </a:ext>
            </a:extLst>
          </p:cNvPr>
          <p:cNvSpPr txBox="1">
            <a:spLocks/>
          </p:cNvSpPr>
          <p:nvPr/>
        </p:nvSpPr>
        <p:spPr bwMode="invGray">
          <a:xfrm>
            <a:off x="7068169" y="284787"/>
            <a:ext cx="2519998" cy="2099998"/>
          </a:xfrm>
          <a:prstGeom prst="hexagon">
            <a:avLst/>
          </a:prstGeom>
          <a:noFill/>
          <a:ln w="19050">
            <a:solidFill>
              <a:schemeClr val="tx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hteck 3" hidden="1">
            <a:extLst>
              <a:ext uri="{FF2B5EF4-FFF2-40B4-BE49-F238E27FC236}">
                <a16:creationId xmlns:a16="http://schemas.microsoft.com/office/drawing/2014/main" id="{BA2FC7C1-D5C7-479E-BAF2-E52478AD1CED}"/>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3" name="Titel 12">
            <a:extLst>
              <a:ext uri="{FF2B5EF4-FFF2-40B4-BE49-F238E27FC236}">
                <a16:creationId xmlns:a16="http://schemas.microsoft.com/office/drawing/2014/main" id="{778F22E3-561E-AA8B-B939-77E11108ACA9}"/>
              </a:ext>
            </a:extLst>
          </p:cNvPr>
          <p:cNvSpPr>
            <a:spLocks noGrp="1"/>
          </p:cNvSpPr>
          <p:nvPr>
            <p:ph type="title"/>
          </p:nvPr>
        </p:nvSpPr>
        <p:spPr bwMode="gray">
          <a:xfrm>
            <a:off x="479424" y="477000"/>
            <a:ext cx="11233151" cy="720000"/>
          </a:xfrm>
        </p:spPr>
        <p:txBody>
          <a:bodyPr/>
          <a:lstStyle/>
          <a:p>
            <a:r>
              <a:rPr lang="en-US" dirty="0"/>
              <a:t>Honeycombs with text</a:t>
            </a:r>
          </a:p>
        </p:txBody>
      </p:sp>
      <p:sp>
        <p:nvSpPr>
          <p:cNvPr id="12" name="Textplatzhalter 11">
            <a:extLst>
              <a:ext uri="{FF2B5EF4-FFF2-40B4-BE49-F238E27FC236}">
                <a16:creationId xmlns:a16="http://schemas.microsoft.com/office/drawing/2014/main" id="{AC9FC702-B816-9DD1-D6F6-42785E8D0AFD}"/>
              </a:ext>
            </a:extLst>
          </p:cNvPr>
          <p:cNvSpPr>
            <a:spLocks noGrp="1"/>
          </p:cNvSpPr>
          <p:nvPr>
            <p:ph type="body" sz="quarter" idx="13"/>
          </p:nvPr>
        </p:nvSpPr>
        <p:spPr bwMode="invGray"/>
        <p:txBody>
          <a:bodyPr/>
          <a:lstStyle/>
          <a:p>
            <a:endParaRPr lang="en-US" dirty="0"/>
          </a:p>
        </p:txBody>
      </p:sp>
      <p:sp>
        <p:nvSpPr>
          <p:cNvPr id="6" name="Fußzeilenplatzhalter 5">
            <a:extLst>
              <a:ext uri="{FF2B5EF4-FFF2-40B4-BE49-F238E27FC236}">
                <a16:creationId xmlns:a16="http://schemas.microsoft.com/office/drawing/2014/main" id="{58067AB0-FC22-CCBA-CC0D-6DCAF2F72C8F}"/>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7" name="Foliennummernplatzhalter 6">
            <a:extLst>
              <a:ext uri="{FF2B5EF4-FFF2-40B4-BE49-F238E27FC236}">
                <a16:creationId xmlns:a16="http://schemas.microsoft.com/office/drawing/2014/main" id="{38AD6C49-BF99-0A7D-8AC3-53DEA917E9F4}"/>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44</a:t>
            </a:fld>
            <a:endParaRPr lang="en-US" dirty="0"/>
          </a:p>
        </p:txBody>
      </p:sp>
      <p:pic>
        <p:nvPicPr>
          <p:cNvPr id="5" name="Grafik 4">
            <a:extLst>
              <a:ext uri="{FF2B5EF4-FFF2-40B4-BE49-F238E27FC236}">
                <a16:creationId xmlns:a16="http://schemas.microsoft.com/office/drawing/2014/main" id="{9295C971-279D-5E86-C395-E219CD739C2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7530" y="3032956"/>
            <a:ext cx="2339948" cy="2339948"/>
          </a:xfrm>
          <a:prstGeom prst="rect">
            <a:avLst/>
          </a:prstGeom>
        </p:spPr>
      </p:pic>
    </p:spTree>
    <p:extLst>
      <p:ext uri="{BB962C8B-B14F-4D97-AF65-F5344CB8AC3E}">
        <p14:creationId xmlns:p14="http://schemas.microsoft.com/office/powerpoint/2010/main" val="6370225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platzhalter 2">
            <a:extLst>
              <a:ext uri="{FF2B5EF4-FFF2-40B4-BE49-F238E27FC236}">
                <a16:creationId xmlns:a16="http://schemas.microsoft.com/office/drawing/2014/main" id="{007C331A-D1E7-992D-DE5F-58114C723759}"/>
              </a:ext>
            </a:extLst>
          </p:cNvPr>
          <p:cNvSpPr txBox="1">
            <a:spLocks/>
          </p:cNvSpPr>
          <p:nvPr/>
        </p:nvSpPr>
        <p:spPr bwMode="gray">
          <a:xfrm>
            <a:off x="8976320" y="296652"/>
            <a:ext cx="2520386" cy="2100416"/>
          </a:xfrm>
          <a:prstGeom prst="hexagon">
            <a:avLst/>
          </a:prstGeom>
          <a:no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22" name="Textplatzhalter 2">
            <a:extLst>
              <a:ext uri="{FF2B5EF4-FFF2-40B4-BE49-F238E27FC236}">
                <a16:creationId xmlns:a16="http://schemas.microsoft.com/office/drawing/2014/main" id="{69D8E31F-A987-3232-A14B-9E659BC0F945}"/>
              </a:ext>
            </a:extLst>
          </p:cNvPr>
          <p:cNvSpPr txBox="1">
            <a:spLocks/>
          </p:cNvSpPr>
          <p:nvPr/>
        </p:nvSpPr>
        <p:spPr bwMode="gray">
          <a:xfrm>
            <a:off x="6852084" y="1412776"/>
            <a:ext cx="2520386" cy="2100416"/>
          </a:xfrm>
          <a:prstGeom prst="hexagon">
            <a:avLst/>
          </a:prstGeom>
          <a:no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16" name="Textplatzhalter 2">
            <a:extLst>
              <a:ext uri="{FF2B5EF4-FFF2-40B4-BE49-F238E27FC236}">
                <a16:creationId xmlns:a16="http://schemas.microsoft.com/office/drawing/2014/main" id="{53DB8DBD-5B28-07F1-5F85-2B8C765C27C9}"/>
              </a:ext>
            </a:extLst>
          </p:cNvPr>
          <p:cNvSpPr txBox="1">
            <a:spLocks/>
          </p:cNvSpPr>
          <p:nvPr/>
        </p:nvSpPr>
        <p:spPr bwMode="gray">
          <a:xfrm>
            <a:off x="4727742" y="2528900"/>
            <a:ext cx="2520386" cy="2100416"/>
          </a:xfrm>
          <a:prstGeom prst="hexagon">
            <a:avLst/>
          </a:prstGeom>
          <a:no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14" name="Textplatzhalter 2">
            <a:extLst>
              <a:ext uri="{FF2B5EF4-FFF2-40B4-BE49-F238E27FC236}">
                <a16:creationId xmlns:a16="http://schemas.microsoft.com/office/drawing/2014/main" id="{6B6AD7B6-7BF3-4EAE-2766-821B4F4344B6}"/>
              </a:ext>
            </a:extLst>
          </p:cNvPr>
          <p:cNvSpPr txBox="1">
            <a:spLocks/>
          </p:cNvSpPr>
          <p:nvPr/>
        </p:nvSpPr>
        <p:spPr bwMode="gray">
          <a:xfrm>
            <a:off x="2603506" y="3645024"/>
            <a:ext cx="2520386" cy="2100416"/>
          </a:xfrm>
          <a:prstGeom prst="hexagon">
            <a:avLst/>
          </a:prstGeom>
          <a:no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23" name="Textplatzhalter 2">
            <a:extLst>
              <a:ext uri="{FF2B5EF4-FFF2-40B4-BE49-F238E27FC236}">
                <a16:creationId xmlns:a16="http://schemas.microsoft.com/office/drawing/2014/main" id="{FA12CD4E-AE22-BD9C-EEA6-4067F0CB3F46}"/>
              </a:ext>
            </a:extLst>
          </p:cNvPr>
          <p:cNvSpPr txBox="1">
            <a:spLocks/>
          </p:cNvSpPr>
          <p:nvPr/>
        </p:nvSpPr>
        <p:spPr bwMode="gray">
          <a:xfrm>
            <a:off x="479381" y="2528907"/>
            <a:ext cx="2520218" cy="2100182"/>
          </a:xfrm>
          <a:prstGeom prst="hexagon">
            <a:avLst/>
          </a:prstGeom>
          <a:solidFill>
            <a:schemeClr val="accent1"/>
          </a:solid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solidFill>
                  <a:schemeClr val="tx2"/>
                </a:solidFill>
              </a:rPr>
              <a:t>Lorem ipsum</a:t>
            </a:r>
          </a:p>
        </p:txBody>
      </p:sp>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hteck 3" hidden="1">
            <a:extLst>
              <a:ext uri="{FF2B5EF4-FFF2-40B4-BE49-F238E27FC236}">
                <a16:creationId xmlns:a16="http://schemas.microsoft.com/office/drawing/2014/main" id="{BA2FC7C1-D5C7-479E-BAF2-E52478AD1CED}"/>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3" name="Titel 12">
            <a:extLst>
              <a:ext uri="{FF2B5EF4-FFF2-40B4-BE49-F238E27FC236}">
                <a16:creationId xmlns:a16="http://schemas.microsoft.com/office/drawing/2014/main" id="{778F22E3-561E-AA8B-B939-77E11108ACA9}"/>
              </a:ext>
            </a:extLst>
          </p:cNvPr>
          <p:cNvSpPr>
            <a:spLocks noGrp="1"/>
          </p:cNvSpPr>
          <p:nvPr>
            <p:ph type="title"/>
          </p:nvPr>
        </p:nvSpPr>
        <p:spPr bwMode="gray">
          <a:xfrm>
            <a:off x="479424" y="477000"/>
            <a:ext cx="11233151" cy="720000"/>
          </a:xfrm>
        </p:spPr>
        <p:txBody>
          <a:bodyPr/>
          <a:lstStyle/>
          <a:p>
            <a:r>
              <a:rPr lang="en-US" dirty="0"/>
              <a:t>Honeycombs with text</a:t>
            </a:r>
          </a:p>
        </p:txBody>
      </p:sp>
      <p:sp>
        <p:nvSpPr>
          <p:cNvPr id="25" name="Textplatzhalter 24">
            <a:extLst>
              <a:ext uri="{FF2B5EF4-FFF2-40B4-BE49-F238E27FC236}">
                <a16:creationId xmlns:a16="http://schemas.microsoft.com/office/drawing/2014/main" id="{F082A89E-3B9F-2705-E52F-8F4F5FE6112D}"/>
              </a:ext>
            </a:extLst>
          </p:cNvPr>
          <p:cNvSpPr>
            <a:spLocks noGrp="1"/>
          </p:cNvSpPr>
          <p:nvPr>
            <p:ph type="body" sz="quarter" idx="13"/>
          </p:nvPr>
        </p:nvSpPr>
        <p:spPr bwMode="gray">
          <a:xfrm>
            <a:off x="479998" y="5805280"/>
            <a:ext cx="8227272" cy="155716"/>
          </a:xfrm>
        </p:spPr>
        <p:txBody>
          <a:bodyPr/>
          <a:lstStyle/>
          <a:p>
            <a:endParaRPr lang="en-US" dirty="0"/>
          </a:p>
        </p:txBody>
      </p:sp>
      <p:sp>
        <p:nvSpPr>
          <p:cNvPr id="6" name="Fußzeilenplatzhalter 5">
            <a:extLst>
              <a:ext uri="{FF2B5EF4-FFF2-40B4-BE49-F238E27FC236}">
                <a16:creationId xmlns:a16="http://schemas.microsoft.com/office/drawing/2014/main" id="{9ACCF6B8-1753-5743-5870-A93147E3CF57}"/>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9" name="Foliennummernplatzhalter 8">
            <a:extLst>
              <a:ext uri="{FF2B5EF4-FFF2-40B4-BE49-F238E27FC236}">
                <a16:creationId xmlns:a16="http://schemas.microsoft.com/office/drawing/2014/main" id="{2969824C-4187-6B69-90CC-E96D6245582B}"/>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45</a:t>
            </a:fld>
            <a:endParaRPr lang="en-US" dirty="0"/>
          </a:p>
        </p:txBody>
      </p:sp>
      <p:sp>
        <p:nvSpPr>
          <p:cNvPr id="11" name="Textplatzhalter 2">
            <a:extLst>
              <a:ext uri="{FF2B5EF4-FFF2-40B4-BE49-F238E27FC236}">
                <a16:creationId xmlns:a16="http://schemas.microsoft.com/office/drawing/2014/main" id="{F74541EE-2EA7-AF32-6956-32A6E9E96592}"/>
              </a:ext>
            </a:extLst>
          </p:cNvPr>
          <p:cNvSpPr txBox="1">
            <a:spLocks/>
          </p:cNvSpPr>
          <p:nvPr/>
        </p:nvSpPr>
        <p:spPr bwMode="gray">
          <a:xfrm>
            <a:off x="2603506" y="1412776"/>
            <a:ext cx="2520386" cy="2100416"/>
          </a:xfrm>
          <a:prstGeom prst="hexagon">
            <a:avLst/>
          </a:prstGeom>
          <a:noFill/>
          <a:ln w="19050">
            <a:solidFill>
              <a:schemeClr val="bg2"/>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pic>
        <p:nvPicPr>
          <p:cNvPr id="5" name="Grafik 4">
            <a:extLst>
              <a:ext uri="{FF2B5EF4-FFF2-40B4-BE49-F238E27FC236}">
                <a16:creationId xmlns:a16="http://schemas.microsoft.com/office/drawing/2014/main" id="{1D9D58C6-4351-9551-C83C-B544CEC0A01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07270" y="3663184"/>
            <a:ext cx="2789436" cy="2789436"/>
          </a:xfrm>
          <a:prstGeom prst="rect">
            <a:avLst/>
          </a:prstGeom>
        </p:spPr>
      </p:pic>
    </p:spTree>
    <p:extLst>
      <p:ext uri="{BB962C8B-B14F-4D97-AF65-F5344CB8AC3E}">
        <p14:creationId xmlns:p14="http://schemas.microsoft.com/office/powerpoint/2010/main" val="15908356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C5720B7D-BDC6-542A-5894-DFA3EE4F2EDC}"/>
              </a:ext>
            </a:extLst>
          </p:cNvPr>
          <p:cNvSpPr/>
          <p:nvPr/>
        </p:nvSpPr>
        <p:spPr bwMode="gray">
          <a:xfrm>
            <a:off x="0" y="0"/>
            <a:ext cx="12192000" cy="6858000"/>
          </a:xfrm>
          <a:prstGeom prst="rect">
            <a:avLst/>
          </a:prstGeom>
          <a:solidFill>
            <a:srgbClr val="FBF9AA"/>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pic>
        <p:nvPicPr>
          <p:cNvPr id="15" name="Grafik 14">
            <a:extLst>
              <a:ext uri="{FF2B5EF4-FFF2-40B4-BE49-F238E27FC236}">
                <a16:creationId xmlns:a16="http://schemas.microsoft.com/office/drawing/2014/main" id="{7A23C232-85B8-156B-0829-FBCE7BC0A2FD}"/>
              </a:ext>
            </a:extLst>
          </p:cNvPr>
          <p:cNvPicPr>
            <a:picLocks noChangeAspect="1"/>
          </p:cNvPicPr>
          <p:nvPr/>
        </p:nvPicPr>
        <p:blipFill rotWithShape="1">
          <a:blip>
            <a:extLst>
              <a:ext uri="{96DAC541-7B7A-43D3-8B79-37D633B846F1}">
                <asvg:svgBlip xmlns:asvg="http://schemas.microsoft.com/office/drawing/2016/SVG/main" r:embed="rId5"/>
              </a:ext>
            </a:extLst>
          </a:blip>
          <a:srcRect l="34504" r="43474" b="48243"/>
          <a:stretch/>
        </p:blipFill>
        <p:spPr>
          <a:xfrm>
            <a:off x="8454278" y="1916832"/>
            <a:ext cx="3737718" cy="4941168"/>
          </a:xfrm>
          <a:prstGeom prst="rect">
            <a:avLst/>
          </a:prstGeom>
        </p:spPr>
      </p:pic>
      <p:graphicFrame>
        <p:nvGraphicFramePr>
          <p:cNvPr id="3" name="Objekt 2"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6" imgW="360" imgH="360" progId="TCLayout.ActiveDocument.1">
                  <p:embed/>
                </p:oleObj>
              </mc:Choice>
              <mc:Fallback>
                <p:oleObj name="think-cell Folie" r:id="rId6" imgW="360" imgH="360" progId="TCLayout.ActiveDocument.1">
                  <p:embed/>
                  <p:pic>
                    <p:nvPicPr>
                      <p:cNvPr id="3" name="Objekt 2"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hteck 3" hidden="1">
            <a:extLst>
              <a:ext uri="{FF2B5EF4-FFF2-40B4-BE49-F238E27FC236}">
                <a16:creationId xmlns:a16="http://schemas.microsoft.com/office/drawing/2014/main" id="{BA2FC7C1-D5C7-479E-BAF2-E52478AD1CED}"/>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3" name="Titel 12">
            <a:extLst>
              <a:ext uri="{FF2B5EF4-FFF2-40B4-BE49-F238E27FC236}">
                <a16:creationId xmlns:a16="http://schemas.microsoft.com/office/drawing/2014/main" id="{778F22E3-561E-AA8B-B939-77E11108ACA9}"/>
              </a:ext>
            </a:extLst>
          </p:cNvPr>
          <p:cNvSpPr>
            <a:spLocks noGrp="1"/>
          </p:cNvSpPr>
          <p:nvPr>
            <p:ph type="title"/>
          </p:nvPr>
        </p:nvSpPr>
        <p:spPr bwMode="gray">
          <a:xfrm>
            <a:off x="479424" y="477000"/>
            <a:ext cx="11233151" cy="720000"/>
          </a:xfrm>
        </p:spPr>
        <p:txBody>
          <a:bodyPr/>
          <a:lstStyle/>
          <a:p>
            <a:r>
              <a:rPr lang="en-US" dirty="0"/>
              <a:t>Honeycombs with text</a:t>
            </a:r>
          </a:p>
        </p:txBody>
      </p:sp>
      <p:sp>
        <p:nvSpPr>
          <p:cNvPr id="12" name="Textplatzhalter 11">
            <a:extLst>
              <a:ext uri="{FF2B5EF4-FFF2-40B4-BE49-F238E27FC236}">
                <a16:creationId xmlns:a16="http://schemas.microsoft.com/office/drawing/2014/main" id="{1E2CA647-9176-CE02-0BB6-56869E75AFF4}"/>
              </a:ext>
            </a:extLst>
          </p:cNvPr>
          <p:cNvSpPr>
            <a:spLocks noGrp="1"/>
          </p:cNvSpPr>
          <p:nvPr>
            <p:ph type="body" sz="quarter" idx="13"/>
          </p:nvPr>
        </p:nvSpPr>
        <p:spPr bwMode="gray"/>
        <p:txBody>
          <a:bodyPr/>
          <a:lstStyle/>
          <a:p>
            <a:endParaRPr lang="en-US" dirty="0"/>
          </a:p>
        </p:txBody>
      </p:sp>
      <p:sp>
        <p:nvSpPr>
          <p:cNvPr id="7" name="Fußzeilenplatzhalter 6">
            <a:extLst>
              <a:ext uri="{FF2B5EF4-FFF2-40B4-BE49-F238E27FC236}">
                <a16:creationId xmlns:a16="http://schemas.microsoft.com/office/drawing/2014/main" id="{15CC7B9B-AF5E-6111-1986-2BA9F47459AC}"/>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8" name="Foliennummernplatzhalter 7">
            <a:extLst>
              <a:ext uri="{FF2B5EF4-FFF2-40B4-BE49-F238E27FC236}">
                <a16:creationId xmlns:a16="http://schemas.microsoft.com/office/drawing/2014/main" id="{28BA0769-300A-F6E4-0ECC-68F6F6287AA1}"/>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46</a:t>
            </a:fld>
            <a:endParaRPr lang="en-US" dirty="0"/>
          </a:p>
        </p:txBody>
      </p:sp>
      <p:sp>
        <p:nvSpPr>
          <p:cNvPr id="18" name="Textplatzhalter 2">
            <a:extLst>
              <a:ext uri="{FF2B5EF4-FFF2-40B4-BE49-F238E27FC236}">
                <a16:creationId xmlns:a16="http://schemas.microsoft.com/office/drawing/2014/main" id="{C162A3FB-8F0B-5693-AD09-0F0A0AD8D6AB}"/>
              </a:ext>
            </a:extLst>
          </p:cNvPr>
          <p:cNvSpPr txBox="1">
            <a:spLocks/>
          </p:cNvSpPr>
          <p:nvPr/>
        </p:nvSpPr>
        <p:spPr bwMode="gray">
          <a:xfrm>
            <a:off x="479482" y="2528989"/>
            <a:ext cx="2520174" cy="2100238"/>
          </a:xfrm>
          <a:prstGeom prst="hexagon">
            <a:avLst/>
          </a:prstGeom>
          <a:solidFill>
            <a:srgbClr val="FFD03D"/>
          </a:solidFill>
          <a:ln w="19050">
            <a:solidFill>
              <a:srgbClr val="FBF9AA"/>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b="1" dirty="0"/>
              <a:t>Lorem ipsum</a:t>
            </a:r>
          </a:p>
        </p:txBody>
      </p:sp>
      <p:sp>
        <p:nvSpPr>
          <p:cNvPr id="23" name="Textplatzhalter 2">
            <a:extLst>
              <a:ext uri="{FF2B5EF4-FFF2-40B4-BE49-F238E27FC236}">
                <a16:creationId xmlns:a16="http://schemas.microsoft.com/office/drawing/2014/main" id="{FAD6F0F8-E974-2B11-6D47-95CD2269B0B9}"/>
              </a:ext>
            </a:extLst>
          </p:cNvPr>
          <p:cNvSpPr txBox="1">
            <a:spLocks/>
          </p:cNvSpPr>
          <p:nvPr/>
        </p:nvSpPr>
        <p:spPr bwMode="gray">
          <a:xfrm>
            <a:off x="2603612" y="1412865"/>
            <a:ext cx="2520174" cy="2100238"/>
          </a:xfrm>
          <a:prstGeom prst="hexagon">
            <a:avLst/>
          </a:prstGeom>
          <a:noFill/>
          <a:ln w="19050">
            <a:solidFill>
              <a:srgbClr val="FFD03D"/>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25" name="Textplatzhalter 2">
            <a:extLst>
              <a:ext uri="{FF2B5EF4-FFF2-40B4-BE49-F238E27FC236}">
                <a16:creationId xmlns:a16="http://schemas.microsoft.com/office/drawing/2014/main" id="{CFE79562-5A58-1AAD-0B38-C5AD34C07BC3}"/>
              </a:ext>
            </a:extLst>
          </p:cNvPr>
          <p:cNvSpPr txBox="1">
            <a:spLocks/>
          </p:cNvSpPr>
          <p:nvPr/>
        </p:nvSpPr>
        <p:spPr bwMode="gray">
          <a:xfrm>
            <a:off x="2603612" y="3645113"/>
            <a:ext cx="2520174" cy="2100238"/>
          </a:xfrm>
          <a:prstGeom prst="hexagon">
            <a:avLst/>
          </a:prstGeom>
          <a:noFill/>
          <a:ln w="19050">
            <a:solidFill>
              <a:srgbClr val="FFD03D"/>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28" name="Textplatzhalter 2">
            <a:extLst>
              <a:ext uri="{FF2B5EF4-FFF2-40B4-BE49-F238E27FC236}">
                <a16:creationId xmlns:a16="http://schemas.microsoft.com/office/drawing/2014/main" id="{D6A1C229-1E03-43BB-0D4E-62C0390836E4}"/>
              </a:ext>
            </a:extLst>
          </p:cNvPr>
          <p:cNvSpPr txBox="1">
            <a:spLocks/>
          </p:cNvSpPr>
          <p:nvPr/>
        </p:nvSpPr>
        <p:spPr bwMode="gray">
          <a:xfrm>
            <a:off x="4727848" y="2528989"/>
            <a:ext cx="2520174" cy="2100238"/>
          </a:xfrm>
          <a:prstGeom prst="hexagon">
            <a:avLst/>
          </a:prstGeom>
          <a:noFill/>
          <a:ln w="19050">
            <a:solidFill>
              <a:srgbClr val="FFD03D"/>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31" name="Textplatzhalter 2">
            <a:extLst>
              <a:ext uri="{FF2B5EF4-FFF2-40B4-BE49-F238E27FC236}">
                <a16:creationId xmlns:a16="http://schemas.microsoft.com/office/drawing/2014/main" id="{3C1EE137-2909-96E3-56D5-EAFA438408CC}"/>
              </a:ext>
            </a:extLst>
          </p:cNvPr>
          <p:cNvSpPr txBox="1">
            <a:spLocks/>
          </p:cNvSpPr>
          <p:nvPr/>
        </p:nvSpPr>
        <p:spPr bwMode="gray">
          <a:xfrm>
            <a:off x="6852190" y="3645113"/>
            <a:ext cx="2520174" cy="2100238"/>
          </a:xfrm>
          <a:prstGeom prst="hexagon">
            <a:avLst/>
          </a:prstGeom>
          <a:solidFill>
            <a:srgbClr val="FBF9AA"/>
          </a:solidFill>
          <a:ln w="19050">
            <a:solidFill>
              <a:srgbClr val="FFD03D"/>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sp>
        <p:nvSpPr>
          <p:cNvPr id="33" name="Textplatzhalter 2">
            <a:extLst>
              <a:ext uri="{FF2B5EF4-FFF2-40B4-BE49-F238E27FC236}">
                <a16:creationId xmlns:a16="http://schemas.microsoft.com/office/drawing/2014/main" id="{31FBE8D6-0CB5-FDE0-DEF1-6A9C71947C04}"/>
              </a:ext>
            </a:extLst>
          </p:cNvPr>
          <p:cNvSpPr txBox="1">
            <a:spLocks/>
          </p:cNvSpPr>
          <p:nvPr/>
        </p:nvSpPr>
        <p:spPr bwMode="gray">
          <a:xfrm>
            <a:off x="6852190" y="1412865"/>
            <a:ext cx="2520174" cy="2100238"/>
          </a:xfrm>
          <a:prstGeom prst="hexagon">
            <a:avLst/>
          </a:prstGeom>
          <a:noFill/>
          <a:ln w="19050">
            <a:solidFill>
              <a:srgbClr val="FFD03D"/>
            </a:solidFill>
          </a:ln>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US" dirty="0"/>
              <a:t>Lorem ipsum </a:t>
            </a:r>
            <a:br>
              <a:rPr lang="en-US" dirty="0"/>
            </a:br>
            <a:r>
              <a:rPr lang="en-US" dirty="0"/>
              <a:t>dolor sit amet, consectetuer adipiscing elit.</a:t>
            </a:r>
          </a:p>
        </p:txBody>
      </p:sp>
      <p:pic>
        <p:nvPicPr>
          <p:cNvPr id="2" name="Grafik 1">
            <a:extLst>
              <a:ext uri="{FF2B5EF4-FFF2-40B4-BE49-F238E27FC236}">
                <a16:creationId xmlns:a16="http://schemas.microsoft.com/office/drawing/2014/main" id="{05220844-93F3-8EF9-C38B-5588D694D2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9425" y="6165826"/>
            <a:ext cx="2027830" cy="356899"/>
          </a:xfrm>
          <a:prstGeom prst="rect">
            <a:avLst/>
          </a:prstGeom>
        </p:spPr>
      </p:pic>
    </p:spTree>
    <p:extLst>
      <p:ext uri="{BB962C8B-B14F-4D97-AF65-F5344CB8AC3E}">
        <p14:creationId xmlns:p14="http://schemas.microsoft.com/office/powerpoint/2010/main" val="33707873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Grafik 68">
            <a:extLst>
              <a:ext uri="{FF2B5EF4-FFF2-40B4-BE49-F238E27FC236}">
                <a16:creationId xmlns:a16="http://schemas.microsoft.com/office/drawing/2014/main" id="{839556B9-72FA-E2EF-3F53-13E91D611D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invGray">
          <a:xfrm>
            <a:off x="8220500" y="1664804"/>
            <a:ext cx="2376000" cy="2376000"/>
          </a:xfrm>
          <a:prstGeom prst="rect">
            <a:avLst/>
          </a:prstGeom>
        </p:spPr>
      </p:pic>
      <p:graphicFrame>
        <p:nvGraphicFramePr>
          <p:cNvPr id="36" name="Object 35" hidden="1">
            <a:extLst>
              <a:ext uri="{FF2B5EF4-FFF2-40B4-BE49-F238E27FC236}">
                <a16:creationId xmlns:a16="http://schemas.microsoft.com/office/drawing/2014/main" id="{E6D0C821-8726-4D56-9632-F9415B75901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6" imgW="359" imgH="358" progId="TCLayout.ActiveDocument.1">
                  <p:embed/>
                </p:oleObj>
              </mc:Choice>
              <mc:Fallback>
                <p:oleObj name="think-cell Folie" r:id="rId6" imgW="359" imgH="358" progId="TCLayout.ActiveDocument.1">
                  <p:embed/>
                  <p:pic>
                    <p:nvPicPr>
                      <p:cNvPr id="36" name="Object 35" hidden="1">
                        <a:extLst>
                          <a:ext uri="{FF2B5EF4-FFF2-40B4-BE49-F238E27FC236}">
                            <a16:creationId xmlns:a16="http://schemas.microsoft.com/office/drawing/2014/main" id="{E6D0C821-8726-4D56-9632-F9415B759019}"/>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2" name="Rectangle 31" hidden="1">
            <a:extLst>
              <a:ext uri="{FF2B5EF4-FFF2-40B4-BE49-F238E27FC236}">
                <a16:creationId xmlns:a16="http://schemas.microsoft.com/office/drawing/2014/main" id="{06F8715B-717A-4A46-9EBE-939386BAB786}"/>
              </a:ext>
            </a:extLst>
          </p:cNvPr>
          <p:cNvSpPr/>
          <p:nvPr>
            <p:custDataLst>
              <p:tags r:id="rId2"/>
            </p:custDataLst>
          </p:nvPr>
        </p:nvSpPr>
        <p:spPr bwMode="gray">
          <a:xfrm>
            <a:off x="0" y="0"/>
            <a:ext cx="158750" cy="158750"/>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3000" dirty="0">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6" name="Titel 25">
            <a:extLst>
              <a:ext uri="{FF2B5EF4-FFF2-40B4-BE49-F238E27FC236}">
                <a16:creationId xmlns:a16="http://schemas.microsoft.com/office/drawing/2014/main" id="{D05945DA-79DA-01D3-7D4E-C211A2354D81}"/>
              </a:ext>
            </a:extLst>
          </p:cNvPr>
          <p:cNvSpPr>
            <a:spLocks noGrp="1"/>
          </p:cNvSpPr>
          <p:nvPr>
            <p:ph type="title"/>
          </p:nvPr>
        </p:nvSpPr>
        <p:spPr bwMode="invGray">
          <a:xfrm>
            <a:off x="479424" y="477000"/>
            <a:ext cx="11233151" cy="720000"/>
          </a:xfrm>
        </p:spPr>
        <p:txBody>
          <a:bodyPr/>
          <a:lstStyle/>
          <a:p>
            <a:r>
              <a:rPr lang="en-US" dirty="0"/>
              <a:t>Smart home</a:t>
            </a:r>
          </a:p>
        </p:txBody>
      </p:sp>
      <p:sp>
        <p:nvSpPr>
          <p:cNvPr id="10" name="Textplatzhalter 9">
            <a:extLst>
              <a:ext uri="{FF2B5EF4-FFF2-40B4-BE49-F238E27FC236}">
                <a16:creationId xmlns:a16="http://schemas.microsoft.com/office/drawing/2014/main" id="{DB979AB5-2E61-95F4-6EB2-5D25A4752D4E}"/>
              </a:ext>
            </a:extLst>
          </p:cNvPr>
          <p:cNvSpPr>
            <a:spLocks noGrp="1"/>
          </p:cNvSpPr>
          <p:nvPr>
            <p:ph type="body" sz="quarter" idx="13"/>
          </p:nvPr>
        </p:nvSpPr>
        <p:spPr bwMode="invGray"/>
        <p:txBody>
          <a:bodyPr/>
          <a:lstStyle/>
          <a:p>
            <a:endParaRPr lang="en-US" dirty="0"/>
          </a:p>
        </p:txBody>
      </p:sp>
      <p:sp>
        <p:nvSpPr>
          <p:cNvPr id="4" name="Fußzeilenplatzhalter 3">
            <a:extLst>
              <a:ext uri="{FF2B5EF4-FFF2-40B4-BE49-F238E27FC236}">
                <a16:creationId xmlns:a16="http://schemas.microsoft.com/office/drawing/2014/main" id="{CAF3217B-BFBE-7B9E-0D01-840CF5184915}"/>
              </a:ext>
            </a:extLst>
          </p:cNvPr>
          <p:cNvSpPr>
            <a:spLocks noGrp="1"/>
          </p:cNvSpPr>
          <p:nvPr>
            <p:ph type="ftr" sz="quarter" idx="14"/>
          </p:nvPr>
        </p:nvSpPr>
        <p:spPr bwMode="inv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50281392-BFE9-8BE0-7D09-649B90302069}"/>
              </a:ext>
            </a:extLst>
          </p:cNvPr>
          <p:cNvSpPr>
            <a:spLocks noGrp="1"/>
          </p:cNvSpPr>
          <p:nvPr>
            <p:ph type="sldNum" sz="quarter" idx="15"/>
          </p:nvPr>
        </p:nvSpPr>
        <p:spPr bwMode="invGray">
          <a:xfrm>
            <a:off x="11424592" y="6246836"/>
            <a:ext cx="288000" cy="288000"/>
          </a:xfrm>
        </p:spPr>
        <p:txBody>
          <a:bodyPr/>
          <a:lstStyle/>
          <a:p>
            <a:fld id="{8FF9B0DE-3FEB-4AA0-B465-B80EF7C1333D}" type="slidenum">
              <a:rPr lang="en-US" smtClean="0"/>
              <a:pPr/>
              <a:t>47</a:t>
            </a:fld>
            <a:endParaRPr lang="en-US" dirty="0"/>
          </a:p>
        </p:txBody>
      </p:sp>
      <p:cxnSp>
        <p:nvCxnSpPr>
          <p:cNvPr id="46" name="Gerader Verbinder 45">
            <a:extLst>
              <a:ext uri="{FF2B5EF4-FFF2-40B4-BE49-F238E27FC236}">
                <a16:creationId xmlns:a16="http://schemas.microsoft.com/office/drawing/2014/main" id="{1A220816-3B26-2B9D-F2FD-74656A547835}"/>
              </a:ext>
            </a:extLst>
          </p:cNvPr>
          <p:cNvCxnSpPr>
            <a:cxnSpLocks/>
          </p:cNvCxnSpPr>
          <p:nvPr/>
        </p:nvCxnSpPr>
        <p:spPr bwMode="invGray">
          <a:xfrm flipH="1">
            <a:off x="10236857" y="3376042"/>
            <a:ext cx="14760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782A9F1E-3A6A-00B4-BE08-236F31C9F44F}"/>
              </a:ext>
            </a:extLst>
          </p:cNvPr>
          <p:cNvCxnSpPr>
            <a:cxnSpLocks/>
          </p:cNvCxnSpPr>
          <p:nvPr/>
        </p:nvCxnSpPr>
        <p:spPr bwMode="invGray">
          <a:xfrm flipH="1">
            <a:off x="8004610" y="1269170"/>
            <a:ext cx="1475717"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DBFC9CAF-72EF-7991-4D69-3585FDFAA210}"/>
              </a:ext>
            </a:extLst>
          </p:cNvPr>
          <p:cNvCxnSpPr>
            <a:cxnSpLocks/>
          </p:cNvCxnSpPr>
          <p:nvPr/>
        </p:nvCxnSpPr>
        <p:spPr bwMode="invGray">
          <a:xfrm flipH="1">
            <a:off x="9336613" y="5013256"/>
            <a:ext cx="14760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61" name="Textplatzhalter 2">
            <a:extLst>
              <a:ext uri="{FF2B5EF4-FFF2-40B4-BE49-F238E27FC236}">
                <a16:creationId xmlns:a16="http://schemas.microsoft.com/office/drawing/2014/main" id="{0B0D5D77-08CA-D354-316D-FF600B8DD48A}"/>
              </a:ext>
            </a:extLst>
          </p:cNvPr>
          <p:cNvSpPr txBox="1">
            <a:spLocks/>
          </p:cNvSpPr>
          <p:nvPr/>
        </p:nvSpPr>
        <p:spPr bwMode="invGray">
          <a:xfrm>
            <a:off x="479425" y="2924175"/>
            <a:ext cx="5472065" cy="288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dirty="0"/>
              <a:t>Lorem ipsum</a:t>
            </a:r>
          </a:p>
          <a:p>
            <a:pPr marL="0" indent="0">
              <a:buNone/>
            </a:pPr>
            <a:r>
              <a:rPr lang="en-US" dirty="0"/>
              <a:t>Maecenas semper sem vel erat. Nam condimentum dui</a:t>
            </a:r>
            <a:br>
              <a:rPr lang="en-US" dirty="0"/>
            </a:br>
            <a:r>
              <a:rPr lang="en-US" dirty="0"/>
              <a:t>at ped. Proin et turpis. Praesent tortor, condimentum dui pede. Proin et turpis. Praesent tortor, viverra id, pharetra vel, cursus sed morbi tincidunt.</a:t>
            </a:r>
          </a:p>
        </p:txBody>
      </p:sp>
      <p:pic>
        <p:nvPicPr>
          <p:cNvPr id="62" name="Grafik 61">
            <a:extLst>
              <a:ext uri="{FF2B5EF4-FFF2-40B4-BE49-F238E27FC236}">
                <a16:creationId xmlns:a16="http://schemas.microsoft.com/office/drawing/2014/main" id="{2BD94BD5-79B5-B1E5-414E-7CE1FE52BDD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invGray">
          <a:xfrm>
            <a:off x="6996100" y="3753300"/>
            <a:ext cx="2376000" cy="2376000"/>
          </a:xfrm>
          <a:prstGeom prst="rect">
            <a:avLst/>
          </a:prstGeom>
        </p:spPr>
      </p:pic>
      <p:pic>
        <p:nvPicPr>
          <p:cNvPr id="70" name="Grafik 69">
            <a:extLst>
              <a:ext uri="{FF2B5EF4-FFF2-40B4-BE49-F238E27FC236}">
                <a16:creationId xmlns:a16="http://schemas.microsoft.com/office/drawing/2014/main" id="{0AA5E343-2FA7-7636-07CA-0FFC997CFD7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invGray">
          <a:xfrm>
            <a:off x="6276020" y="800708"/>
            <a:ext cx="2376000" cy="2376000"/>
          </a:xfrm>
          <a:prstGeom prst="rect">
            <a:avLst/>
          </a:prstGeom>
        </p:spPr>
      </p:pic>
      <p:sp>
        <p:nvSpPr>
          <p:cNvPr id="71" name="Textplatzhalter 2">
            <a:extLst>
              <a:ext uri="{FF2B5EF4-FFF2-40B4-BE49-F238E27FC236}">
                <a16:creationId xmlns:a16="http://schemas.microsoft.com/office/drawing/2014/main" id="{0B41DDAE-2659-DF3F-4D3C-2EF2710396D1}"/>
              </a:ext>
            </a:extLst>
          </p:cNvPr>
          <p:cNvSpPr txBox="1">
            <a:spLocks/>
          </p:cNvSpPr>
          <p:nvPr/>
        </p:nvSpPr>
        <p:spPr bwMode="invGray">
          <a:xfrm>
            <a:off x="8184327" y="1269250"/>
            <a:ext cx="1296000" cy="720000"/>
          </a:xfrm>
          <a:prstGeom prst="rect">
            <a:avLst/>
          </a:prstGeom>
        </p:spPr>
        <p:txBody>
          <a:bodyPr vert="horz" lIns="0" tIns="144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lvl="4" indent="0" algn="r">
              <a:buNone/>
            </a:pPr>
            <a:r>
              <a:rPr lang="en-US" b="1" dirty="0"/>
              <a:t>Lorem ipsum</a:t>
            </a:r>
          </a:p>
        </p:txBody>
      </p:sp>
      <p:sp>
        <p:nvSpPr>
          <p:cNvPr id="72" name="Textplatzhalter 2">
            <a:extLst>
              <a:ext uri="{FF2B5EF4-FFF2-40B4-BE49-F238E27FC236}">
                <a16:creationId xmlns:a16="http://schemas.microsoft.com/office/drawing/2014/main" id="{4221BBEB-9E91-4C2F-FB79-89350AEC0656}"/>
              </a:ext>
            </a:extLst>
          </p:cNvPr>
          <p:cNvSpPr txBox="1">
            <a:spLocks/>
          </p:cNvSpPr>
          <p:nvPr/>
        </p:nvSpPr>
        <p:spPr bwMode="invGray">
          <a:xfrm>
            <a:off x="10416624" y="3376042"/>
            <a:ext cx="1296000" cy="720000"/>
          </a:xfrm>
          <a:prstGeom prst="rect">
            <a:avLst/>
          </a:prstGeom>
        </p:spPr>
        <p:txBody>
          <a:bodyPr vert="horz" lIns="0" tIns="144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lvl="4" indent="0" algn="r">
              <a:buNone/>
            </a:pPr>
            <a:r>
              <a:rPr lang="en-US" b="1" dirty="0"/>
              <a:t>Lorem ipsum</a:t>
            </a:r>
          </a:p>
        </p:txBody>
      </p:sp>
      <p:sp>
        <p:nvSpPr>
          <p:cNvPr id="74" name="Textplatzhalter 2">
            <a:extLst>
              <a:ext uri="{FF2B5EF4-FFF2-40B4-BE49-F238E27FC236}">
                <a16:creationId xmlns:a16="http://schemas.microsoft.com/office/drawing/2014/main" id="{BF9AE5A4-CAB7-9826-915B-F95E5B33497B}"/>
              </a:ext>
            </a:extLst>
          </p:cNvPr>
          <p:cNvSpPr txBox="1">
            <a:spLocks/>
          </p:cNvSpPr>
          <p:nvPr/>
        </p:nvSpPr>
        <p:spPr bwMode="invGray">
          <a:xfrm>
            <a:off x="9516380" y="5013256"/>
            <a:ext cx="1296000" cy="720000"/>
          </a:xfrm>
          <a:prstGeom prst="rect">
            <a:avLst/>
          </a:prstGeom>
        </p:spPr>
        <p:txBody>
          <a:bodyPr vert="horz" lIns="0" tIns="14400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lvl="4" indent="0" algn="r">
              <a:buNone/>
            </a:pPr>
            <a:r>
              <a:rPr lang="en-US" b="1" dirty="0"/>
              <a:t>Lorem ipsum</a:t>
            </a:r>
          </a:p>
        </p:txBody>
      </p:sp>
      <p:sp>
        <p:nvSpPr>
          <p:cNvPr id="47" name="Ellipse 46">
            <a:extLst>
              <a:ext uri="{FF2B5EF4-FFF2-40B4-BE49-F238E27FC236}">
                <a16:creationId xmlns:a16="http://schemas.microsoft.com/office/drawing/2014/main" id="{CE090A35-89C9-E12A-6F45-CFFE8F4B1D38}"/>
              </a:ext>
            </a:extLst>
          </p:cNvPr>
          <p:cNvSpPr>
            <a:spLocks noChangeAspect="1"/>
          </p:cNvSpPr>
          <p:nvPr/>
        </p:nvSpPr>
        <p:spPr bwMode="invGray">
          <a:xfrm>
            <a:off x="10200456" y="3320988"/>
            <a:ext cx="108000" cy="108000"/>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50" name="Ellipse 49">
            <a:extLst>
              <a:ext uri="{FF2B5EF4-FFF2-40B4-BE49-F238E27FC236}">
                <a16:creationId xmlns:a16="http://schemas.microsoft.com/office/drawing/2014/main" id="{13C46507-5E44-09DF-3E12-0C01F9A0CDBB}"/>
              </a:ext>
            </a:extLst>
          </p:cNvPr>
          <p:cNvSpPr>
            <a:spLocks noChangeAspect="1"/>
          </p:cNvSpPr>
          <p:nvPr/>
        </p:nvSpPr>
        <p:spPr bwMode="invGray">
          <a:xfrm>
            <a:off x="7968208" y="1216226"/>
            <a:ext cx="108000" cy="108000"/>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56" name="Ellipse 55">
            <a:extLst>
              <a:ext uri="{FF2B5EF4-FFF2-40B4-BE49-F238E27FC236}">
                <a16:creationId xmlns:a16="http://schemas.microsoft.com/office/drawing/2014/main" id="{34B49D0C-5526-D086-E311-6E065B50ABF4}"/>
              </a:ext>
            </a:extLst>
          </p:cNvPr>
          <p:cNvSpPr>
            <a:spLocks noChangeAspect="1"/>
          </p:cNvSpPr>
          <p:nvPr/>
        </p:nvSpPr>
        <p:spPr bwMode="invGray">
          <a:xfrm>
            <a:off x="9309738" y="4958202"/>
            <a:ext cx="108000" cy="108000"/>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Tree>
    <p:extLst>
      <p:ext uri="{BB962C8B-B14F-4D97-AF65-F5344CB8AC3E}">
        <p14:creationId xmlns:p14="http://schemas.microsoft.com/office/powerpoint/2010/main" val="8794398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hteck 141">
            <a:extLst>
              <a:ext uri="{FF2B5EF4-FFF2-40B4-BE49-F238E27FC236}">
                <a16:creationId xmlns:a16="http://schemas.microsoft.com/office/drawing/2014/main" id="{42FA884B-0836-55BA-0C1B-DD80A20899C9}"/>
              </a:ext>
            </a:extLst>
          </p:cNvPr>
          <p:cNvSpPr/>
          <p:nvPr/>
        </p:nvSpPr>
        <p:spPr bwMode="ltGray">
          <a:xfrm>
            <a:off x="6096000" y="0"/>
            <a:ext cx="6095999"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grpSp>
        <p:nvGrpSpPr>
          <p:cNvPr id="48" name="Gruppieren 47">
            <a:extLst>
              <a:ext uri="{FF2B5EF4-FFF2-40B4-BE49-F238E27FC236}">
                <a16:creationId xmlns:a16="http://schemas.microsoft.com/office/drawing/2014/main" id="{3F3CDB33-5935-3B95-106C-53761A4F4051}"/>
              </a:ext>
            </a:extLst>
          </p:cNvPr>
          <p:cNvGrpSpPr/>
          <p:nvPr/>
        </p:nvGrpSpPr>
        <p:grpSpPr bwMode="invGray">
          <a:xfrm>
            <a:off x="6689932" y="1700808"/>
            <a:ext cx="5022643" cy="4249142"/>
            <a:chOff x="3503712" y="1700808"/>
            <a:chExt cx="5022643" cy="4249142"/>
          </a:xfrm>
        </p:grpSpPr>
        <p:sp>
          <p:nvSpPr>
            <p:cNvPr id="47" name="Freihandform: Form 46">
              <a:extLst>
                <a:ext uri="{FF2B5EF4-FFF2-40B4-BE49-F238E27FC236}">
                  <a16:creationId xmlns:a16="http://schemas.microsoft.com/office/drawing/2014/main" id="{AB6CE088-7017-9FA3-5BC5-27BAECDCCF69}"/>
                </a:ext>
              </a:extLst>
            </p:cNvPr>
            <p:cNvSpPr/>
            <p:nvPr/>
          </p:nvSpPr>
          <p:spPr bwMode="invGray">
            <a:xfrm>
              <a:off x="3503712" y="1923774"/>
              <a:ext cx="5022643" cy="1181190"/>
            </a:xfrm>
            <a:custGeom>
              <a:avLst/>
              <a:gdLst>
                <a:gd name="connsiteX0" fmla="*/ 17202 w 5022643"/>
                <a:gd name="connsiteY0" fmla="*/ 24837 h 1181190"/>
                <a:gd name="connsiteX1" fmla="*/ 51021 w 5022643"/>
                <a:gd name="connsiteY1" fmla="*/ 44478 h 1181190"/>
                <a:gd name="connsiteX2" fmla="*/ 2511322 w 5022643"/>
                <a:gd name="connsiteY2" fmla="*/ 222205 h 1181190"/>
                <a:gd name="connsiteX3" fmla="*/ 4971622 w 5022643"/>
                <a:gd name="connsiteY3" fmla="*/ 44478 h 1181190"/>
                <a:gd name="connsiteX4" fmla="*/ 5005442 w 5022643"/>
                <a:gd name="connsiteY4" fmla="*/ 24837 h 1181190"/>
                <a:gd name="connsiteX5" fmla="*/ 4204583 w 5022643"/>
                <a:gd name="connsiteY5" fmla="*/ 1181190 h 1181190"/>
                <a:gd name="connsiteX6" fmla="*/ 818061 w 5022643"/>
                <a:gd name="connsiteY6" fmla="*/ 1181190 h 1181190"/>
                <a:gd name="connsiteX7" fmla="*/ 5022426 w 5022643"/>
                <a:gd name="connsiteY7" fmla="*/ 0 h 1181190"/>
                <a:gd name="connsiteX8" fmla="*/ 5022643 w 5022643"/>
                <a:gd name="connsiteY8" fmla="*/ 0 h 1181190"/>
                <a:gd name="connsiteX9" fmla="*/ 5021419 w 5022643"/>
                <a:gd name="connsiteY9" fmla="*/ 1767 h 1181190"/>
                <a:gd name="connsiteX10" fmla="*/ 0 w 5022643"/>
                <a:gd name="connsiteY10" fmla="*/ 0 h 1181190"/>
                <a:gd name="connsiteX11" fmla="*/ 217 w 5022643"/>
                <a:gd name="connsiteY11" fmla="*/ 0 h 1181190"/>
                <a:gd name="connsiteX12" fmla="*/ 1224 w 5022643"/>
                <a:gd name="connsiteY12" fmla="*/ 1767 h 1181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22643" h="1181190">
                  <a:moveTo>
                    <a:pt x="17202" y="24837"/>
                  </a:moveTo>
                  <a:lnTo>
                    <a:pt x="51021" y="44478"/>
                  </a:lnTo>
                  <a:cubicBezTo>
                    <a:pt x="285193" y="145906"/>
                    <a:pt x="1297727" y="222205"/>
                    <a:pt x="2511322" y="222205"/>
                  </a:cubicBezTo>
                  <a:cubicBezTo>
                    <a:pt x="3724916" y="222205"/>
                    <a:pt x="4737451" y="145906"/>
                    <a:pt x="4971622" y="44478"/>
                  </a:cubicBezTo>
                  <a:lnTo>
                    <a:pt x="5005442" y="24837"/>
                  </a:lnTo>
                  <a:lnTo>
                    <a:pt x="4204583" y="1181190"/>
                  </a:lnTo>
                  <a:lnTo>
                    <a:pt x="818061" y="1181190"/>
                  </a:lnTo>
                  <a:close/>
                  <a:moveTo>
                    <a:pt x="5022426" y="0"/>
                  </a:moveTo>
                  <a:lnTo>
                    <a:pt x="5022643" y="0"/>
                  </a:lnTo>
                  <a:lnTo>
                    <a:pt x="5021419" y="1767"/>
                  </a:lnTo>
                  <a:close/>
                  <a:moveTo>
                    <a:pt x="0" y="0"/>
                  </a:moveTo>
                  <a:lnTo>
                    <a:pt x="217" y="0"/>
                  </a:lnTo>
                  <a:lnTo>
                    <a:pt x="1224" y="1767"/>
                  </a:lnTo>
                  <a:close/>
                </a:path>
              </a:pathLst>
            </a:custGeom>
            <a:solidFill>
              <a:schemeClr val="tx2"/>
            </a:solidFill>
            <a:ln w="19050" cap="rnd">
              <a:solidFill>
                <a:schemeClr val="tx2"/>
              </a:solidFill>
              <a:prstDash val="solid"/>
              <a:round/>
            </a:ln>
          </p:spPr>
          <p:txBody>
            <a:bodyPr rtlCol="0" anchor="ctr"/>
            <a:lstStyle/>
            <a:p>
              <a:endParaRPr lang="en-US" dirty="0"/>
            </a:p>
          </p:txBody>
        </p:sp>
        <p:sp>
          <p:nvSpPr>
            <p:cNvPr id="23" name="Freihandform: Form 22">
              <a:extLst>
                <a:ext uri="{FF2B5EF4-FFF2-40B4-BE49-F238E27FC236}">
                  <a16:creationId xmlns:a16="http://schemas.microsoft.com/office/drawing/2014/main" id="{168C03A3-C01F-6A99-06CA-B5C2AED92406}"/>
                </a:ext>
              </a:extLst>
            </p:cNvPr>
            <p:cNvSpPr/>
            <p:nvPr/>
          </p:nvSpPr>
          <p:spPr bwMode="invGray">
            <a:xfrm>
              <a:off x="3503712" y="1700808"/>
              <a:ext cx="5022643" cy="445170"/>
            </a:xfrm>
            <a:custGeom>
              <a:avLst/>
              <a:gdLst>
                <a:gd name="connsiteX0" fmla="*/ 3750564 w 3750564"/>
                <a:gd name="connsiteY0" fmla="*/ 166211 h 332422"/>
                <a:gd name="connsiteX1" fmla="*/ 1875282 w 3750564"/>
                <a:gd name="connsiteY1" fmla="*/ 332423 h 332422"/>
                <a:gd name="connsiteX2" fmla="*/ 0 w 3750564"/>
                <a:gd name="connsiteY2" fmla="*/ 166211 h 332422"/>
                <a:gd name="connsiteX3" fmla="*/ 1875282 w 3750564"/>
                <a:gd name="connsiteY3" fmla="*/ 0 h 332422"/>
                <a:gd name="connsiteX4" fmla="*/ 3750564 w 3750564"/>
                <a:gd name="connsiteY4" fmla="*/ 166211 h 332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0564" h="332422">
                  <a:moveTo>
                    <a:pt x="3750564" y="166211"/>
                  </a:moveTo>
                  <a:cubicBezTo>
                    <a:pt x="3750564" y="258007"/>
                    <a:pt x="2910972" y="332423"/>
                    <a:pt x="1875282" y="332423"/>
                  </a:cubicBezTo>
                  <a:cubicBezTo>
                    <a:pt x="839592" y="332423"/>
                    <a:pt x="0" y="258007"/>
                    <a:pt x="0" y="166211"/>
                  </a:cubicBezTo>
                  <a:cubicBezTo>
                    <a:pt x="0" y="74415"/>
                    <a:pt x="839592" y="0"/>
                    <a:pt x="1875282" y="0"/>
                  </a:cubicBezTo>
                  <a:cubicBezTo>
                    <a:pt x="2910972" y="0"/>
                    <a:pt x="3750564" y="74415"/>
                    <a:pt x="3750564" y="166211"/>
                  </a:cubicBezTo>
                  <a:close/>
                </a:path>
              </a:pathLst>
            </a:custGeom>
            <a:noFill/>
            <a:ln w="19050" cap="rnd">
              <a:solidFill>
                <a:schemeClr val="tx2"/>
              </a:solidFill>
              <a:prstDash val="solid"/>
              <a:round/>
            </a:ln>
          </p:spPr>
          <p:txBody>
            <a:bodyPr rtlCol="0" anchor="ctr"/>
            <a:lstStyle/>
            <a:p>
              <a:endParaRPr lang="en-US" dirty="0"/>
            </a:p>
          </p:txBody>
        </p:sp>
        <p:sp>
          <p:nvSpPr>
            <p:cNvPr id="32" name="Freihandform: Form 31">
              <a:extLst>
                <a:ext uri="{FF2B5EF4-FFF2-40B4-BE49-F238E27FC236}">
                  <a16:creationId xmlns:a16="http://schemas.microsoft.com/office/drawing/2014/main" id="{4E8B3436-0939-83B9-A1E8-B6B537BB4984}"/>
                </a:ext>
              </a:extLst>
            </p:cNvPr>
            <p:cNvSpPr/>
            <p:nvPr/>
          </p:nvSpPr>
          <p:spPr bwMode="invGray">
            <a:xfrm>
              <a:off x="5401681" y="4977172"/>
              <a:ext cx="1226705" cy="972778"/>
            </a:xfrm>
            <a:custGeom>
              <a:avLst/>
              <a:gdLst>
                <a:gd name="connsiteX0" fmla="*/ 0 w 1226705"/>
                <a:gd name="connsiteY0" fmla="*/ 0 h 972778"/>
                <a:gd name="connsiteX1" fmla="*/ 1226705 w 1226705"/>
                <a:gd name="connsiteY1" fmla="*/ 0 h 972778"/>
                <a:gd name="connsiteX2" fmla="*/ 1226705 w 1226705"/>
                <a:gd name="connsiteY2" fmla="*/ 972778 h 972778"/>
                <a:gd name="connsiteX3" fmla="*/ 0 w 1226705"/>
                <a:gd name="connsiteY3" fmla="*/ 972778 h 972778"/>
              </a:gdLst>
              <a:ahLst/>
              <a:cxnLst>
                <a:cxn ang="0">
                  <a:pos x="connsiteX0" y="connsiteY0"/>
                </a:cxn>
                <a:cxn ang="0">
                  <a:pos x="connsiteX1" y="connsiteY1"/>
                </a:cxn>
                <a:cxn ang="0">
                  <a:pos x="connsiteX2" y="connsiteY2"/>
                </a:cxn>
                <a:cxn ang="0">
                  <a:pos x="connsiteX3" y="connsiteY3"/>
                </a:cxn>
              </a:cxnLst>
              <a:rect l="l" t="t" r="r" b="b"/>
              <a:pathLst>
                <a:path w="1226705" h="972778">
                  <a:moveTo>
                    <a:pt x="0" y="0"/>
                  </a:moveTo>
                  <a:lnTo>
                    <a:pt x="1226705" y="0"/>
                  </a:lnTo>
                  <a:lnTo>
                    <a:pt x="1226705" y="972778"/>
                  </a:lnTo>
                  <a:lnTo>
                    <a:pt x="0" y="972778"/>
                  </a:lnTo>
                  <a:close/>
                </a:path>
              </a:pathLst>
            </a:custGeom>
            <a:noFill/>
            <a:ln w="19050" cap="rnd">
              <a:solidFill>
                <a:schemeClr val="tx2"/>
              </a:solidFill>
              <a:prstDash val="solid"/>
              <a:round/>
            </a:ln>
          </p:spPr>
          <p:txBody>
            <a:bodyPr rtlCol="0" anchor="ctr"/>
            <a:lstStyle/>
            <a:p>
              <a:endParaRPr lang="en-US" dirty="0"/>
            </a:p>
          </p:txBody>
        </p:sp>
        <p:sp>
          <p:nvSpPr>
            <p:cNvPr id="37" name="Freihandform: Form 36">
              <a:extLst>
                <a:ext uri="{FF2B5EF4-FFF2-40B4-BE49-F238E27FC236}">
                  <a16:creationId xmlns:a16="http://schemas.microsoft.com/office/drawing/2014/main" id="{DC78265D-3FFA-F8C0-C4D8-3199985D222D}"/>
                </a:ext>
              </a:extLst>
            </p:cNvPr>
            <p:cNvSpPr/>
            <p:nvPr/>
          </p:nvSpPr>
          <p:spPr bwMode="invGray">
            <a:xfrm>
              <a:off x="4970093" y="4041068"/>
              <a:ext cx="2089881" cy="936104"/>
            </a:xfrm>
            <a:custGeom>
              <a:avLst/>
              <a:gdLst>
                <a:gd name="connsiteX0" fmla="*/ 0 w 2089881"/>
                <a:gd name="connsiteY0" fmla="*/ 0 h 936104"/>
                <a:gd name="connsiteX1" fmla="*/ 2089881 w 2089881"/>
                <a:gd name="connsiteY1" fmla="*/ 0 h 936104"/>
                <a:gd name="connsiteX2" fmla="*/ 1658293 w 2089881"/>
                <a:gd name="connsiteY2" fmla="*/ 623165 h 936104"/>
                <a:gd name="connsiteX3" fmla="*/ 1658293 w 2089881"/>
                <a:gd name="connsiteY3" fmla="*/ 936104 h 936104"/>
                <a:gd name="connsiteX4" fmla="*/ 431588 w 2089881"/>
                <a:gd name="connsiteY4" fmla="*/ 936104 h 936104"/>
                <a:gd name="connsiteX5" fmla="*/ 431588 w 2089881"/>
                <a:gd name="connsiteY5" fmla="*/ 623166 h 936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9881" h="936104">
                  <a:moveTo>
                    <a:pt x="0" y="0"/>
                  </a:moveTo>
                  <a:lnTo>
                    <a:pt x="2089881" y="0"/>
                  </a:lnTo>
                  <a:lnTo>
                    <a:pt x="1658293" y="623165"/>
                  </a:lnTo>
                  <a:lnTo>
                    <a:pt x="1658293" y="936104"/>
                  </a:lnTo>
                  <a:lnTo>
                    <a:pt x="431588" y="936104"/>
                  </a:lnTo>
                  <a:lnTo>
                    <a:pt x="431588" y="623166"/>
                  </a:lnTo>
                  <a:close/>
                </a:path>
              </a:pathLst>
            </a:custGeom>
            <a:noFill/>
            <a:ln w="19050" cap="rnd">
              <a:solidFill>
                <a:schemeClr val="tx2"/>
              </a:solidFill>
              <a:prstDash val="solid"/>
              <a:round/>
            </a:ln>
          </p:spPr>
          <p:txBody>
            <a:bodyPr rtlCol="0" anchor="ctr"/>
            <a:lstStyle/>
            <a:p>
              <a:endParaRPr lang="en-US" dirty="0"/>
            </a:p>
          </p:txBody>
        </p:sp>
        <p:sp>
          <p:nvSpPr>
            <p:cNvPr id="43" name="Freihandform: Form 42">
              <a:extLst>
                <a:ext uri="{FF2B5EF4-FFF2-40B4-BE49-F238E27FC236}">
                  <a16:creationId xmlns:a16="http://schemas.microsoft.com/office/drawing/2014/main" id="{8AFB3AAD-ECF4-6C4D-D16C-D2AF373022C2}"/>
                </a:ext>
              </a:extLst>
            </p:cNvPr>
            <p:cNvSpPr/>
            <p:nvPr/>
          </p:nvSpPr>
          <p:spPr bwMode="invGray">
            <a:xfrm>
              <a:off x="4321773" y="3104964"/>
              <a:ext cx="3386521" cy="936104"/>
            </a:xfrm>
            <a:custGeom>
              <a:avLst/>
              <a:gdLst>
                <a:gd name="connsiteX0" fmla="*/ 0 w 3386521"/>
                <a:gd name="connsiteY0" fmla="*/ 0 h 936104"/>
                <a:gd name="connsiteX1" fmla="*/ 3386521 w 3386521"/>
                <a:gd name="connsiteY1" fmla="*/ 0 h 936104"/>
                <a:gd name="connsiteX2" fmla="*/ 2738201 w 3386521"/>
                <a:gd name="connsiteY2" fmla="*/ 936104 h 936104"/>
                <a:gd name="connsiteX3" fmla="*/ 648320 w 3386521"/>
                <a:gd name="connsiteY3" fmla="*/ 936104 h 936104"/>
              </a:gdLst>
              <a:ahLst/>
              <a:cxnLst>
                <a:cxn ang="0">
                  <a:pos x="connsiteX0" y="connsiteY0"/>
                </a:cxn>
                <a:cxn ang="0">
                  <a:pos x="connsiteX1" y="connsiteY1"/>
                </a:cxn>
                <a:cxn ang="0">
                  <a:pos x="connsiteX2" y="connsiteY2"/>
                </a:cxn>
                <a:cxn ang="0">
                  <a:pos x="connsiteX3" y="connsiteY3"/>
                </a:cxn>
              </a:cxnLst>
              <a:rect l="l" t="t" r="r" b="b"/>
              <a:pathLst>
                <a:path w="3386521" h="936104">
                  <a:moveTo>
                    <a:pt x="0" y="0"/>
                  </a:moveTo>
                  <a:lnTo>
                    <a:pt x="3386521" y="0"/>
                  </a:lnTo>
                  <a:lnTo>
                    <a:pt x="2738201" y="936104"/>
                  </a:lnTo>
                  <a:lnTo>
                    <a:pt x="648320" y="936104"/>
                  </a:lnTo>
                  <a:close/>
                </a:path>
              </a:pathLst>
            </a:custGeom>
            <a:noFill/>
            <a:ln w="19050" cap="rnd">
              <a:solidFill>
                <a:schemeClr val="tx2"/>
              </a:solidFill>
              <a:prstDash val="solid"/>
              <a:round/>
            </a:ln>
          </p:spPr>
          <p:txBody>
            <a:bodyPr rtlCol="0" anchor="ctr"/>
            <a:lstStyle/>
            <a:p>
              <a:endParaRPr lang="en-US" dirty="0"/>
            </a:p>
          </p:txBody>
        </p:sp>
      </p:grpSp>
      <p:graphicFrame>
        <p:nvGraphicFramePr>
          <p:cNvPr id="77" name="Objekt 76" hidden="1"/>
          <p:cNvGraphicFramePr>
            <a:graphicFrameLocks noChangeAspect="1"/>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4" imgW="360" imgH="360" progId="TCLayout.ActiveDocument.1">
                  <p:embed/>
                </p:oleObj>
              </mc:Choice>
              <mc:Fallback>
                <p:oleObj name="think-cell Folie" r:id="rId4" imgW="360" imgH="360" progId="TCLayout.ActiveDocument.1">
                  <p:embed/>
                  <p:pic>
                    <p:nvPicPr>
                      <p:cNvPr id="77" name="Objekt 7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itel 12">
            <a:extLst>
              <a:ext uri="{FF2B5EF4-FFF2-40B4-BE49-F238E27FC236}">
                <a16:creationId xmlns:a16="http://schemas.microsoft.com/office/drawing/2014/main" id="{FE1FEFF1-B55E-F92E-4830-B193042B0E37}"/>
              </a:ext>
            </a:extLst>
          </p:cNvPr>
          <p:cNvSpPr>
            <a:spLocks noGrp="1"/>
          </p:cNvSpPr>
          <p:nvPr>
            <p:ph type="title"/>
          </p:nvPr>
        </p:nvSpPr>
        <p:spPr bwMode="gray">
          <a:xfrm>
            <a:off x="479425" y="476250"/>
            <a:ext cx="5472000" cy="720725"/>
          </a:xfrm>
        </p:spPr>
        <p:txBody>
          <a:bodyPr/>
          <a:lstStyle/>
          <a:p>
            <a:r>
              <a:rPr lang="en-US" dirty="0"/>
              <a:t>Funnel</a:t>
            </a:r>
          </a:p>
        </p:txBody>
      </p:sp>
      <p:sp>
        <p:nvSpPr>
          <p:cNvPr id="16" name="Textplatzhalter 15">
            <a:extLst>
              <a:ext uri="{FF2B5EF4-FFF2-40B4-BE49-F238E27FC236}">
                <a16:creationId xmlns:a16="http://schemas.microsoft.com/office/drawing/2014/main" id="{93E765E3-9DB4-A9FF-6FB8-229127A72E65}"/>
              </a:ext>
            </a:extLst>
          </p:cNvPr>
          <p:cNvSpPr>
            <a:spLocks noGrp="1"/>
          </p:cNvSpPr>
          <p:nvPr>
            <p:ph type="body" sz="quarter" idx="13"/>
          </p:nvPr>
        </p:nvSpPr>
        <p:spPr bwMode="gray">
          <a:xfrm>
            <a:off x="479998" y="5805280"/>
            <a:ext cx="5328000" cy="144000"/>
          </a:xfrm>
        </p:spPr>
        <p:txBody>
          <a:bodyPr/>
          <a:lstStyle/>
          <a:p>
            <a:endParaRPr lang="en-US" dirty="0"/>
          </a:p>
        </p:txBody>
      </p:sp>
      <p:sp>
        <p:nvSpPr>
          <p:cNvPr id="5" name="Fußzeilenplatzhalter 4">
            <a:extLst>
              <a:ext uri="{FF2B5EF4-FFF2-40B4-BE49-F238E27FC236}">
                <a16:creationId xmlns:a16="http://schemas.microsoft.com/office/drawing/2014/main" id="{E2A8E526-B31D-8EA7-5ACD-A31F7EF37A64}"/>
              </a:ext>
            </a:extLst>
          </p:cNvPr>
          <p:cNvSpPr>
            <a:spLocks noGrp="1"/>
          </p:cNvSpPr>
          <p:nvPr>
            <p:ph type="ftr" sz="quarter" idx="10"/>
          </p:nvPr>
        </p:nvSpPr>
        <p:spPr bwMode="gray">
          <a:xfrm>
            <a:off x="6312024" y="6246836"/>
            <a:ext cx="5040560" cy="288000"/>
          </a:xfrm>
        </p:spPr>
        <p:txBody>
          <a:bodyPr/>
          <a:lstStyle/>
          <a:p>
            <a:r>
              <a:rPr lang="en-US" dirty="0">
                <a:solidFill>
                  <a:schemeClr val="bg1"/>
                </a:solidFill>
              </a:rPr>
              <a:t>Slide library    |     ONLY FOR INTERNAL USE</a:t>
            </a:r>
          </a:p>
        </p:txBody>
      </p:sp>
      <p:sp>
        <p:nvSpPr>
          <p:cNvPr id="10" name="Foliennummernplatzhalter 9">
            <a:extLst>
              <a:ext uri="{FF2B5EF4-FFF2-40B4-BE49-F238E27FC236}">
                <a16:creationId xmlns:a16="http://schemas.microsoft.com/office/drawing/2014/main" id="{9805747B-3A8E-F844-CB94-287A33EFE445}"/>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solidFill>
                  <a:schemeClr val="bg1"/>
                </a:solidFill>
              </a:rPr>
              <a:pPr/>
              <a:t>48</a:t>
            </a:fld>
            <a:endParaRPr lang="en-US" dirty="0">
              <a:solidFill>
                <a:schemeClr val="bg1"/>
              </a:solidFill>
            </a:endParaRPr>
          </a:p>
        </p:txBody>
      </p:sp>
      <p:sp>
        <p:nvSpPr>
          <p:cNvPr id="18" name="Textplatzhalter 2">
            <a:extLst>
              <a:ext uri="{FF2B5EF4-FFF2-40B4-BE49-F238E27FC236}">
                <a16:creationId xmlns:a16="http://schemas.microsoft.com/office/drawing/2014/main" id="{ED888EB0-2266-92BA-E81A-9B46AAB8D2D9}"/>
              </a:ext>
            </a:extLst>
          </p:cNvPr>
          <p:cNvSpPr txBox="1">
            <a:spLocks/>
          </p:cNvSpPr>
          <p:nvPr/>
        </p:nvSpPr>
        <p:spPr bwMode="gray">
          <a:xfrm>
            <a:off x="479474" y="2924174"/>
            <a:ext cx="3563889" cy="28810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pPr marL="0" indent="0">
              <a:buNone/>
            </a:pPr>
            <a:r>
              <a:rPr lang="en-US" dirty="0"/>
              <a:t>Sed vitae arcu in condimentum blandit. Duis molestie et nisl nibh. Maecenas venenatis eget justo. Pellentesque convallis lorem pharetra venenatis, libero mi. Nam velit nisl, mattis ac, fermentum cum nec.</a:t>
            </a:r>
          </a:p>
        </p:txBody>
      </p:sp>
      <p:sp>
        <p:nvSpPr>
          <p:cNvPr id="143" name="Textplatzhalter 2">
            <a:extLst>
              <a:ext uri="{FF2B5EF4-FFF2-40B4-BE49-F238E27FC236}">
                <a16:creationId xmlns:a16="http://schemas.microsoft.com/office/drawing/2014/main" id="{AF3CD085-1410-44EF-9569-53C245D847E3}"/>
              </a:ext>
            </a:extLst>
          </p:cNvPr>
          <p:cNvSpPr txBox="1">
            <a:spLocks/>
          </p:cNvSpPr>
          <p:nvPr/>
        </p:nvSpPr>
        <p:spPr bwMode="invGray">
          <a:xfrm>
            <a:off x="7463724" y="2240916"/>
            <a:ext cx="3456812" cy="720032"/>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b="1" dirty="0">
                <a:solidFill>
                  <a:schemeClr val="bg2"/>
                </a:solidFill>
              </a:rPr>
              <a:t>Lorem ipsum</a:t>
            </a:r>
          </a:p>
        </p:txBody>
      </p:sp>
      <p:sp>
        <p:nvSpPr>
          <p:cNvPr id="7" name="Textplatzhalter 2">
            <a:extLst>
              <a:ext uri="{FF2B5EF4-FFF2-40B4-BE49-F238E27FC236}">
                <a16:creationId xmlns:a16="http://schemas.microsoft.com/office/drawing/2014/main" id="{57A11A9F-84B8-E743-EE88-C07788ACBBC4}"/>
              </a:ext>
            </a:extLst>
          </p:cNvPr>
          <p:cNvSpPr txBox="1">
            <a:spLocks/>
          </p:cNvSpPr>
          <p:nvPr/>
        </p:nvSpPr>
        <p:spPr bwMode="invGray">
          <a:xfrm>
            <a:off x="8219808" y="3213024"/>
            <a:ext cx="1944644" cy="720032"/>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a:t>
            </a:r>
          </a:p>
        </p:txBody>
      </p:sp>
      <p:sp>
        <p:nvSpPr>
          <p:cNvPr id="8" name="Textplatzhalter 2">
            <a:extLst>
              <a:ext uri="{FF2B5EF4-FFF2-40B4-BE49-F238E27FC236}">
                <a16:creationId xmlns:a16="http://schemas.microsoft.com/office/drawing/2014/main" id="{83CD9C54-6798-0899-AAAE-CAA808FEBEDD}"/>
              </a:ext>
            </a:extLst>
          </p:cNvPr>
          <p:cNvSpPr txBox="1">
            <a:spLocks/>
          </p:cNvSpPr>
          <p:nvPr/>
        </p:nvSpPr>
        <p:spPr bwMode="invGray">
          <a:xfrm>
            <a:off x="8651856" y="4149128"/>
            <a:ext cx="1080548" cy="720032"/>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a:t>
            </a:r>
          </a:p>
        </p:txBody>
      </p:sp>
      <p:sp>
        <p:nvSpPr>
          <p:cNvPr id="9" name="Textplatzhalter 2">
            <a:extLst>
              <a:ext uri="{FF2B5EF4-FFF2-40B4-BE49-F238E27FC236}">
                <a16:creationId xmlns:a16="http://schemas.microsoft.com/office/drawing/2014/main" id="{B8613B51-5CB8-1002-A310-3BCF17A5A99B}"/>
              </a:ext>
            </a:extLst>
          </p:cNvPr>
          <p:cNvSpPr txBox="1">
            <a:spLocks/>
          </p:cNvSpPr>
          <p:nvPr/>
        </p:nvSpPr>
        <p:spPr bwMode="invGray">
          <a:xfrm>
            <a:off x="8651856" y="5085184"/>
            <a:ext cx="1080548" cy="756000"/>
          </a:xfrm>
          <a:prstGeom prst="rect">
            <a:avLst/>
          </a:prstGeom>
        </p:spPr>
        <p:txBody>
          <a:bodyPr vert="horz" lIns="0" tIns="0" rIns="0" bIns="0" rtlCol="0" anchor="ctr"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lgn="ctr">
              <a:buNone/>
            </a:pPr>
            <a:r>
              <a:rPr lang="en-US" dirty="0"/>
              <a:t>Lorem ipsum</a:t>
            </a:r>
          </a:p>
        </p:txBody>
      </p:sp>
      <p:pic>
        <p:nvPicPr>
          <p:cNvPr id="2" name="Grafik 1">
            <a:extLst>
              <a:ext uri="{FF2B5EF4-FFF2-40B4-BE49-F238E27FC236}">
                <a16:creationId xmlns:a16="http://schemas.microsoft.com/office/drawing/2014/main" id="{9AF2A00D-F04C-1C2C-4528-B86B141E93D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bwMode="gray">
          <a:xfrm>
            <a:off x="479376" y="2204864"/>
            <a:ext cx="576000" cy="576000"/>
          </a:xfrm>
          <a:prstGeom prst="rect">
            <a:avLst/>
          </a:prstGeom>
        </p:spPr>
      </p:pic>
    </p:spTree>
    <p:extLst>
      <p:ext uri="{BB962C8B-B14F-4D97-AF65-F5344CB8AC3E}">
        <p14:creationId xmlns:p14="http://schemas.microsoft.com/office/powerpoint/2010/main" val="24634973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 name="Object 74" hidden="1">
            <a:extLst>
              <a:ext uri="{FF2B5EF4-FFF2-40B4-BE49-F238E27FC236}">
                <a16:creationId xmlns:a16="http://schemas.microsoft.com/office/drawing/2014/main" id="{1B8F0D5C-D250-47DD-A521-2B8EAB938F2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6" imgW="306" imgH="306" progId="TCLayout.ActiveDocument.1">
                  <p:embed/>
                </p:oleObj>
              </mc:Choice>
              <mc:Fallback>
                <p:oleObj name="think-cell Folie" r:id="rId6" imgW="306" imgH="306" progId="TCLayout.ActiveDocument.1">
                  <p:embed/>
                  <p:pic>
                    <p:nvPicPr>
                      <p:cNvPr id="75" name="Object 74" hidden="1">
                        <a:extLst>
                          <a:ext uri="{FF2B5EF4-FFF2-40B4-BE49-F238E27FC236}">
                            <a16:creationId xmlns:a16="http://schemas.microsoft.com/office/drawing/2014/main" id="{1B8F0D5C-D250-47DD-A521-2B8EAB938F2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1" name="Rectangle 60" hidden="1">
            <a:extLst>
              <a:ext uri="{FF2B5EF4-FFF2-40B4-BE49-F238E27FC236}">
                <a16:creationId xmlns:a16="http://schemas.microsoft.com/office/drawing/2014/main" id="{F667D79D-ED4C-4AC9-98C6-3C94315832C4}"/>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dirty="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28" name="Titel 27">
            <a:extLst>
              <a:ext uri="{FF2B5EF4-FFF2-40B4-BE49-F238E27FC236}">
                <a16:creationId xmlns:a16="http://schemas.microsoft.com/office/drawing/2014/main" id="{3ADD9A45-596F-5EE3-A5C3-B7EA74239A85}"/>
              </a:ext>
            </a:extLst>
          </p:cNvPr>
          <p:cNvSpPr>
            <a:spLocks noGrp="1"/>
          </p:cNvSpPr>
          <p:nvPr>
            <p:ph type="title"/>
          </p:nvPr>
        </p:nvSpPr>
        <p:spPr bwMode="gray">
          <a:xfrm>
            <a:off x="479424" y="477000"/>
            <a:ext cx="11233151" cy="720000"/>
          </a:xfrm>
        </p:spPr>
        <p:txBody>
          <a:bodyPr/>
          <a:lstStyle/>
          <a:p>
            <a:r>
              <a:rPr lang="en-US" dirty="0"/>
              <a:t>Growth process</a:t>
            </a:r>
          </a:p>
        </p:txBody>
      </p:sp>
      <p:sp>
        <p:nvSpPr>
          <p:cNvPr id="9" name="Textplatzhalter 8">
            <a:extLst>
              <a:ext uri="{FF2B5EF4-FFF2-40B4-BE49-F238E27FC236}">
                <a16:creationId xmlns:a16="http://schemas.microsoft.com/office/drawing/2014/main" id="{5DCCB131-ACBE-9FBD-4664-E5EF9A4E203D}"/>
              </a:ext>
            </a:extLst>
          </p:cNvPr>
          <p:cNvSpPr>
            <a:spLocks noGrp="1"/>
          </p:cNvSpPr>
          <p:nvPr>
            <p:ph type="body" sz="quarter" idx="13"/>
          </p:nvPr>
        </p:nvSpPr>
        <p:spPr bwMode="gray"/>
        <p:txBody>
          <a:bodyPr/>
          <a:lstStyle/>
          <a:p>
            <a:endParaRPr lang="en-US" dirty="0"/>
          </a:p>
        </p:txBody>
      </p:sp>
      <p:sp>
        <p:nvSpPr>
          <p:cNvPr id="4" name="Fußzeilenplatzhalter 3">
            <a:extLst>
              <a:ext uri="{FF2B5EF4-FFF2-40B4-BE49-F238E27FC236}">
                <a16:creationId xmlns:a16="http://schemas.microsoft.com/office/drawing/2014/main" id="{B5404899-C688-D294-A86F-8CAD78E1EBBA}"/>
              </a:ext>
            </a:extLst>
          </p:cNvPr>
          <p:cNvSpPr>
            <a:spLocks noGrp="1"/>
          </p:cNvSpPr>
          <p:nvPr>
            <p:ph type="ftr" sz="quarter" idx="10"/>
          </p:nvPr>
        </p:nvSpPr>
        <p:spPr bwMode="gray">
          <a:xfrm>
            <a:off x="6312024" y="6246836"/>
            <a:ext cx="5040560" cy="288000"/>
          </a:xfrm>
        </p:spPr>
        <p:txBody>
          <a:bodyPr/>
          <a:lstStyle/>
          <a:p>
            <a:r>
              <a:rPr lang="en-US" dirty="0"/>
              <a:t>Slide library    |     ONLY FOR INTERNAL USE</a:t>
            </a:r>
          </a:p>
        </p:txBody>
      </p:sp>
      <p:sp>
        <p:nvSpPr>
          <p:cNvPr id="5" name="Foliennummernplatzhalter 4">
            <a:extLst>
              <a:ext uri="{FF2B5EF4-FFF2-40B4-BE49-F238E27FC236}">
                <a16:creationId xmlns:a16="http://schemas.microsoft.com/office/drawing/2014/main" id="{7824543E-63C7-8D60-2F95-0AA55EB505AA}"/>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mtClean="0"/>
              <a:pPr/>
              <a:t>49</a:t>
            </a:fld>
            <a:endParaRPr lang="en-US" dirty="0"/>
          </a:p>
        </p:txBody>
      </p:sp>
      <p:sp>
        <p:nvSpPr>
          <p:cNvPr id="30" name="Freihandform: Form 7">
            <a:extLst>
              <a:ext uri="{FF2B5EF4-FFF2-40B4-BE49-F238E27FC236}">
                <a16:creationId xmlns:a16="http://schemas.microsoft.com/office/drawing/2014/main" id="{9A53FFCD-7DEE-54EB-8056-34E842A3DDFC}"/>
              </a:ext>
            </a:extLst>
          </p:cNvPr>
          <p:cNvSpPr/>
          <p:nvPr>
            <p:custDataLst>
              <p:tags r:id="rId3"/>
            </p:custDataLst>
          </p:nvPr>
        </p:nvSpPr>
        <p:spPr bwMode="gray">
          <a:xfrm>
            <a:off x="911424" y="1412776"/>
            <a:ext cx="10801151" cy="3960000"/>
          </a:xfrm>
          <a:custGeom>
            <a:avLst/>
            <a:gdLst>
              <a:gd name="connsiteX0" fmla="*/ 0 w 1800225"/>
              <a:gd name="connsiteY0" fmla="*/ 0 h 1666875"/>
              <a:gd name="connsiteX1" fmla="*/ 0 w 1800225"/>
              <a:gd name="connsiteY1" fmla="*/ 1666875 h 1666875"/>
              <a:gd name="connsiteX2" fmla="*/ 1800225 w 1800225"/>
              <a:gd name="connsiteY2" fmla="*/ 1666875 h 1666875"/>
            </a:gdLst>
            <a:ahLst/>
            <a:cxnLst>
              <a:cxn ang="0">
                <a:pos x="connsiteX0" y="connsiteY0"/>
              </a:cxn>
              <a:cxn ang="0">
                <a:pos x="connsiteX1" y="connsiteY1"/>
              </a:cxn>
              <a:cxn ang="0">
                <a:pos x="connsiteX2" y="connsiteY2"/>
              </a:cxn>
            </a:cxnLst>
            <a:rect l="l" t="t" r="r" b="b"/>
            <a:pathLst>
              <a:path w="1800225" h="1666875">
                <a:moveTo>
                  <a:pt x="0" y="0"/>
                </a:moveTo>
                <a:lnTo>
                  <a:pt x="0" y="1666875"/>
                </a:lnTo>
                <a:lnTo>
                  <a:pt x="1800225" y="1666875"/>
                </a:lnTo>
              </a:path>
            </a:pathLst>
          </a:custGeom>
          <a:ln w="952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Textplatzhalter 2">
            <a:extLst>
              <a:ext uri="{FF2B5EF4-FFF2-40B4-BE49-F238E27FC236}">
                <a16:creationId xmlns:a16="http://schemas.microsoft.com/office/drawing/2014/main" id="{6DF26642-8D01-FACD-5EB3-AF08C715BE5F}"/>
              </a:ext>
            </a:extLst>
          </p:cNvPr>
          <p:cNvSpPr txBox="1">
            <a:spLocks/>
          </p:cNvSpPr>
          <p:nvPr/>
        </p:nvSpPr>
        <p:spPr bwMode="gray">
          <a:xfrm>
            <a:off x="1991552" y="3501008"/>
            <a:ext cx="2808000" cy="1872208"/>
          </a:xfrm>
          <a:prstGeom prst="rect">
            <a:avLst/>
          </a:prstGeom>
        </p:spPr>
        <p:txBody>
          <a:bodyPr vert="horz" lIns="144000" tIns="0" rIns="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r>
              <a:rPr lang="en-US" dirty="0"/>
              <a:t>Lorem ipsum</a:t>
            </a:r>
          </a:p>
          <a:p>
            <a:r>
              <a:rPr lang="en-US" dirty="0"/>
              <a:t>Lorem ipsum</a:t>
            </a:r>
          </a:p>
          <a:p>
            <a:r>
              <a:rPr lang="en-US" dirty="0"/>
              <a:t>Lorem ipsum</a:t>
            </a:r>
          </a:p>
        </p:txBody>
      </p:sp>
      <p:sp>
        <p:nvSpPr>
          <p:cNvPr id="36" name="Textplatzhalter 8">
            <a:extLst>
              <a:ext uri="{FF2B5EF4-FFF2-40B4-BE49-F238E27FC236}">
                <a16:creationId xmlns:a16="http://schemas.microsoft.com/office/drawing/2014/main" id="{15EF375F-0F37-3D47-20CB-46E660111EDD}"/>
              </a:ext>
            </a:extLst>
          </p:cNvPr>
          <p:cNvSpPr txBox="1">
            <a:spLocks/>
          </p:cNvSpPr>
          <p:nvPr/>
        </p:nvSpPr>
        <p:spPr bwMode="gray">
          <a:xfrm>
            <a:off x="1991656" y="2781336"/>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01</a:t>
            </a:r>
          </a:p>
        </p:txBody>
      </p:sp>
      <p:sp>
        <p:nvSpPr>
          <p:cNvPr id="37" name="Textplatzhalter 2">
            <a:extLst>
              <a:ext uri="{FF2B5EF4-FFF2-40B4-BE49-F238E27FC236}">
                <a16:creationId xmlns:a16="http://schemas.microsoft.com/office/drawing/2014/main" id="{C3189FDF-CD0F-C39D-371F-151EA8265CCE}"/>
              </a:ext>
            </a:extLst>
          </p:cNvPr>
          <p:cNvSpPr txBox="1">
            <a:spLocks/>
          </p:cNvSpPr>
          <p:nvPr/>
        </p:nvSpPr>
        <p:spPr bwMode="gray">
          <a:xfrm>
            <a:off x="911424" y="5373216"/>
            <a:ext cx="10801200" cy="432048"/>
          </a:xfrm>
          <a:prstGeom prst="rect">
            <a:avLst/>
          </a:prstGeom>
        </p:spPr>
        <p:txBody>
          <a:bodyPr vert="horz" lIns="0" tIns="7200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Lorem ipsum</a:t>
            </a:r>
          </a:p>
        </p:txBody>
      </p:sp>
      <p:sp>
        <p:nvSpPr>
          <p:cNvPr id="38" name="Textplatzhalter 2">
            <a:extLst>
              <a:ext uri="{FF2B5EF4-FFF2-40B4-BE49-F238E27FC236}">
                <a16:creationId xmlns:a16="http://schemas.microsoft.com/office/drawing/2014/main" id="{9E7B141B-9E02-AD6F-4E1F-53D3716D248B}"/>
              </a:ext>
            </a:extLst>
          </p:cNvPr>
          <p:cNvSpPr txBox="1">
            <a:spLocks/>
          </p:cNvSpPr>
          <p:nvPr/>
        </p:nvSpPr>
        <p:spPr bwMode="gray">
          <a:xfrm rot="16200000">
            <a:off x="-1284821" y="3176973"/>
            <a:ext cx="3960441" cy="432048"/>
          </a:xfrm>
          <a:prstGeom prst="rect">
            <a:avLst/>
          </a:prstGeom>
        </p:spPr>
        <p:txBody>
          <a:bodyPr vert="horz" lIns="0" tIns="0" rIns="0" bIns="72000" rtlCol="0" anchor="b"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lvl="4" indent="0" algn="r">
              <a:buNone/>
            </a:pPr>
            <a:r>
              <a:rPr lang="en-US" dirty="0"/>
              <a:t>Lorem ipsum</a:t>
            </a:r>
          </a:p>
        </p:txBody>
      </p:sp>
      <p:sp>
        <p:nvSpPr>
          <p:cNvPr id="39" name="Textplatzhalter 2">
            <a:extLst>
              <a:ext uri="{FF2B5EF4-FFF2-40B4-BE49-F238E27FC236}">
                <a16:creationId xmlns:a16="http://schemas.microsoft.com/office/drawing/2014/main" id="{A7F54901-A39A-23F9-4F2E-E4E16E448D34}"/>
              </a:ext>
            </a:extLst>
          </p:cNvPr>
          <p:cNvSpPr txBox="1">
            <a:spLocks/>
          </p:cNvSpPr>
          <p:nvPr/>
        </p:nvSpPr>
        <p:spPr bwMode="gray">
          <a:xfrm>
            <a:off x="5448136" y="2816932"/>
            <a:ext cx="2808000" cy="2556284"/>
          </a:xfrm>
          <a:prstGeom prst="rect">
            <a:avLst/>
          </a:prstGeom>
        </p:spPr>
        <p:txBody>
          <a:bodyPr vert="horz" lIns="144000" tIns="0" rIns="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r>
              <a:rPr lang="en-US" dirty="0"/>
              <a:t>Lorem ipsum</a:t>
            </a:r>
          </a:p>
          <a:p>
            <a:r>
              <a:rPr lang="en-US" dirty="0"/>
              <a:t>Lorem ipsum</a:t>
            </a:r>
          </a:p>
          <a:p>
            <a:r>
              <a:rPr lang="en-US" dirty="0"/>
              <a:t>Lorem ipsum</a:t>
            </a:r>
          </a:p>
        </p:txBody>
      </p:sp>
      <p:sp>
        <p:nvSpPr>
          <p:cNvPr id="40" name="Textplatzhalter 8">
            <a:extLst>
              <a:ext uri="{FF2B5EF4-FFF2-40B4-BE49-F238E27FC236}">
                <a16:creationId xmlns:a16="http://schemas.microsoft.com/office/drawing/2014/main" id="{7A6F60DF-9CD6-FDD9-08CB-B72A65F5D665}"/>
              </a:ext>
            </a:extLst>
          </p:cNvPr>
          <p:cNvSpPr txBox="1">
            <a:spLocks/>
          </p:cNvSpPr>
          <p:nvPr/>
        </p:nvSpPr>
        <p:spPr bwMode="gray">
          <a:xfrm>
            <a:off x="5447772" y="2097260"/>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02</a:t>
            </a:r>
          </a:p>
        </p:txBody>
      </p:sp>
      <p:sp>
        <p:nvSpPr>
          <p:cNvPr id="41" name="Textplatzhalter 2">
            <a:extLst>
              <a:ext uri="{FF2B5EF4-FFF2-40B4-BE49-F238E27FC236}">
                <a16:creationId xmlns:a16="http://schemas.microsoft.com/office/drawing/2014/main" id="{2AA9F179-D63E-26F8-8D99-090EBE502452}"/>
              </a:ext>
            </a:extLst>
          </p:cNvPr>
          <p:cNvSpPr txBox="1">
            <a:spLocks/>
          </p:cNvSpPr>
          <p:nvPr/>
        </p:nvSpPr>
        <p:spPr bwMode="gray">
          <a:xfrm>
            <a:off x="8904520" y="2132856"/>
            <a:ext cx="2808000" cy="3240360"/>
          </a:xfrm>
          <a:prstGeom prst="rect">
            <a:avLst/>
          </a:prstGeom>
        </p:spPr>
        <p:txBody>
          <a:bodyPr vert="horz" lIns="144000" tIns="0" rIns="0" bIns="14400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b="1" dirty="0"/>
              <a:t>Lorem ipsum</a:t>
            </a:r>
          </a:p>
          <a:p>
            <a:r>
              <a:rPr lang="en-US" dirty="0"/>
              <a:t>Lorem ipsum</a:t>
            </a:r>
          </a:p>
          <a:p>
            <a:r>
              <a:rPr lang="en-US" dirty="0"/>
              <a:t>Lorem ipsum</a:t>
            </a:r>
          </a:p>
          <a:p>
            <a:r>
              <a:rPr lang="en-US" dirty="0"/>
              <a:t>Lorem ipsum</a:t>
            </a:r>
          </a:p>
        </p:txBody>
      </p:sp>
      <p:sp>
        <p:nvSpPr>
          <p:cNvPr id="42" name="Textplatzhalter 8">
            <a:extLst>
              <a:ext uri="{FF2B5EF4-FFF2-40B4-BE49-F238E27FC236}">
                <a16:creationId xmlns:a16="http://schemas.microsoft.com/office/drawing/2014/main" id="{E615F7F4-29A1-5705-EE23-0296245AEA65}"/>
              </a:ext>
            </a:extLst>
          </p:cNvPr>
          <p:cNvSpPr txBox="1">
            <a:spLocks/>
          </p:cNvSpPr>
          <p:nvPr/>
        </p:nvSpPr>
        <p:spPr bwMode="gray">
          <a:xfrm>
            <a:off x="8904624" y="1413184"/>
            <a:ext cx="2808000" cy="540000"/>
          </a:xfrm>
          <a:prstGeom prst="rect">
            <a:avLst/>
          </a:prstGeom>
          <a:noFill/>
          <a:effectLst/>
        </p:spPr>
        <p:txBody>
          <a:bodyPr wrap="none" lIns="14400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dirty="0"/>
              <a:t>03</a:t>
            </a:r>
          </a:p>
        </p:txBody>
      </p:sp>
      <p:cxnSp>
        <p:nvCxnSpPr>
          <p:cNvPr id="44" name="Gerader Verbinder 43">
            <a:extLst>
              <a:ext uri="{FF2B5EF4-FFF2-40B4-BE49-F238E27FC236}">
                <a16:creationId xmlns:a16="http://schemas.microsoft.com/office/drawing/2014/main" id="{6BF89AED-D1E0-F53A-9788-3915A338ADFC}"/>
              </a:ext>
            </a:extLst>
          </p:cNvPr>
          <p:cNvCxnSpPr>
            <a:cxnSpLocks/>
          </p:cNvCxnSpPr>
          <p:nvPr/>
        </p:nvCxnSpPr>
        <p:spPr bwMode="gray">
          <a:xfrm flipV="1">
            <a:off x="1991552" y="2780928"/>
            <a:ext cx="0" cy="2592189"/>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31" name="Grafik 30">
            <a:extLst>
              <a:ext uri="{FF2B5EF4-FFF2-40B4-BE49-F238E27FC236}">
                <a16:creationId xmlns:a16="http://schemas.microsoft.com/office/drawing/2014/main" id="{46FE15FB-AB57-6B7A-41C0-2C2411B32B1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gray">
          <a:xfrm>
            <a:off x="8035905" y="1412776"/>
            <a:ext cx="721127" cy="721128"/>
          </a:xfrm>
          <a:prstGeom prst="rect">
            <a:avLst/>
          </a:prstGeom>
        </p:spPr>
      </p:pic>
      <p:pic>
        <p:nvPicPr>
          <p:cNvPr id="33" name="Grafik 32">
            <a:extLst>
              <a:ext uri="{FF2B5EF4-FFF2-40B4-BE49-F238E27FC236}">
                <a16:creationId xmlns:a16="http://schemas.microsoft.com/office/drawing/2014/main" id="{38DF5A62-4D8B-A2C1-57C3-E3FFE090852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bwMode="gray">
          <a:xfrm>
            <a:off x="1127456" y="2993330"/>
            <a:ext cx="720185" cy="295276"/>
          </a:xfrm>
          <a:prstGeom prst="rect">
            <a:avLst/>
          </a:prstGeom>
        </p:spPr>
      </p:pic>
      <p:cxnSp>
        <p:nvCxnSpPr>
          <p:cNvPr id="58" name="Gerader Verbinder 57">
            <a:extLst>
              <a:ext uri="{FF2B5EF4-FFF2-40B4-BE49-F238E27FC236}">
                <a16:creationId xmlns:a16="http://schemas.microsoft.com/office/drawing/2014/main" id="{5794C047-F113-A50A-5CAD-930D8A4768AE}"/>
              </a:ext>
            </a:extLst>
          </p:cNvPr>
          <p:cNvCxnSpPr>
            <a:cxnSpLocks/>
          </p:cNvCxnSpPr>
          <p:nvPr/>
        </p:nvCxnSpPr>
        <p:spPr bwMode="gray">
          <a:xfrm flipV="1">
            <a:off x="5448072" y="2096852"/>
            <a:ext cx="0" cy="3276364"/>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9DD50673-9CC7-0CF1-7F0A-593BE4C8846A}"/>
              </a:ext>
            </a:extLst>
          </p:cNvPr>
          <p:cNvCxnSpPr>
            <a:cxnSpLocks/>
          </p:cNvCxnSpPr>
          <p:nvPr/>
        </p:nvCxnSpPr>
        <p:spPr bwMode="gray">
          <a:xfrm flipV="1">
            <a:off x="8904520" y="1412776"/>
            <a:ext cx="0" cy="396044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32" name="Grafik 31">
            <a:extLst>
              <a:ext uri="{FF2B5EF4-FFF2-40B4-BE49-F238E27FC236}">
                <a16:creationId xmlns:a16="http://schemas.microsoft.com/office/drawing/2014/main" id="{97CBD2E9-6088-C287-7873-D45CFB6740D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bwMode="gray">
          <a:xfrm>
            <a:off x="4583871" y="2255240"/>
            <a:ext cx="720185" cy="403304"/>
          </a:xfrm>
          <a:prstGeom prst="rect">
            <a:avLst/>
          </a:prstGeom>
        </p:spPr>
      </p:pic>
      <p:sp>
        <p:nvSpPr>
          <p:cNvPr id="69" name="Ellipse 68">
            <a:extLst>
              <a:ext uri="{FF2B5EF4-FFF2-40B4-BE49-F238E27FC236}">
                <a16:creationId xmlns:a16="http://schemas.microsoft.com/office/drawing/2014/main" id="{E52FEE48-A011-286D-5D36-123BA38B4322}"/>
              </a:ext>
            </a:extLst>
          </p:cNvPr>
          <p:cNvSpPr>
            <a:spLocks noChangeAspect="1"/>
          </p:cNvSpPr>
          <p:nvPr/>
        </p:nvSpPr>
        <p:spPr bwMode="gray">
          <a:xfrm>
            <a:off x="1938884" y="5320256"/>
            <a:ext cx="108000" cy="108000"/>
          </a:xfrm>
          <a:prstGeom prst="ellipse">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70" name="Ellipse 69">
            <a:extLst>
              <a:ext uri="{FF2B5EF4-FFF2-40B4-BE49-F238E27FC236}">
                <a16:creationId xmlns:a16="http://schemas.microsoft.com/office/drawing/2014/main" id="{533966DA-48B9-34A3-E3E4-3CE3E6A315A2}"/>
              </a:ext>
            </a:extLst>
          </p:cNvPr>
          <p:cNvSpPr>
            <a:spLocks noChangeAspect="1"/>
          </p:cNvSpPr>
          <p:nvPr/>
        </p:nvSpPr>
        <p:spPr bwMode="gray">
          <a:xfrm>
            <a:off x="8849257" y="5320256"/>
            <a:ext cx="108000" cy="108000"/>
          </a:xfrm>
          <a:prstGeom prst="ellipse">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
        <p:nvSpPr>
          <p:cNvPr id="71" name="Ellipse 70">
            <a:extLst>
              <a:ext uri="{FF2B5EF4-FFF2-40B4-BE49-F238E27FC236}">
                <a16:creationId xmlns:a16="http://schemas.microsoft.com/office/drawing/2014/main" id="{1820FB41-8D54-2797-D8A3-22DE0632BD33}"/>
              </a:ext>
            </a:extLst>
          </p:cNvPr>
          <p:cNvSpPr>
            <a:spLocks noChangeAspect="1"/>
          </p:cNvSpPr>
          <p:nvPr/>
        </p:nvSpPr>
        <p:spPr bwMode="gray">
          <a:xfrm>
            <a:off x="5394685" y="5320256"/>
            <a:ext cx="108000" cy="108000"/>
          </a:xfrm>
          <a:prstGeom prst="ellipse">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dirty="0">
              <a:solidFill>
                <a:schemeClr val="tx1"/>
              </a:solidFill>
            </a:endParaRPr>
          </a:p>
        </p:txBody>
      </p:sp>
    </p:spTree>
    <p:extLst>
      <p:ext uri="{BB962C8B-B14F-4D97-AF65-F5344CB8AC3E}">
        <p14:creationId xmlns:p14="http://schemas.microsoft.com/office/powerpoint/2010/main" val="1652611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6">
            <a:extLst>
              <a:ext uri="{FF2B5EF4-FFF2-40B4-BE49-F238E27FC236}">
                <a16:creationId xmlns:a16="http://schemas.microsoft.com/office/drawing/2014/main" id="{2EEAB030-A97E-C173-ADED-BAC4FB2C79E4}"/>
              </a:ext>
            </a:extLst>
          </p:cNvPr>
          <p:cNvSpPr>
            <a:spLocks noGrp="1"/>
          </p:cNvSpPr>
          <p:nvPr>
            <p:ph type="body" sz="quarter" idx="13"/>
          </p:nvPr>
        </p:nvSpPr>
        <p:spPr/>
        <p:txBody>
          <a:bodyPr/>
          <a:lstStyle/>
          <a:p>
            <a:endParaRPr lang="en-US" dirty="0"/>
          </a:p>
        </p:txBody>
      </p:sp>
      <p:sp>
        <p:nvSpPr>
          <p:cNvPr id="3" name="Fußzeilenplatzhalter 2">
            <a:extLst>
              <a:ext uri="{FF2B5EF4-FFF2-40B4-BE49-F238E27FC236}">
                <a16:creationId xmlns:a16="http://schemas.microsoft.com/office/drawing/2014/main" id="{C362CF01-D3F0-DD58-F640-11F5882A22F5}"/>
              </a:ext>
            </a:extLst>
          </p:cNvPr>
          <p:cNvSpPr>
            <a:spLocks noGrp="1"/>
          </p:cNvSpPr>
          <p:nvPr>
            <p:ph type="ftr" sz="quarter" idx="14"/>
          </p:nvPr>
        </p:nvSpPr>
        <p:spPr/>
        <p:txBody>
          <a:bodyPr/>
          <a:lstStyle/>
          <a:p>
            <a:r>
              <a:rPr lang="en-US" dirty="0"/>
              <a:t>Slide library    |     ONLY FOR INTERNAL USE</a:t>
            </a:r>
          </a:p>
        </p:txBody>
      </p:sp>
      <p:sp>
        <p:nvSpPr>
          <p:cNvPr id="4" name="Foliennummernplatzhalter 3">
            <a:extLst>
              <a:ext uri="{FF2B5EF4-FFF2-40B4-BE49-F238E27FC236}">
                <a16:creationId xmlns:a16="http://schemas.microsoft.com/office/drawing/2014/main" id="{805E20C9-6CDE-F9AE-72E4-7AF9823C07B1}"/>
              </a:ext>
            </a:extLst>
          </p:cNvPr>
          <p:cNvSpPr>
            <a:spLocks noGrp="1"/>
          </p:cNvSpPr>
          <p:nvPr>
            <p:ph type="sldNum" sz="quarter" idx="15"/>
          </p:nvPr>
        </p:nvSpPr>
        <p:spPr/>
        <p:txBody>
          <a:bodyPr/>
          <a:lstStyle/>
          <a:p>
            <a:fld id="{8FF9B0DE-3FEB-4AA0-B465-B80EF7C1333D}" type="slidenum">
              <a:rPr lang="en-US" smtClean="0"/>
              <a:pPr/>
              <a:t>50</a:t>
            </a:fld>
            <a:endParaRPr lang="en-US" dirty="0"/>
          </a:p>
        </p:txBody>
      </p:sp>
      <p:pic>
        <p:nvPicPr>
          <p:cNvPr id="8" name="Grafik 7">
            <a:extLst>
              <a:ext uri="{FF2B5EF4-FFF2-40B4-BE49-F238E27FC236}">
                <a16:creationId xmlns:a16="http://schemas.microsoft.com/office/drawing/2014/main" id="{4F913479-7145-0CBE-474B-82BF6A74E4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gray">
          <a:xfrm>
            <a:off x="6888088" y="1773336"/>
            <a:ext cx="4680002" cy="4680000"/>
          </a:xfrm>
          <a:prstGeom prst="rect">
            <a:avLst/>
          </a:prstGeom>
        </p:spPr>
      </p:pic>
      <p:sp>
        <p:nvSpPr>
          <p:cNvPr id="9" name="Textplatzhalter 8">
            <a:extLst>
              <a:ext uri="{FF2B5EF4-FFF2-40B4-BE49-F238E27FC236}">
                <a16:creationId xmlns:a16="http://schemas.microsoft.com/office/drawing/2014/main" id="{7D04F508-B8AB-FB17-8A6F-A8298B48CBBE}"/>
              </a:ext>
            </a:extLst>
          </p:cNvPr>
          <p:cNvSpPr txBox="1">
            <a:spLocks/>
          </p:cNvSpPr>
          <p:nvPr/>
        </p:nvSpPr>
        <p:spPr bwMode="gray">
          <a:xfrm>
            <a:off x="479425" y="1412874"/>
            <a:ext cx="6192639" cy="4392390"/>
          </a:xfrm>
          <a:prstGeom prst="rect">
            <a:avLst/>
          </a:prstGeom>
          <a:noFill/>
          <a:effectLst/>
        </p:spPr>
        <p:txBody>
          <a:bodyPr wrap="square" lIns="0" tIns="0" rIns="0" bIns="0" anchor="t"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sz="4000" dirty="0"/>
              <a:t>Licensed images, illustrations and Icons for usage are available here:</a:t>
            </a:r>
          </a:p>
          <a:p>
            <a:pPr>
              <a:lnSpc>
                <a:spcPct val="100000"/>
              </a:lnSpc>
              <a:spcBef>
                <a:spcPts val="4800"/>
              </a:spcBef>
              <a:spcAft>
                <a:spcPts val="0"/>
              </a:spcAft>
            </a:pPr>
            <a:r>
              <a:rPr lang="en-US" sz="2500" b="0" dirty="0">
                <a:solidFill>
                  <a:schemeClr val="bg1"/>
                </a:solidFill>
                <a:latin typeface="+mn-lt"/>
                <a:hlinkClick r:id="rId4">
                  <a:extLst>
                    <a:ext uri="{A12FA001-AC4F-418D-AE19-62706E023703}">
                      <ahyp:hlinkClr xmlns:ahyp="http://schemas.microsoft.com/office/drawing/2018/hyperlinkcolor" val="tx"/>
                    </a:ext>
                  </a:extLst>
                </a:hlinkClick>
              </a:rPr>
              <a:t>https://brand.boehringer-ingelheim.com</a:t>
            </a:r>
            <a:endParaRPr lang="en-US" sz="2500" b="0" dirty="0">
              <a:solidFill>
                <a:schemeClr val="bg1"/>
              </a:solidFill>
              <a:latin typeface="+mn-lt"/>
            </a:endParaRPr>
          </a:p>
          <a:p>
            <a:pPr>
              <a:lnSpc>
                <a:spcPct val="100000"/>
              </a:lnSpc>
              <a:spcBef>
                <a:spcPts val="1200"/>
              </a:spcBef>
              <a:spcAft>
                <a:spcPts val="0"/>
              </a:spcAft>
            </a:pPr>
            <a:r>
              <a:rPr lang="en-US" sz="2500" b="0" dirty="0">
                <a:solidFill>
                  <a:schemeClr val="bg1"/>
                </a:solidFill>
                <a:latin typeface="+mn-lt"/>
                <a:hlinkClick r:id="rId5">
                  <a:extLst>
                    <a:ext uri="{A12FA001-AC4F-418D-AE19-62706E023703}">
                      <ahyp:hlinkClr xmlns:ahyp="http://schemas.microsoft.com/office/drawing/2018/hyperlinkcolor" val="tx"/>
                    </a:ext>
                  </a:extLst>
                </a:hlinkClick>
              </a:rPr>
              <a:t>Images</a:t>
            </a:r>
            <a:r>
              <a:rPr lang="en-US" sz="2500" b="0" dirty="0">
                <a:solidFill>
                  <a:schemeClr val="bg1"/>
                </a:solidFill>
                <a:latin typeface="+mn-lt"/>
              </a:rPr>
              <a:t> | </a:t>
            </a:r>
            <a:r>
              <a:rPr lang="en-US" sz="2500" b="0" dirty="0">
                <a:solidFill>
                  <a:schemeClr val="bg1"/>
                </a:solidFill>
                <a:latin typeface="+mn-lt"/>
                <a:hlinkClick r:id="rId6">
                  <a:extLst>
                    <a:ext uri="{A12FA001-AC4F-418D-AE19-62706E023703}">
                      <ahyp:hlinkClr xmlns:ahyp="http://schemas.microsoft.com/office/drawing/2018/hyperlinkcolor" val="tx"/>
                    </a:ext>
                  </a:extLst>
                </a:hlinkClick>
              </a:rPr>
              <a:t>Illustrations</a:t>
            </a:r>
            <a:r>
              <a:rPr lang="en-US" sz="2500" b="0" dirty="0">
                <a:solidFill>
                  <a:schemeClr val="bg1"/>
                </a:solidFill>
                <a:latin typeface="+mn-lt"/>
              </a:rPr>
              <a:t> | </a:t>
            </a:r>
            <a:r>
              <a:rPr lang="en-US" sz="2500" b="0" dirty="0">
                <a:solidFill>
                  <a:schemeClr val="bg1"/>
                </a:solidFill>
                <a:latin typeface="+mn-lt"/>
                <a:hlinkClick r:id="rId7">
                  <a:extLst>
                    <a:ext uri="{A12FA001-AC4F-418D-AE19-62706E023703}">
                      <ahyp:hlinkClr xmlns:ahyp="http://schemas.microsoft.com/office/drawing/2018/hyperlinkcolor" val="tx"/>
                    </a:ext>
                  </a:extLst>
                </a:hlinkClick>
              </a:rPr>
              <a:t>Icons</a:t>
            </a:r>
            <a:endParaRPr lang="en-US" sz="2500" b="0" dirty="0">
              <a:solidFill>
                <a:schemeClr val="bg1"/>
              </a:solidFill>
              <a:latin typeface="+mn-lt"/>
            </a:endParaRPr>
          </a:p>
        </p:txBody>
      </p:sp>
    </p:spTree>
    <p:extLst>
      <p:ext uri="{BB962C8B-B14F-4D97-AF65-F5344CB8AC3E}">
        <p14:creationId xmlns:p14="http://schemas.microsoft.com/office/powerpoint/2010/main" val="2281862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CT_SHOW_CA" val="False"/>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9.tATmsjDEGS6Mapvj6Df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9.tATmsjDEGS6Mapvj6Df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WSBa8xu1NUqcabs4SMZh0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7m_mBEvkxIaSTQUqJjSPI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juSYF2c9MP4BVGWmDjjY5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juSYF2c9MP4BVGWmDjjY5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juSYF2c9MP4BVGWmDjjY5w"/>
</p:tagLst>
</file>

<file path=ppt/tags/tag1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1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TN8I5BFu8hEI_72NbulMQQ"/>
</p:tagLst>
</file>

<file path=ppt/tags/tag2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pOkZI2FGkz0oSgE4stYLk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rPhdLRV8wozFTvJc2kvpZ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JiQUpzvXKgBMhuj6DCsgO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4ulQxcgXD_90gAN0CCirE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6u4x0liXcLhaK95D2Y7wYA"/>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nOJG3140FWS4E55TUIhgO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Cchw1TjTftauxybUwb1A6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Cchw1TjTftauxybUwb1A6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Cchw1TjTftauxybUwb1A6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NWZDUXpt9Tdaw6Xyoj3fh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lW9BaXDz6hjoVYYyQohUug"/>
</p:tagLst>
</file>

<file path=ppt/tags/tag73.xml><?xml version="1.0" encoding="utf-8"?>
<p:tagLst xmlns:a="http://schemas.openxmlformats.org/drawingml/2006/main" xmlns:r="http://schemas.openxmlformats.org/officeDocument/2006/relationships" xmlns:p="http://schemas.openxmlformats.org/presentationml/2006/main">
  <p:tag name="VCTCREATESHAPEHANDLED" val="0"/>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ecura_PPT_Master.pptx  -  Read-Only" id="{8D30E083-86E8-444C-8436-DBDDC476F724}" vid="{AA4C5CF5-5FFC-4EA8-8CB8-C3B850DDEEDF}"/>
    </a:ext>
  </a:extLst>
</a:theme>
</file>

<file path=ppt/theme/theme2.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F4201B242ED634390BBB938A6A9DF54" ma:contentTypeVersion="6" ma:contentTypeDescription="Create a new document." ma:contentTypeScope="" ma:versionID="8f96b1384c65364ab6e7b0ee30e034cd">
  <xsd:schema xmlns:xsd="http://www.w3.org/2001/XMLSchema" xmlns:xs="http://www.w3.org/2001/XMLSchema" xmlns:p="http://schemas.microsoft.com/office/2006/metadata/properties" xmlns:ns2="59851ce9-ae5d-4a68-a538-90ff58fa3e09" xmlns:ns3="83594577-a257-40e9-801f-0c2062171c97" targetNamespace="http://schemas.microsoft.com/office/2006/metadata/properties" ma:root="true" ma:fieldsID="c399c46b8c2ee481bb509aa60f387a03" ns2:_="" ns3:_="">
    <xsd:import namespace="59851ce9-ae5d-4a68-a538-90ff58fa3e09"/>
    <xsd:import namespace="83594577-a257-40e9-801f-0c2062171c9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851ce9-ae5d-4a68-a538-90ff58fa3e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594577-a257-40e9-801f-0c2062171c9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F86845-451D-46F1-ABFC-05821ABAEA3D}">
  <ds:schemaRefs>
    <ds:schemaRef ds:uri="http://schemas.microsoft.com/office/2006/metadata/properties"/>
    <ds:schemaRef ds:uri="http://schemas.microsoft.com/office/infopath/2007/PartnerControls"/>
    <ds:schemaRef ds:uri="http://schemas.microsoft.com/sharepoint/v3"/>
    <ds:schemaRef ds:uri="1f2c9d72-829a-4835-914e-940679e127c2"/>
    <ds:schemaRef ds:uri="e47812bf-c8f0-415c-9dc6-756594725798"/>
  </ds:schemaRefs>
</ds:datastoreItem>
</file>

<file path=customXml/itemProps2.xml><?xml version="1.0" encoding="utf-8"?>
<ds:datastoreItem xmlns:ds="http://schemas.openxmlformats.org/officeDocument/2006/customXml" ds:itemID="{69CF82C2-E9E2-4B97-B64A-BCC7B085E7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851ce9-ae5d-4a68-a538-90ff58fa3e09"/>
    <ds:schemaRef ds:uri="83594577-a257-40e9-801f-0c2062171c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7C2C1D0-137A-4458-A65B-99BF1AC4E9C2}">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Boehringer_Ingelheim_Secura_PPT_Master</Template>
  <TotalTime>0</TotalTime>
  <Words>3888</Words>
  <Application>Microsoft Office PowerPoint</Application>
  <PresentationFormat>宽屏</PresentationFormat>
  <Paragraphs>713</Paragraphs>
  <Slides>50</Slides>
  <Notes>50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57" baseType="lpstr">
      <vt:lpstr>Arial</vt:lpstr>
      <vt:lpstr>Boehringer Forward Head Md</vt:lpstr>
      <vt:lpstr>Boehringer Forward Head</vt:lpstr>
      <vt:lpstr>Boehringer Forward Text</vt:lpstr>
      <vt:lpstr>Open Sans Extrabold</vt:lpstr>
      <vt:lpstr>Boehringer Ingelheim 16:9</vt:lpstr>
      <vt:lpstr>think-cell Folie</vt:lpstr>
      <vt:lpstr>PPT Master</vt:lpstr>
      <vt:lpstr>Title</vt:lpstr>
      <vt:lpstr>Title</vt:lpstr>
      <vt:lpstr>Links to sections</vt:lpstr>
      <vt:lpstr>Name of the current chapter</vt:lpstr>
      <vt:lpstr>This is a specific  section in 2 lines</vt:lpstr>
      <vt:lpstr>PowerPoint 演示文稿</vt:lpstr>
      <vt:lpstr>Texts with icons</vt:lpstr>
      <vt:lpstr>Texts with illustrations</vt:lpstr>
      <vt:lpstr>Topic with 5 texts and icons</vt:lpstr>
      <vt:lpstr>Three textboxes with conclusion</vt:lpstr>
      <vt:lpstr>Three numbered facts</vt:lpstr>
      <vt:lpstr>Three numbered facts</vt:lpstr>
      <vt:lpstr>Text box listings</vt:lpstr>
      <vt:lpstr>Three quotations</vt:lpstr>
      <vt:lpstr>Three quotations</vt:lpstr>
      <vt:lpstr>Three quotations</vt:lpstr>
      <vt:lpstr>PowerPoint 演示文稿</vt:lpstr>
      <vt:lpstr>PowerPoint 演示文稿</vt:lpstr>
      <vt:lpstr>Picture and text</vt:lpstr>
      <vt:lpstr>PowerPoint 演示文稿</vt:lpstr>
      <vt:lpstr>PowerPoint 演示文稿</vt:lpstr>
      <vt:lpstr>Textboxes with photo in register order</vt:lpstr>
      <vt:lpstr>PowerPoint 演示文稿</vt:lpstr>
      <vt:lpstr>Collage of images with text</vt:lpstr>
      <vt:lpstr>Laptop screen</vt:lpstr>
      <vt:lpstr>Four phases with conclusion</vt:lpstr>
      <vt:lpstr>Trend with description</vt:lpstr>
      <vt:lpstr>Timeline</vt:lpstr>
      <vt:lpstr>Project plan in months</vt:lpstr>
      <vt:lpstr>Three-levelled horizontal organization chart</vt:lpstr>
      <vt:lpstr>Pyramid with text</vt:lpstr>
      <vt:lpstr>Personal portrait with picture</vt:lpstr>
      <vt:lpstr>Number table</vt:lpstr>
      <vt:lpstr>Comparison of offers</vt:lpstr>
      <vt:lpstr>Bar chart</vt:lpstr>
      <vt:lpstr>Stacked 100% bar chart</vt:lpstr>
      <vt:lpstr>Bubble chart</vt:lpstr>
      <vt:lpstr>Pie chart</vt:lpstr>
      <vt:lpstr>Relative comparison</vt:lpstr>
      <vt:lpstr>Survey evaluation</vt:lpstr>
      <vt:lpstr>Intersection of two circles</vt:lpstr>
      <vt:lpstr>Intersection of three circles</vt:lpstr>
      <vt:lpstr>Honeycombs with text</vt:lpstr>
      <vt:lpstr>Honeycombs with text</vt:lpstr>
      <vt:lpstr>Honeycombs with text</vt:lpstr>
      <vt:lpstr>Smart home</vt:lpstr>
      <vt:lpstr>Funnel</vt:lpstr>
      <vt:lpstr>Growth process</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Zhao,Omi (IT INF) BII-CN-S</dc:creator>
  <dc:description>Optimized for Office 365</dc:description>
  <cp:lastModifiedBy>Zhao,Omi (IT INF) BII-CN-S</cp:lastModifiedBy>
  <cp:revision>1</cp:revision>
  <dcterms:created xsi:type="dcterms:W3CDTF">2026-05-26T09:49:04Z</dcterms:created>
  <dcterms:modified xsi:type="dcterms:W3CDTF">2026-05-26T09:49:37Z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0x010100DF4201B242ED634390BBB938A6A9DF54</vt:lpwstr>
  </property>
  <property fmtid="{D5CDD505-2E9C-101B-9397-08002B2CF9AE}" pid="3" name="MediaServiceImageTags">
    <vt:lpwstr/>
  </property>
</Properties>
</file>