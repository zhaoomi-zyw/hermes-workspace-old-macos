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3.xml" ContentType="application/vnd.openxmlformats-officedocument.presentationml.tags+xml"/>
  <Override PartName="/ppt/notesSlides/notesSlide7.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8.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9.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15.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16.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8.xml" ContentType="application/vnd.openxmlformats-officedocument.presentationml.tags+xml"/>
  <Override PartName="/ppt/notesSlides/notesSlide20.xml" ContentType="application/vnd.openxmlformats-officedocument.presentationml.notesSlide+xml"/>
  <Override PartName="/ppt/tags/tag19.xml" ContentType="application/vnd.openxmlformats-officedocument.presentationml.tags+xml"/>
  <Override PartName="/ppt/notesSlides/notesSlide21.xml" ContentType="application/vnd.openxmlformats-officedocument.presentationml.notesSlide+xml"/>
  <Override PartName="/ppt/tags/tag20.xml" ContentType="application/vnd.openxmlformats-officedocument.presentationml.tags+xml"/>
  <Override PartName="/ppt/notesSlides/notesSlide22.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23.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notesSlides/notesSlide24.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25.xml" ContentType="application/vnd.openxmlformats-officedocument.presentationml.notesSlide+xml"/>
  <Override PartName="/ppt/tags/tag33.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notesSlides/notesSlide28.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29.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notesSlides/notesSlide30.xml" ContentType="application/vnd.openxmlformats-officedocument.presentationml.notesSlide+xml"/>
  <Override PartName="/ppt/tags/tag40.xml" ContentType="application/vnd.openxmlformats-officedocument.presentationml.tags+xml"/>
  <Override PartName="/ppt/notesSlides/notesSlide31.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notesSlides/notesSlide32.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45.xml" ContentType="application/vnd.openxmlformats-officedocument.presentationml.tags+xml"/>
  <Override PartName="/ppt/notesSlides/notesSlide35.xml" ContentType="application/vnd.openxmlformats-officedocument.presentationml.notesSlide+xml"/>
  <Override PartName="/ppt/tags/tag46.xml" ContentType="application/vnd.openxmlformats-officedocument.presentationml.tags+xml"/>
  <Override PartName="/ppt/notesSlides/notesSlide3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47.xml" ContentType="application/vnd.openxmlformats-officedocument.presentationml.tags+xml"/>
  <Override PartName="/ppt/notesSlides/notesSlide37.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48.xml" ContentType="application/vnd.openxmlformats-officedocument.presentationml.tags+xml"/>
  <Override PartName="/ppt/notesSlides/notesSlide38.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ags/tag49.xml" ContentType="application/vnd.openxmlformats-officedocument.presentationml.tags+xml"/>
  <Override PartName="/ppt/notesSlides/notesSlide39.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notesSlides/notesSlide40.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41.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tags/tag58.xml" ContentType="application/vnd.openxmlformats-officedocument.presentationml.tags+xml"/>
  <Override PartName="/ppt/tags/tag59.xml" ContentType="application/vnd.openxmlformats-officedocument.presentationml.tags+xml"/>
  <Override PartName="/ppt/notesSlides/notesSlide42.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notesSlides/notesSlide43.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notesSlides/notesSlide44.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notesSlides/notesSlide45.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notesSlides/notesSlide46.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notesSlides/notesSlide47.xml" ContentType="application/vnd.openxmlformats-officedocument.presentationml.notesSlide+xml"/>
  <Override PartName="/ppt/tags/tag70.xml" ContentType="application/vnd.openxmlformats-officedocument.presentationml.tags+xml"/>
  <Override PartName="/ppt/notesSlides/notesSlide48.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71" r:id="rId4"/>
  </p:sldMasterIdLst>
  <p:notesMasterIdLst>
    <p:notesMasterId r:id="rId55"/>
  </p:notesMasterIdLst>
  <p:handoutMasterIdLst>
    <p:handoutMasterId r:id="rId56"/>
  </p:handoutMasterIdLst>
  <p:sldIdLst>
    <p:sldId id="2145705916" r:id="rId7"/>
    <p:sldId id="3418" r:id="rId32"/>
    <p:sldId id="270" r:id="rId11"/>
    <p:sldId id="2595" r:id="rId12"/>
    <p:sldId id="3303" r:id="rId38"/>
    <p:sldId id="2134805855" r:id="rId39"/>
    <p:sldId id="2937" r:id="rId31"/>
    <p:sldId id="2145705715" r:id="rId14"/>
    <p:sldId id="2150000001" r:id="rId100"/>
    <p:sldId id="2150000002" r:id="rId101"/>
    <p:sldId id="2150000003" r:id="rId102"/>
    <p:sldId id="3028" r:id="rId15"/>
  </p:sldIdLst>
  <p:sldSz cx="12192000" cy="6858000"/>
  <p:notesSz cx="6858000" cy="9144000"/>
  <p:embeddedFontLst>
    <p:embeddedFont>
      <p:font typeface="Boehringer Forward Head" panose="020B0504030403020204" pitchFamily="2" charset="0"/>
      <p:regular r:id="rId57"/>
      <p:bold r:id="rId58"/>
      <p:italic r:id="rId59"/>
      <p:boldItalic r:id="rId60"/>
    </p:embeddedFont>
    <p:embeddedFont>
      <p:font typeface="Boehringer Forward Head Md" panose="020B0604030403020204" pitchFamily="2" charset="0"/>
      <p:regular r:id="rId61"/>
      <p:italic r:id="rId62"/>
    </p:embeddedFont>
    <p:embeddedFont>
      <p:font typeface="Boehringer Forward Text" panose="020B0504030403020204" pitchFamily="2" charset="0"/>
      <p:regular r:id="rId63"/>
      <p:bold r:id="rId64"/>
      <p:italic r:id="rId65"/>
      <p:boldItalic r:id="rId66"/>
    </p:embeddedFont>
    <p:embeddedFont>
      <p:font typeface="Open Sans Extrabold" panose="020B0906030804020204" pitchFamily="34" charset="0"/>
      <p:bold r:id="rId67"/>
      <p:italic r:id="rId68"/>
      <p:boldItalic r:id="rId69"/>
    </p:embeddedFont>
  </p:embeddedFontLst>
  <p:custDataLst>
    <p:tags r:id="rId7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4E3F5B00-FF7A-4FA2-9329-3390D206BCD0}">
          <p14:sldIdLst>
            <p14:sldId id="2145705761"/>
            <p14:sldId id="2145705915"/>
            <p14:sldId id="2145705916"/>
            <p14:sldId id="2145705914"/>
          </p14:sldIdLst>
        </p14:section>
        <p14:section name="Chapter with illustrations" id="{FA542AED-E5B6-4481-AEDC-31A5824AD084}">
          <p14:sldIdLst>
            <p14:sldId id="2145705814"/>
            <p14:sldId id="2145705819"/>
          </p14:sldIdLst>
        </p14:section>
        <p14:section name="Text elements" id="{2FBD42C8-F3DF-4691-B91D-199F9BCC0296}">
          <p14:sldIdLst>
            <p14:sldId id="270"/>
            <p14:sldId id="2595"/>
            <p14:sldId id="2145705847"/>
            <p14:sldId id="2145705715"/>
            <p14:sldId id="3028"/>
            <p14:sldId id="2145705837"/>
            <p14:sldId id="2145705842"/>
            <p14:sldId id="2145705770"/>
            <p14:sldId id="2145705767"/>
            <p14:sldId id="2145705852"/>
            <p14:sldId id="2145705853"/>
            <p14:sldId id="2558"/>
            <p14:sldId id="2145705812"/>
          </p14:sldIdLst>
        </p14:section>
        <p14:section name="Images" id="{D8B4B6C0-2570-4F35-963C-A21B9462D0E9}">
          <p14:sldIdLst>
            <p14:sldId id="2134805890"/>
            <p14:sldId id="2145705771"/>
            <p14:sldId id="2145705840"/>
            <p14:sldId id="2145705774"/>
            <p14:sldId id="2955"/>
            <p14:sldId id="2972"/>
            <p14:sldId id="3104"/>
          </p14:sldIdLst>
        </p14:section>
        <p14:section name="Processes and phases" id="{74A550FD-0026-4ECE-A9FB-E7B3669BCBB2}">
          <p14:sldIdLst>
            <p14:sldId id="2937"/>
            <p14:sldId id="2145705737"/>
          </p14:sldIdLst>
        </p14:section>
        <p14:section name="Project plans and timelines" id="{38EC3280-B20D-42C4-A1EF-3E573354439F}">
          <p14:sldIdLst>
            <p14:sldId id="3418"/>
            <p14:sldId id="3265"/>
          </p14:sldIdLst>
        </p14:section>
        <p14:section name="Organization" id="{46F6AB8C-71E6-49BE-BB9A-217198764CE0}">
          <p14:sldIdLst>
            <p14:sldId id="3271"/>
            <p14:sldId id="3281"/>
            <p14:sldId id="3290"/>
          </p14:sldIdLst>
        </p14:section>
        <p14:section name="Tables" id="{6A76B202-AFBE-45B9-8F25-54007BB1C8B4}">
          <p14:sldIdLst>
            <p14:sldId id="3303"/>
            <p14:sldId id="2134805855"/>
          </p14:sldIdLst>
        </p14:section>
        <p14:section name="Data visualization" id="{F69075F6-322E-40AD-837D-3BB0F7F74063}">
          <p14:sldIdLst>
            <p14:sldId id="3193"/>
            <p14:sldId id="3203"/>
            <p14:sldId id="3216"/>
            <p14:sldId id="3207"/>
            <p14:sldId id="3225"/>
            <p14:sldId id="2145705758"/>
          </p14:sldIdLst>
        </p14:section>
        <p14:section name="Static elements" id="{52D273A9-8C6E-4236-ACA1-D6B3CFB6C555}">
          <p14:sldIdLst>
            <p14:sldId id="3344"/>
            <p14:sldId id="3345"/>
            <p14:sldId id="3140"/>
            <p14:sldId id="2145705876"/>
            <p14:sldId id="2145705875"/>
            <p14:sldId id="3370"/>
          </p14:sldIdLst>
        </p14:section>
        <p14:section name="Dynamic elements" id="{8CF8B2C5-BE98-4D6D-BF6D-0FA75FB85BA2}">
          <p14:sldIdLst>
            <p14:sldId id="2145705865"/>
            <p14:sldId id="2443"/>
            <p14:sldId id="214570590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 " initials="CV" lastIdx="3" clrIdx="0">
    <p:extLst>
      <p:ext uri="{19B8F6BF-5375-455C-9EA6-DF929625EA0E}">
        <p15:presenceInfo xmlns:p15="http://schemas.microsoft.com/office/powerpoint/2012/main" userId=" "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7B26C5-4107-4FEC-AEDC-1716B250A1EF}">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4" autoAdjust="0"/>
    <p:restoredTop sz="93227" autoAdjust="0"/>
  </p:normalViewPr>
  <p:slideViewPr>
    <p:cSldViewPr showGuides="1">
      <p:cViewPr varScale="1">
        <p:scale>
          <a:sx n="108" d="100"/>
          <a:sy n="108" d="100"/>
        </p:scale>
        <p:origin x="714" y="132"/>
      </p:cViewPr>
      <p:guideLst/>
    </p:cSldViewPr>
  </p:slideViewPr>
  <p:outlineViewPr>
    <p:cViewPr>
      <p:scale>
        <a:sx n="33" d="100"/>
        <a:sy n="33" d="100"/>
      </p:scale>
      <p:origin x="0" y="-3192"/>
    </p:cViewPr>
  </p:outlineViewPr>
  <p:notesTextViewPr>
    <p:cViewPr>
      <p:scale>
        <a:sx n="125" d="100"/>
        <a:sy n="125" d="100"/>
      </p:scale>
      <p:origin x="0" y="0"/>
    </p:cViewPr>
  </p:notesTextViewPr>
  <p:sorterViewPr>
    <p:cViewPr varScale="1">
      <p:scale>
        <a:sx n="1" d="1"/>
        <a:sy n="1" d="1"/>
      </p:scale>
      <p:origin x="0" y="-35429"/>
    </p:cViewPr>
  </p:sorterViewPr>
  <p:notesViewPr>
    <p:cSldViewPr showGuides="1">
      <p:cViewPr varScale="1">
        <p:scale>
          <a:sx n="78" d="100"/>
          <a:sy n="78" d="100"/>
        </p:scale>
        <p:origin x="2988" y="9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font" Target="fonts/font7.fntdata"/><Relationship Id="rId68" Type="http://schemas.openxmlformats.org/officeDocument/2006/relationships/font" Target="fonts/font12.fntdata"/><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font" Target="fonts/font2.fntdata"/><Relationship Id="rId66" Type="http://schemas.openxmlformats.org/officeDocument/2006/relationships/font" Target="fonts/font10.fntdata"/><Relationship Id="rId74"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font" Target="fonts/font5.fnt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handoutMaster" Target="handoutMasters/handoutMaster1.xml"/><Relationship Id="rId64" Type="http://schemas.openxmlformats.org/officeDocument/2006/relationships/font" Target="fonts/font8.fntdata"/><Relationship Id="rId69" Type="http://schemas.openxmlformats.org/officeDocument/2006/relationships/font" Target="fonts/font13.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font" Target="fonts/font3.fntdata"/><Relationship Id="rId67" Type="http://schemas.openxmlformats.org/officeDocument/2006/relationships/font" Target="fonts/font11.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font" Target="fonts/font6.fntdata"/><Relationship Id="rId70" Type="http://schemas.openxmlformats.org/officeDocument/2006/relationships/tags" Target="tags/tag1.xml"/><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font" Target="fonts/font1.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font" Target="fonts/font4.fntdata"/><Relationship Id="rId65" Type="http://schemas.openxmlformats.org/officeDocument/2006/relationships/font" Target="fonts/font9.fntdata"/><Relationship Id="rId73"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commentAuthors" Target="commentAuthors.xml"/><Relationship Id="rId100" Type="http://schemas.openxmlformats.org/officeDocument/2006/relationships/slide" Target="slides/slide51.xml"/>
<Relationship Id="rId101" Type="http://schemas.openxmlformats.org/officeDocument/2006/relationships/slide" Target="slides/slide52.xml"/>
<Relationship Id="rId102" Type="http://schemas.openxmlformats.org/officeDocument/2006/relationships/slide" Target="slides/slide53.xml"/>
</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solidFill>
                <a:latin typeface="+mn-lt"/>
                <a:ea typeface="+mn-ea"/>
                <a:cs typeface="+mn-cs"/>
              </a:defRPr>
            </a:pPr>
            <a:r>
              <a:rPr lang="de-DE" sz="1600" b="1" dirty="0"/>
              <a:t>Diagram title</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solidFill>
              <a:latin typeface="+mn-lt"/>
              <a:ea typeface="+mn-ea"/>
              <a:cs typeface="+mn-cs"/>
            </a:defRPr>
          </a:pPr>
          <a:endParaRPr lang="de-DE"/>
        </a:p>
      </c:txPr>
    </c:title>
    <c:autoTitleDeleted val="0"/>
    <c:plotArea>
      <c:layout>
        <c:manualLayout>
          <c:layoutTarget val="inner"/>
          <c:xMode val="edge"/>
          <c:yMode val="edge"/>
          <c:x val="0"/>
          <c:y val="0.11542856154184308"/>
          <c:w val="0.85309481312009539"/>
          <c:h val="0.79495393743997034"/>
        </c:manualLayout>
      </c:layout>
      <c:barChart>
        <c:barDir val="col"/>
        <c:grouping val="clustered"/>
        <c:varyColors val="0"/>
        <c:ser>
          <c:idx val="0"/>
          <c:order val="0"/>
          <c:tx>
            <c:strRef>
              <c:f>Tabelle1!$B$1</c:f>
              <c:strCache>
                <c:ptCount val="1"/>
                <c:pt idx="0">
                  <c:v>Data series 1</c:v>
                </c:pt>
              </c:strCache>
            </c:strRef>
          </c:tx>
          <c:spPr>
            <a:solidFill>
              <a:schemeClr val="accent1"/>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Tabelle1!$A$2:$A$4</c:f>
              <c:strCache>
                <c:ptCount val="3"/>
                <c:pt idx="0">
                  <c:v>Category 1</c:v>
                </c:pt>
                <c:pt idx="1">
                  <c:v>Category 2</c:v>
                </c:pt>
                <c:pt idx="2">
                  <c:v>Category 3</c:v>
                </c:pt>
              </c:strCache>
            </c:strRef>
          </c:cat>
          <c:val>
            <c:numRef>
              <c:f>Tabelle1!$B$2:$B$4</c:f>
              <c:numCache>
                <c:formatCode>General</c:formatCode>
                <c:ptCount val="3"/>
                <c:pt idx="0">
                  <c:v>4.3</c:v>
                </c:pt>
                <c:pt idx="1">
                  <c:v>2.5</c:v>
                </c:pt>
                <c:pt idx="2">
                  <c:v>3.5</c:v>
                </c:pt>
              </c:numCache>
            </c:numRef>
          </c:val>
          <c:extLst>
            <c:ext xmlns:c16="http://schemas.microsoft.com/office/drawing/2014/chart" uri="{C3380CC4-5D6E-409C-BE32-E72D297353CC}">
              <c16:uniqueId val="{00000000-5B35-4118-B150-5A5FBA7253C8}"/>
            </c:ext>
          </c:extLst>
        </c:ser>
        <c:ser>
          <c:idx val="1"/>
          <c:order val="1"/>
          <c:tx>
            <c:strRef>
              <c:f>Tabelle1!$C$1</c:f>
              <c:strCache>
                <c:ptCount val="1"/>
                <c:pt idx="0">
                  <c:v>Data series 2</c:v>
                </c:pt>
              </c:strCache>
            </c:strRef>
          </c:tx>
          <c:spPr>
            <a:solidFill>
              <a:schemeClr val="accent2"/>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Tabelle1!$A$2:$A$4</c:f>
              <c:strCache>
                <c:ptCount val="3"/>
                <c:pt idx="0">
                  <c:v>Category 1</c:v>
                </c:pt>
                <c:pt idx="1">
                  <c:v>Category 2</c:v>
                </c:pt>
                <c:pt idx="2">
                  <c:v>Category 3</c:v>
                </c:pt>
              </c:strCache>
            </c:strRef>
          </c:cat>
          <c:val>
            <c:numRef>
              <c:f>Tabelle1!$C$2:$C$4</c:f>
              <c:numCache>
                <c:formatCode>General</c:formatCode>
                <c:ptCount val="3"/>
                <c:pt idx="0">
                  <c:v>2.4</c:v>
                </c:pt>
                <c:pt idx="1">
                  <c:v>4.4000000000000004</c:v>
                </c:pt>
                <c:pt idx="2">
                  <c:v>1.8</c:v>
                </c:pt>
              </c:numCache>
            </c:numRef>
          </c:val>
          <c:extLst>
            <c:ext xmlns:c16="http://schemas.microsoft.com/office/drawing/2014/chart" uri="{C3380CC4-5D6E-409C-BE32-E72D297353CC}">
              <c16:uniqueId val="{00000001-5B35-4118-B150-5A5FBA7253C8}"/>
            </c:ext>
          </c:extLst>
        </c:ser>
        <c:ser>
          <c:idx val="2"/>
          <c:order val="2"/>
          <c:tx>
            <c:strRef>
              <c:f>Tabelle1!$D$1</c:f>
              <c:strCache>
                <c:ptCount val="1"/>
                <c:pt idx="0">
                  <c:v>Data series 3</c:v>
                </c:pt>
              </c:strCache>
            </c:strRef>
          </c:tx>
          <c:spPr>
            <a:solidFill>
              <a:schemeClr val="accent3"/>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Tabelle1!$A$2:$A$4</c:f>
              <c:strCache>
                <c:ptCount val="3"/>
                <c:pt idx="0">
                  <c:v>Category 1</c:v>
                </c:pt>
                <c:pt idx="1">
                  <c:v>Category 2</c:v>
                </c:pt>
                <c:pt idx="2">
                  <c:v>Category 3</c:v>
                </c:pt>
              </c:strCache>
            </c:strRef>
          </c:cat>
          <c:val>
            <c:numRef>
              <c:f>Tabelle1!$D$2:$D$4</c:f>
              <c:numCache>
                <c:formatCode>General</c:formatCode>
                <c:ptCount val="3"/>
                <c:pt idx="0">
                  <c:v>2</c:v>
                </c:pt>
                <c:pt idx="1">
                  <c:v>2</c:v>
                </c:pt>
                <c:pt idx="2">
                  <c:v>3</c:v>
                </c:pt>
              </c:numCache>
            </c:numRef>
          </c:val>
          <c:extLst>
            <c:ext xmlns:c16="http://schemas.microsoft.com/office/drawing/2014/chart" uri="{C3380CC4-5D6E-409C-BE32-E72D297353CC}">
              <c16:uniqueId val="{00000002-5B35-4118-B150-5A5FBA7253C8}"/>
            </c:ext>
          </c:extLst>
        </c:ser>
        <c:ser>
          <c:idx val="3"/>
          <c:order val="3"/>
          <c:tx>
            <c:strRef>
              <c:f>Tabelle1!$E$1</c:f>
              <c:strCache>
                <c:ptCount val="1"/>
                <c:pt idx="0">
                  <c:v>Data series 4</c:v>
                </c:pt>
              </c:strCache>
            </c:strRef>
          </c:tx>
          <c:spPr>
            <a:solidFill>
              <a:schemeClr val="accent4"/>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Tabelle1!$A$2:$A$4</c:f>
              <c:strCache>
                <c:ptCount val="3"/>
                <c:pt idx="0">
                  <c:v>Category 1</c:v>
                </c:pt>
                <c:pt idx="1">
                  <c:v>Category 2</c:v>
                </c:pt>
                <c:pt idx="2">
                  <c:v>Category 3</c:v>
                </c:pt>
              </c:strCache>
            </c:strRef>
          </c:cat>
          <c:val>
            <c:numRef>
              <c:f>Tabelle1!$E$2:$E$4</c:f>
              <c:numCache>
                <c:formatCode>General</c:formatCode>
                <c:ptCount val="3"/>
                <c:pt idx="0">
                  <c:v>3.3</c:v>
                </c:pt>
                <c:pt idx="1">
                  <c:v>2.5</c:v>
                </c:pt>
                <c:pt idx="2">
                  <c:v>4.4000000000000004</c:v>
                </c:pt>
              </c:numCache>
            </c:numRef>
          </c:val>
          <c:extLst>
            <c:ext xmlns:c16="http://schemas.microsoft.com/office/drawing/2014/chart" uri="{C3380CC4-5D6E-409C-BE32-E72D297353CC}">
              <c16:uniqueId val="{00000003-5B35-4118-B150-5A5FBA7253C8}"/>
            </c:ext>
          </c:extLst>
        </c:ser>
        <c:ser>
          <c:idx val="4"/>
          <c:order val="4"/>
          <c:tx>
            <c:strRef>
              <c:f>Tabelle1!$F$1</c:f>
              <c:strCache>
                <c:ptCount val="1"/>
                <c:pt idx="0">
                  <c:v>Data series 5</c:v>
                </c:pt>
              </c:strCache>
            </c:strRef>
          </c:tx>
          <c:spPr>
            <a:solidFill>
              <a:schemeClr val="accent5"/>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Tabelle1!$A$2:$A$4</c:f>
              <c:strCache>
                <c:ptCount val="3"/>
                <c:pt idx="0">
                  <c:v>Category 1</c:v>
                </c:pt>
                <c:pt idx="1">
                  <c:v>Category 2</c:v>
                </c:pt>
                <c:pt idx="2">
                  <c:v>Category 3</c:v>
                </c:pt>
              </c:strCache>
            </c:strRef>
          </c:cat>
          <c:val>
            <c:numRef>
              <c:f>Tabelle1!$F$2:$F$4</c:f>
              <c:numCache>
                <c:formatCode>General</c:formatCode>
                <c:ptCount val="3"/>
                <c:pt idx="0">
                  <c:v>5</c:v>
                </c:pt>
                <c:pt idx="1">
                  <c:v>4</c:v>
                </c:pt>
                <c:pt idx="2">
                  <c:v>6</c:v>
                </c:pt>
              </c:numCache>
            </c:numRef>
          </c:val>
          <c:extLst>
            <c:ext xmlns:c16="http://schemas.microsoft.com/office/drawing/2014/chart" uri="{C3380CC4-5D6E-409C-BE32-E72D297353CC}">
              <c16:uniqueId val="{00000004-5B35-4118-B150-5A5FBA7253C8}"/>
            </c:ext>
          </c:extLst>
        </c:ser>
        <c:ser>
          <c:idx val="5"/>
          <c:order val="5"/>
          <c:tx>
            <c:strRef>
              <c:f>Tabelle1!$G$1</c:f>
              <c:strCache>
                <c:ptCount val="1"/>
                <c:pt idx="0">
                  <c:v>Data series 6</c:v>
                </c:pt>
              </c:strCache>
            </c:strRef>
          </c:tx>
          <c:spPr>
            <a:solidFill>
              <a:schemeClr val="accent6"/>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Tabelle1!$A$2:$A$4</c:f>
              <c:strCache>
                <c:ptCount val="3"/>
                <c:pt idx="0">
                  <c:v>Category 1</c:v>
                </c:pt>
                <c:pt idx="1">
                  <c:v>Category 2</c:v>
                </c:pt>
                <c:pt idx="2">
                  <c:v>Category 3</c:v>
                </c:pt>
              </c:strCache>
            </c:strRef>
          </c:cat>
          <c:val>
            <c:numRef>
              <c:f>Tabelle1!$G$2:$G$4</c:f>
              <c:numCache>
                <c:formatCode>General</c:formatCode>
                <c:ptCount val="3"/>
                <c:pt idx="0">
                  <c:v>4</c:v>
                </c:pt>
                <c:pt idx="1">
                  <c:v>4.3</c:v>
                </c:pt>
                <c:pt idx="2">
                  <c:v>6.2</c:v>
                </c:pt>
              </c:numCache>
            </c:numRef>
          </c:val>
          <c:extLst>
            <c:ext xmlns:c16="http://schemas.microsoft.com/office/drawing/2014/chart" uri="{C3380CC4-5D6E-409C-BE32-E72D297353CC}">
              <c16:uniqueId val="{00000005-5B35-4118-B150-5A5FBA7253C8}"/>
            </c:ext>
          </c:extLst>
        </c:ser>
        <c:dLbls>
          <c:showLegendKey val="0"/>
          <c:showVal val="1"/>
          <c:showCatName val="0"/>
          <c:showSerName val="0"/>
          <c:showPercent val="0"/>
          <c:showBubbleSize val="0"/>
        </c:dLbls>
        <c:gapWidth val="219"/>
        <c:overlap val="-27"/>
        <c:axId val="1358347264"/>
        <c:axId val="1358361344"/>
      </c:barChart>
      <c:catAx>
        <c:axId val="1358347264"/>
        <c:scaling>
          <c:orientation val="minMax"/>
        </c:scaling>
        <c:delete val="0"/>
        <c:axPos val="b"/>
        <c:numFmt formatCode="General" sourceLinked="0"/>
        <c:majorTickMark val="none"/>
        <c:minorTickMark val="none"/>
        <c:tickLblPos val="nextTo"/>
        <c:spPr>
          <a:noFill/>
          <a:ln w="12700"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crossAx val="1358361344"/>
        <c:crosses val="autoZero"/>
        <c:auto val="1"/>
        <c:lblAlgn val="ctr"/>
        <c:lblOffset val="100"/>
        <c:noMultiLvlLbl val="0"/>
      </c:catAx>
      <c:valAx>
        <c:axId val="1358361344"/>
        <c:scaling>
          <c:orientation val="minMax"/>
        </c:scaling>
        <c:delete val="0"/>
        <c:axPos val="l"/>
        <c:majorGridlines>
          <c:spPr>
            <a:ln w="6350" cap="flat" cmpd="sng" algn="ctr">
              <a:solidFill>
                <a:srgbClr val="E5E3DE"/>
              </a:solidFill>
              <a:round/>
            </a:ln>
            <a:effectLst/>
          </c:spPr>
        </c:majorGridlines>
        <c:numFmt formatCode="General" sourceLinked="1"/>
        <c:majorTickMark val="none"/>
        <c:minorTickMark val="none"/>
        <c:tickLblPos val="none"/>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crossAx val="135834726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legend>
    <c:plotVisOnly val="1"/>
    <c:dispBlanksAs val="gap"/>
    <c:showDLblsOverMax val="0"/>
  </c:chart>
  <c:spPr>
    <a:noFill/>
    <a:ln>
      <a:noFill/>
    </a:ln>
    <a:effectLst/>
  </c:spPr>
  <c:txPr>
    <a:bodyPr/>
    <a:lstStyle/>
    <a:p>
      <a:pPr>
        <a:defRPr sz="1200">
          <a:solidFill>
            <a:schemeClr val="tx1"/>
          </a:solidFill>
        </a:defRPr>
      </a:pPr>
      <a:endParaRPr lang="de-D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solidFill>
                <a:latin typeface="+mn-lt"/>
                <a:ea typeface="+mn-ea"/>
                <a:cs typeface="+mn-cs"/>
              </a:defRPr>
            </a:pPr>
            <a:r>
              <a:rPr lang="de-DE" sz="1600" b="1" dirty="0"/>
              <a:t>Diagram title</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solidFill>
              <a:latin typeface="+mn-lt"/>
              <a:ea typeface="+mn-ea"/>
              <a:cs typeface="+mn-cs"/>
            </a:defRPr>
          </a:pPr>
          <a:endParaRPr lang="de-DE"/>
        </a:p>
      </c:txPr>
    </c:title>
    <c:autoTitleDeleted val="0"/>
    <c:plotArea>
      <c:layout>
        <c:manualLayout>
          <c:layoutTarget val="inner"/>
          <c:xMode val="edge"/>
          <c:yMode val="edge"/>
          <c:x val="0.13088145355487998"/>
          <c:y val="0.11564870385804531"/>
          <c:w val="0.72198341515959463"/>
          <c:h val="0.88309509624453586"/>
        </c:manualLayout>
      </c:layout>
      <c:barChart>
        <c:barDir val="bar"/>
        <c:grouping val="percentStacked"/>
        <c:varyColors val="0"/>
        <c:ser>
          <c:idx val="0"/>
          <c:order val="0"/>
          <c:tx>
            <c:strRef>
              <c:f>Tabelle1!$B$1</c:f>
              <c:strCache>
                <c:ptCount val="1"/>
                <c:pt idx="0">
                  <c:v>Data series 1</c:v>
                </c:pt>
              </c:strCache>
            </c:strRef>
          </c:tx>
          <c:spPr>
            <a:solidFill>
              <a:schemeClr val="accent1"/>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de-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Tabelle1!$A$2:$A$4</c:f>
              <c:strCache>
                <c:ptCount val="3"/>
                <c:pt idx="0">
                  <c:v>Category 1</c:v>
                </c:pt>
                <c:pt idx="1">
                  <c:v>Category 2</c:v>
                </c:pt>
                <c:pt idx="2">
                  <c:v>Category 3</c:v>
                </c:pt>
              </c:strCache>
            </c:strRef>
          </c:cat>
          <c:val>
            <c:numRef>
              <c:f>Tabelle1!$B$2:$B$4</c:f>
              <c:numCache>
                <c:formatCode>0.00%</c:formatCode>
                <c:ptCount val="3"/>
                <c:pt idx="0">
                  <c:v>0.2</c:v>
                </c:pt>
                <c:pt idx="1">
                  <c:v>0.1</c:v>
                </c:pt>
                <c:pt idx="2">
                  <c:v>0.3</c:v>
                </c:pt>
              </c:numCache>
            </c:numRef>
          </c:val>
          <c:extLst>
            <c:ext xmlns:c16="http://schemas.microsoft.com/office/drawing/2014/chart" uri="{C3380CC4-5D6E-409C-BE32-E72D297353CC}">
              <c16:uniqueId val="{00000000-7EEF-4E1F-91F3-08C59486888A}"/>
            </c:ext>
          </c:extLst>
        </c:ser>
        <c:ser>
          <c:idx val="1"/>
          <c:order val="1"/>
          <c:tx>
            <c:strRef>
              <c:f>Tabelle1!$C$1</c:f>
              <c:strCache>
                <c:ptCount val="1"/>
                <c:pt idx="0">
                  <c:v>Data series 2</c:v>
                </c:pt>
              </c:strCache>
            </c:strRef>
          </c:tx>
          <c:spPr>
            <a:solidFill>
              <a:schemeClr val="accent2"/>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Tabelle1!$A$2:$A$4</c:f>
              <c:strCache>
                <c:ptCount val="3"/>
                <c:pt idx="0">
                  <c:v>Category 1</c:v>
                </c:pt>
                <c:pt idx="1">
                  <c:v>Category 2</c:v>
                </c:pt>
                <c:pt idx="2">
                  <c:v>Category 3</c:v>
                </c:pt>
              </c:strCache>
            </c:strRef>
          </c:cat>
          <c:val>
            <c:numRef>
              <c:f>Tabelle1!$C$2:$C$4</c:f>
              <c:numCache>
                <c:formatCode>0.00%</c:formatCode>
                <c:ptCount val="3"/>
                <c:pt idx="0">
                  <c:v>0.15</c:v>
                </c:pt>
                <c:pt idx="1">
                  <c:v>0.2</c:v>
                </c:pt>
                <c:pt idx="2">
                  <c:v>0.1</c:v>
                </c:pt>
              </c:numCache>
            </c:numRef>
          </c:val>
          <c:extLst>
            <c:ext xmlns:c16="http://schemas.microsoft.com/office/drawing/2014/chart" uri="{C3380CC4-5D6E-409C-BE32-E72D297353CC}">
              <c16:uniqueId val="{00000001-7EEF-4E1F-91F3-08C59486888A}"/>
            </c:ext>
          </c:extLst>
        </c:ser>
        <c:ser>
          <c:idx val="2"/>
          <c:order val="2"/>
          <c:tx>
            <c:strRef>
              <c:f>Tabelle1!$D$1</c:f>
              <c:strCache>
                <c:ptCount val="1"/>
                <c:pt idx="0">
                  <c:v>Data series 3</c:v>
                </c:pt>
              </c:strCache>
            </c:strRef>
          </c:tx>
          <c:spPr>
            <a:solidFill>
              <a:schemeClr val="accent3"/>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Tabelle1!$A$2:$A$4</c:f>
              <c:strCache>
                <c:ptCount val="3"/>
                <c:pt idx="0">
                  <c:v>Category 1</c:v>
                </c:pt>
                <c:pt idx="1">
                  <c:v>Category 2</c:v>
                </c:pt>
                <c:pt idx="2">
                  <c:v>Category 3</c:v>
                </c:pt>
              </c:strCache>
            </c:strRef>
          </c:cat>
          <c:val>
            <c:numRef>
              <c:f>Tabelle1!$D$2:$D$4</c:f>
              <c:numCache>
                <c:formatCode>0.00%</c:formatCode>
                <c:ptCount val="3"/>
                <c:pt idx="0">
                  <c:v>0.3</c:v>
                </c:pt>
                <c:pt idx="1">
                  <c:v>0.1</c:v>
                </c:pt>
                <c:pt idx="2">
                  <c:v>0.1</c:v>
                </c:pt>
              </c:numCache>
            </c:numRef>
          </c:val>
          <c:extLst>
            <c:ext xmlns:c16="http://schemas.microsoft.com/office/drawing/2014/chart" uri="{C3380CC4-5D6E-409C-BE32-E72D297353CC}">
              <c16:uniqueId val="{00000002-7EEF-4E1F-91F3-08C59486888A}"/>
            </c:ext>
          </c:extLst>
        </c:ser>
        <c:ser>
          <c:idx val="3"/>
          <c:order val="3"/>
          <c:tx>
            <c:strRef>
              <c:f>Tabelle1!$E$1</c:f>
              <c:strCache>
                <c:ptCount val="1"/>
                <c:pt idx="0">
                  <c:v>Data series 4</c:v>
                </c:pt>
              </c:strCache>
            </c:strRef>
          </c:tx>
          <c:spPr>
            <a:solidFill>
              <a:schemeClr val="accent4"/>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Tabelle1!$A$2:$A$4</c:f>
              <c:strCache>
                <c:ptCount val="3"/>
                <c:pt idx="0">
                  <c:v>Category 1</c:v>
                </c:pt>
                <c:pt idx="1">
                  <c:v>Category 2</c:v>
                </c:pt>
                <c:pt idx="2">
                  <c:v>Category 3</c:v>
                </c:pt>
              </c:strCache>
            </c:strRef>
          </c:cat>
          <c:val>
            <c:numRef>
              <c:f>Tabelle1!$E$2:$E$4</c:f>
              <c:numCache>
                <c:formatCode>0.00%</c:formatCode>
                <c:ptCount val="3"/>
                <c:pt idx="0">
                  <c:v>0.05</c:v>
                </c:pt>
                <c:pt idx="1">
                  <c:v>0.15</c:v>
                </c:pt>
                <c:pt idx="2">
                  <c:v>0.05</c:v>
                </c:pt>
              </c:numCache>
            </c:numRef>
          </c:val>
          <c:extLst>
            <c:ext xmlns:c16="http://schemas.microsoft.com/office/drawing/2014/chart" uri="{C3380CC4-5D6E-409C-BE32-E72D297353CC}">
              <c16:uniqueId val="{00000003-7EEF-4E1F-91F3-08C59486888A}"/>
            </c:ext>
          </c:extLst>
        </c:ser>
        <c:ser>
          <c:idx val="4"/>
          <c:order val="4"/>
          <c:tx>
            <c:strRef>
              <c:f>Tabelle1!$F$1</c:f>
              <c:strCache>
                <c:ptCount val="1"/>
                <c:pt idx="0">
                  <c:v>Data series 5</c:v>
                </c:pt>
              </c:strCache>
            </c:strRef>
          </c:tx>
          <c:spPr>
            <a:solidFill>
              <a:schemeClr val="accent5"/>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Tabelle1!$A$2:$A$4</c:f>
              <c:strCache>
                <c:ptCount val="3"/>
                <c:pt idx="0">
                  <c:v>Category 1</c:v>
                </c:pt>
                <c:pt idx="1">
                  <c:v>Category 2</c:v>
                </c:pt>
                <c:pt idx="2">
                  <c:v>Category 3</c:v>
                </c:pt>
              </c:strCache>
            </c:strRef>
          </c:cat>
          <c:val>
            <c:numRef>
              <c:f>Tabelle1!$F$2:$F$4</c:f>
              <c:numCache>
                <c:formatCode>0.00%</c:formatCode>
                <c:ptCount val="3"/>
                <c:pt idx="0">
                  <c:v>0.2</c:v>
                </c:pt>
                <c:pt idx="1">
                  <c:v>0.15</c:v>
                </c:pt>
                <c:pt idx="2">
                  <c:v>0.25</c:v>
                </c:pt>
              </c:numCache>
            </c:numRef>
          </c:val>
          <c:extLst>
            <c:ext xmlns:c16="http://schemas.microsoft.com/office/drawing/2014/chart" uri="{C3380CC4-5D6E-409C-BE32-E72D297353CC}">
              <c16:uniqueId val="{00000004-7EEF-4E1F-91F3-08C59486888A}"/>
            </c:ext>
          </c:extLst>
        </c:ser>
        <c:ser>
          <c:idx val="5"/>
          <c:order val="5"/>
          <c:tx>
            <c:strRef>
              <c:f>Tabelle1!$G$1</c:f>
              <c:strCache>
                <c:ptCount val="1"/>
                <c:pt idx="0">
                  <c:v>Data series 6</c:v>
                </c:pt>
              </c:strCache>
            </c:strRef>
          </c:tx>
          <c:spPr>
            <a:solidFill>
              <a:schemeClr val="accent6"/>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Tabelle1!$A$2:$A$4</c:f>
              <c:strCache>
                <c:ptCount val="3"/>
                <c:pt idx="0">
                  <c:v>Category 1</c:v>
                </c:pt>
                <c:pt idx="1">
                  <c:v>Category 2</c:v>
                </c:pt>
                <c:pt idx="2">
                  <c:v>Category 3</c:v>
                </c:pt>
              </c:strCache>
            </c:strRef>
          </c:cat>
          <c:val>
            <c:numRef>
              <c:f>Tabelle1!$G$2:$G$4</c:f>
              <c:numCache>
                <c:formatCode>0.00%</c:formatCode>
                <c:ptCount val="3"/>
                <c:pt idx="0">
                  <c:v>0.1</c:v>
                </c:pt>
                <c:pt idx="1">
                  <c:v>0.3</c:v>
                </c:pt>
                <c:pt idx="2">
                  <c:v>0.2</c:v>
                </c:pt>
              </c:numCache>
            </c:numRef>
          </c:val>
          <c:extLst>
            <c:ext xmlns:c16="http://schemas.microsoft.com/office/drawing/2014/chart" uri="{C3380CC4-5D6E-409C-BE32-E72D297353CC}">
              <c16:uniqueId val="{00000005-7EEF-4E1F-91F3-08C59486888A}"/>
            </c:ext>
          </c:extLst>
        </c:ser>
        <c:dLbls>
          <c:dLblPos val="ctr"/>
          <c:showLegendKey val="0"/>
          <c:showVal val="1"/>
          <c:showCatName val="0"/>
          <c:showSerName val="0"/>
          <c:showPercent val="0"/>
          <c:showBubbleSize val="0"/>
        </c:dLbls>
        <c:gapWidth val="150"/>
        <c:overlap val="100"/>
        <c:axId val="1380918016"/>
        <c:axId val="1380919552"/>
      </c:barChart>
      <c:catAx>
        <c:axId val="1380918016"/>
        <c:scaling>
          <c:orientation val="minMax"/>
        </c:scaling>
        <c:delete val="0"/>
        <c:axPos val="l"/>
        <c:numFmt formatCode="General" sourceLinked="0"/>
        <c:majorTickMark val="none"/>
        <c:minorTickMark val="none"/>
        <c:tickLblPos val="nextTo"/>
        <c:spPr>
          <a:noFill/>
          <a:ln w="12700"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crossAx val="1380919552"/>
        <c:crosses val="autoZero"/>
        <c:auto val="1"/>
        <c:lblAlgn val="ctr"/>
        <c:lblOffset val="100"/>
        <c:noMultiLvlLbl val="0"/>
      </c:catAx>
      <c:valAx>
        <c:axId val="1380919552"/>
        <c:scaling>
          <c:orientation val="minMax"/>
        </c:scaling>
        <c:delete val="0"/>
        <c:axPos val="b"/>
        <c:majorGridlines>
          <c:spPr>
            <a:ln w="6350" cap="flat" cmpd="sng" algn="ctr">
              <a:solidFill>
                <a:srgbClr val="E5E3DE"/>
              </a:solidFill>
              <a:round/>
            </a:ln>
            <a:effectLst/>
          </c:spPr>
        </c:majorGridlines>
        <c:numFmt formatCode="0%" sourceLinked="0"/>
        <c:majorTickMark val="none"/>
        <c:minorTickMark val="none"/>
        <c:tickLblPos val="none"/>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crossAx val="138091801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legend>
    <c:plotVisOnly val="1"/>
    <c:dispBlanksAs val="gap"/>
    <c:showDLblsOverMax val="0"/>
  </c:chart>
  <c:spPr>
    <a:noFill/>
    <a:ln>
      <a:noFill/>
    </a:ln>
    <a:effectLst/>
  </c:spPr>
  <c:txPr>
    <a:bodyPr/>
    <a:lstStyle/>
    <a:p>
      <a:pPr>
        <a:defRPr sz="1200">
          <a:solidFill>
            <a:schemeClr val="tx1"/>
          </a:solidFill>
        </a:defRPr>
      </a:pPr>
      <a:endParaRPr lang="de-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solidFill>
                <a:latin typeface="+mn-lt"/>
                <a:ea typeface="+mn-ea"/>
                <a:cs typeface="+mn-cs"/>
              </a:defRPr>
            </a:pPr>
            <a:r>
              <a:rPr lang="de-DE" sz="1600" b="1" dirty="0"/>
              <a:t>Diagram title</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solidFill>
              <a:latin typeface="+mn-lt"/>
              <a:ea typeface="+mn-ea"/>
              <a:cs typeface="+mn-cs"/>
            </a:defRPr>
          </a:pPr>
          <a:endParaRPr lang="de-DE"/>
        </a:p>
      </c:txPr>
    </c:title>
    <c:autoTitleDeleted val="0"/>
    <c:plotArea>
      <c:layout>
        <c:manualLayout>
          <c:layoutTarget val="inner"/>
          <c:xMode val="edge"/>
          <c:yMode val="edge"/>
          <c:x val="4.6393518518518521E-2"/>
          <c:y val="0.11419512713730984"/>
          <c:w val="0.80577157787441633"/>
          <c:h val="0.79618099750649551"/>
        </c:manualLayout>
      </c:layout>
      <c:bubbleChart>
        <c:varyColors val="0"/>
        <c:ser>
          <c:idx val="0"/>
          <c:order val="0"/>
          <c:tx>
            <c:strRef>
              <c:f>Tabelle1!$B$1</c:f>
              <c:strCache>
                <c:ptCount val="1"/>
                <c:pt idx="0">
                  <c:v>Data series 1</c:v>
                </c:pt>
              </c:strCache>
            </c:strRef>
          </c:tx>
          <c:spPr>
            <a:solidFill>
              <a:schemeClr val="accent1"/>
            </a:solidFill>
            <a:ln>
              <a:noFill/>
            </a:ln>
            <a:effectLst/>
          </c:spPr>
          <c:invertIfNegative val="0"/>
          <c:xVal>
            <c:numRef>
              <c:f>Tabelle1!$A$2:$A$7</c:f>
              <c:numCache>
                <c:formatCode>General</c:formatCode>
                <c:ptCount val="6"/>
                <c:pt idx="0">
                  <c:v>2015</c:v>
                </c:pt>
                <c:pt idx="1">
                  <c:v>2016</c:v>
                </c:pt>
                <c:pt idx="2">
                  <c:v>2017</c:v>
                </c:pt>
                <c:pt idx="3">
                  <c:v>2018</c:v>
                </c:pt>
                <c:pt idx="4">
                  <c:v>2019</c:v>
                </c:pt>
                <c:pt idx="5">
                  <c:v>2020</c:v>
                </c:pt>
              </c:numCache>
            </c:numRef>
          </c:xVal>
          <c:yVal>
            <c:numRef>
              <c:f>Tabelle1!$B$2:$B$7</c:f>
              <c:numCache>
                <c:formatCode>General</c:formatCode>
                <c:ptCount val="6"/>
                <c:pt idx="0">
                  <c:v>20</c:v>
                </c:pt>
              </c:numCache>
            </c:numRef>
          </c:yVal>
          <c:bubbleSize>
            <c:numLit>
              <c:formatCode>General</c:formatCode>
              <c:ptCount val="6"/>
              <c:pt idx="0">
                <c:v>1</c:v>
              </c:pt>
              <c:pt idx="1">
                <c:v>1</c:v>
              </c:pt>
              <c:pt idx="2">
                <c:v>1</c:v>
              </c:pt>
              <c:pt idx="3">
                <c:v>1</c:v>
              </c:pt>
              <c:pt idx="4">
                <c:v>1</c:v>
              </c:pt>
              <c:pt idx="5">
                <c:v>1</c:v>
              </c:pt>
            </c:numLit>
          </c:bubbleSize>
          <c:bubble3D val="0"/>
          <c:extLst>
            <c:ext xmlns:c16="http://schemas.microsoft.com/office/drawing/2014/chart" uri="{C3380CC4-5D6E-409C-BE32-E72D297353CC}">
              <c16:uniqueId val="{00000000-E9A5-45BF-9C55-FB2B1EED3A33}"/>
            </c:ext>
          </c:extLst>
        </c:ser>
        <c:ser>
          <c:idx val="1"/>
          <c:order val="1"/>
          <c:tx>
            <c:strRef>
              <c:f>Tabelle1!$C$1</c:f>
              <c:strCache>
                <c:ptCount val="1"/>
                <c:pt idx="0">
                  <c:v>Data series 2</c:v>
                </c:pt>
              </c:strCache>
            </c:strRef>
          </c:tx>
          <c:spPr>
            <a:solidFill>
              <a:schemeClr val="accent2"/>
            </a:solidFill>
            <a:ln>
              <a:noFill/>
            </a:ln>
            <a:effectLst/>
          </c:spPr>
          <c:invertIfNegative val="0"/>
          <c:xVal>
            <c:numRef>
              <c:f>Tabelle1!$A$2:$A$7</c:f>
              <c:numCache>
                <c:formatCode>General</c:formatCode>
                <c:ptCount val="6"/>
                <c:pt idx="0">
                  <c:v>2015</c:v>
                </c:pt>
                <c:pt idx="1">
                  <c:v>2016</c:v>
                </c:pt>
                <c:pt idx="2">
                  <c:v>2017</c:v>
                </c:pt>
                <c:pt idx="3">
                  <c:v>2018</c:v>
                </c:pt>
                <c:pt idx="4">
                  <c:v>2019</c:v>
                </c:pt>
                <c:pt idx="5">
                  <c:v>2020</c:v>
                </c:pt>
              </c:numCache>
            </c:numRef>
          </c:xVal>
          <c:yVal>
            <c:numRef>
              <c:f>Tabelle1!$C$2:$C$7</c:f>
              <c:numCache>
                <c:formatCode>General</c:formatCode>
                <c:ptCount val="6"/>
                <c:pt idx="1">
                  <c:v>39</c:v>
                </c:pt>
              </c:numCache>
            </c:numRef>
          </c:yVal>
          <c:bubbleSize>
            <c:numLit>
              <c:formatCode>General</c:formatCode>
              <c:ptCount val="6"/>
              <c:pt idx="0">
                <c:v>1</c:v>
              </c:pt>
              <c:pt idx="1">
                <c:v>1</c:v>
              </c:pt>
              <c:pt idx="2">
                <c:v>1</c:v>
              </c:pt>
              <c:pt idx="3">
                <c:v>1</c:v>
              </c:pt>
              <c:pt idx="4">
                <c:v>1</c:v>
              </c:pt>
              <c:pt idx="5">
                <c:v>1</c:v>
              </c:pt>
            </c:numLit>
          </c:bubbleSize>
          <c:bubble3D val="0"/>
          <c:extLst>
            <c:ext xmlns:c16="http://schemas.microsoft.com/office/drawing/2014/chart" uri="{C3380CC4-5D6E-409C-BE32-E72D297353CC}">
              <c16:uniqueId val="{00000001-E9A5-45BF-9C55-FB2B1EED3A33}"/>
            </c:ext>
          </c:extLst>
        </c:ser>
        <c:ser>
          <c:idx val="2"/>
          <c:order val="2"/>
          <c:tx>
            <c:strRef>
              <c:f>Tabelle1!$D$1</c:f>
              <c:strCache>
                <c:ptCount val="1"/>
                <c:pt idx="0">
                  <c:v>Data series 3</c:v>
                </c:pt>
              </c:strCache>
            </c:strRef>
          </c:tx>
          <c:spPr>
            <a:solidFill>
              <a:schemeClr val="accent3"/>
            </a:solidFill>
            <a:ln>
              <a:noFill/>
            </a:ln>
            <a:effectLst/>
          </c:spPr>
          <c:invertIfNegative val="0"/>
          <c:xVal>
            <c:numRef>
              <c:f>Tabelle1!$A$2:$A$7</c:f>
              <c:numCache>
                <c:formatCode>General</c:formatCode>
                <c:ptCount val="6"/>
                <c:pt idx="0">
                  <c:v>2015</c:v>
                </c:pt>
                <c:pt idx="1">
                  <c:v>2016</c:v>
                </c:pt>
                <c:pt idx="2">
                  <c:v>2017</c:v>
                </c:pt>
                <c:pt idx="3">
                  <c:v>2018</c:v>
                </c:pt>
                <c:pt idx="4">
                  <c:v>2019</c:v>
                </c:pt>
                <c:pt idx="5">
                  <c:v>2020</c:v>
                </c:pt>
              </c:numCache>
            </c:numRef>
          </c:xVal>
          <c:yVal>
            <c:numRef>
              <c:f>Tabelle1!$D$2:$D$7</c:f>
              <c:numCache>
                <c:formatCode>General</c:formatCode>
                <c:ptCount val="6"/>
                <c:pt idx="2">
                  <c:v>45</c:v>
                </c:pt>
              </c:numCache>
            </c:numRef>
          </c:yVal>
          <c:bubbleSize>
            <c:numLit>
              <c:formatCode>General</c:formatCode>
              <c:ptCount val="6"/>
              <c:pt idx="0">
                <c:v>1</c:v>
              </c:pt>
              <c:pt idx="1">
                <c:v>1</c:v>
              </c:pt>
              <c:pt idx="2">
                <c:v>1</c:v>
              </c:pt>
              <c:pt idx="3">
                <c:v>1</c:v>
              </c:pt>
              <c:pt idx="4">
                <c:v>1</c:v>
              </c:pt>
              <c:pt idx="5">
                <c:v>1</c:v>
              </c:pt>
            </c:numLit>
          </c:bubbleSize>
          <c:bubble3D val="0"/>
          <c:extLst>
            <c:ext xmlns:c16="http://schemas.microsoft.com/office/drawing/2014/chart" uri="{C3380CC4-5D6E-409C-BE32-E72D297353CC}">
              <c16:uniqueId val="{00000002-E9A5-45BF-9C55-FB2B1EED3A33}"/>
            </c:ext>
          </c:extLst>
        </c:ser>
        <c:ser>
          <c:idx val="3"/>
          <c:order val="3"/>
          <c:tx>
            <c:strRef>
              <c:f>Tabelle1!$E$1</c:f>
              <c:strCache>
                <c:ptCount val="1"/>
                <c:pt idx="0">
                  <c:v>Data series 4</c:v>
                </c:pt>
              </c:strCache>
            </c:strRef>
          </c:tx>
          <c:spPr>
            <a:solidFill>
              <a:schemeClr val="accent4"/>
            </a:solidFill>
            <a:ln>
              <a:noFill/>
            </a:ln>
            <a:effectLst/>
          </c:spPr>
          <c:invertIfNegative val="0"/>
          <c:xVal>
            <c:numRef>
              <c:f>Tabelle1!$A$2:$A$7</c:f>
              <c:numCache>
                <c:formatCode>General</c:formatCode>
                <c:ptCount val="6"/>
                <c:pt idx="0">
                  <c:v>2015</c:v>
                </c:pt>
                <c:pt idx="1">
                  <c:v>2016</c:v>
                </c:pt>
                <c:pt idx="2">
                  <c:v>2017</c:v>
                </c:pt>
                <c:pt idx="3">
                  <c:v>2018</c:v>
                </c:pt>
                <c:pt idx="4">
                  <c:v>2019</c:v>
                </c:pt>
                <c:pt idx="5">
                  <c:v>2020</c:v>
                </c:pt>
              </c:numCache>
            </c:numRef>
          </c:xVal>
          <c:yVal>
            <c:numRef>
              <c:f>Tabelle1!$E$2:$E$7</c:f>
              <c:numCache>
                <c:formatCode>General</c:formatCode>
                <c:ptCount val="6"/>
                <c:pt idx="3">
                  <c:v>95</c:v>
                </c:pt>
              </c:numCache>
            </c:numRef>
          </c:yVal>
          <c:bubbleSize>
            <c:numLit>
              <c:formatCode>General</c:formatCode>
              <c:ptCount val="6"/>
              <c:pt idx="0">
                <c:v>1</c:v>
              </c:pt>
              <c:pt idx="1">
                <c:v>1</c:v>
              </c:pt>
              <c:pt idx="2">
                <c:v>1</c:v>
              </c:pt>
              <c:pt idx="3">
                <c:v>1</c:v>
              </c:pt>
              <c:pt idx="4">
                <c:v>1</c:v>
              </c:pt>
              <c:pt idx="5">
                <c:v>1</c:v>
              </c:pt>
            </c:numLit>
          </c:bubbleSize>
          <c:bubble3D val="0"/>
          <c:extLst>
            <c:ext xmlns:c16="http://schemas.microsoft.com/office/drawing/2014/chart" uri="{C3380CC4-5D6E-409C-BE32-E72D297353CC}">
              <c16:uniqueId val="{00000003-E9A5-45BF-9C55-FB2B1EED3A33}"/>
            </c:ext>
          </c:extLst>
        </c:ser>
        <c:ser>
          <c:idx val="4"/>
          <c:order val="4"/>
          <c:tx>
            <c:strRef>
              <c:f>Tabelle1!$F$1</c:f>
              <c:strCache>
                <c:ptCount val="1"/>
                <c:pt idx="0">
                  <c:v>Data series 5</c:v>
                </c:pt>
              </c:strCache>
            </c:strRef>
          </c:tx>
          <c:spPr>
            <a:solidFill>
              <a:schemeClr val="accent5"/>
            </a:solidFill>
            <a:ln>
              <a:noFill/>
            </a:ln>
            <a:effectLst/>
          </c:spPr>
          <c:invertIfNegative val="0"/>
          <c:dPt>
            <c:idx val="4"/>
            <c:invertIfNegative val="0"/>
            <c:bubble3D val="0"/>
            <c:extLst>
              <c:ext xmlns:c16="http://schemas.microsoft.com/office/drawing/2014/chart" uri="{C3380CC4-5D6E-409C-BE32-E72D297353CC}">
                <c16:uniqueId val="{00000004-E9A5-45BF-9C55-FB2B1EED3A33}"/>
              </c:ext>
            </c:extLst>
          </c:dPt>
          <c:xVal>
            <c:numRef>
              <c:f>Tabelle1!$A$2:$A$7</c:f>
              <c:numCache>
                <c:formatCode>General</c:formatCode>
                <c:ptCount val="6"/>
                <c:pt idx="0">
                  <c:v>2015</c:v>
                </c:pt>
                <c:pt idx="1">
                  <c:v>2016</c:v>
                </c:pt>
                <c:pt idx="2">
                  <c:v>2017</c:v>
                </c:pt>
                <c:pt idx="3">
                  <c:v>2018</c:v>
                </c:pt>
                <c:pt idx="4">
                  <c:v>2019</c:v>
                </c:pt>
                <c:pt idx="5">
                  <c:v>2020</c:v>
                </c:pt>
              </c:numCache>
            </c:numRef>
          </c:xVal>
          <c:yVal>
            <c:numRef>
              <c:f>Tabelle1!$F$2:$F$7</c:f>
              <c:numCache>
                <c:formatCode>General</c:formatCode>
                <c:ptCount val="6"/>
                <c:pt idx="4">
                  <c:v>65</c:v>
                </c:pt>
              </c:numCache>
            </c:numRef>
          </c:yVal>
          <c:bubbleSize>
            <c:numLit>
              <c:formatCode>General</c:formatCode>
              <c:ptCount val="6"/>
              <c:pt idx="0">
                <c:v>1</c:v>
              </c:pt>
              <c:pt idx="1">
                <c:v>1</c:v>
              </c:pt>
              <c:pt idx="2">
                <c:v>1</c:v>
              </c:pt>
              <c:pt idx="3">
                <c:v>1</c:v>
              </c:pt>
              <c:pt idx="4">
                <c:v>1</c:v>
              </c:pt>
              <c:pt idx="5">
                <c:v>1</c:v>
              </c:pt>
            </c:numLit>
          </c:bubbleSize>
          <c:bubble3D val="0"/>
          <c:extLst>
            <c:ext xmlns:c16="http://schemas.microsoft.com/office/drawing/2014/chart" uri="{C3380CC4-5D6E-409C-BE32-E72D297353CC}">
              <c16:uniqueId val="{00000005-E9A5-45BF-9C55-FB2B1EED3A33}"/>
            </c:ext>
          </c:extLst>
        </c:ser>
        <c:ser>
          <c:idx val="5"/>
          <c:order val="5"/>
          <c:tx>
            <c:strRef>
              <c:f>Tabelle1!$G$1</c:f>
              <c:strCache>
                <c:ptCount val="1"/>
                <c:pt idx="0">
                  <c:v>Data series 6</c:v>
                </c:pt>
              </c:strCache>
            </c:strRef>
          </c:tx>
          <c:spPr>
            <a:solidFill>
              <a:schemeClr val="accent6"/>
            </a:solidFill>
            <a:ln>
              <a:noFill/>
            </a:ln>
            <a:effectLst/>
          </c:spPr>
          <c:invertIfNegative val="0"/>
          <c:xVal>
            <c:numRef>
              <c:f>Tabelle1!$A$2:$A$7</c:f>
              <c:numCache>
                <c:formatCode>General</c:formatCode>
                <c:ptCount val="6"/>
                <c:pt idx="0">
                  <c:v>2015</c:v>
                </c:pt>
                <c:pt idx="1">
                  <c:v>2016</c:v>
                </c:pt>
                <c:pt idx="2">
                  <c:v>2017</c:v>
                </c:pt>
                <c:pt idx="3">
                  <c:v>2018</c:v>
                </c:pt>
                <c:pt idx="4">
                  <c:v>2019</c:v>
                </c:pt>
                <c:pt idx="5">
                  <c:v>2020</c:v>
                </c:pt>
              </c:numCache>
            </c:numRef>
          </c:xVal>
          <c:yVal>
            <c:numRef>
              <c:f>Tabelle1!$G$2:$G$7</c:f>
              <c:numCache>
                <c:formatCode>General</c:formatCode>
                <c:ptCount val="6"/>
                <c:pt idx="5">
                  <c:v>45</c:v>
                </c:pt>
              </c:numCache>
            </c:numRef>
          </c:yVal>
          <c:bubbleSize>
            <c:numLit>
              <c:formatCode>General</c:formatCode>
              <c:ptCount val="6"/>
              <c:pt idx="0">
                <c:v>1</c:v>
              </c:pt>
              <c:pt idx="1">
                <c:v>1</c:v>
              </c:pt>
              <c:pt idx="2">
                <c:v>1</c:v>
              </c:pt>
              <c:pt idx="3">
                <c:v>1</c:v>
              </c:pt>
              <c:pt idx="4">
                <c:v>1</c:v>
              </c:pt>
              <c:pt idx="5">
                <c:v>1</c:v>
              </c:pt>
            </c:numLit>
          </c:bubbleSize>
          <c:bubble3D val="0"/>
          <c:extLst>
            <c:ext xmlns:c16="http://schemas.microsoft.com/office/drawing/2014/chart" uri="{C3380CC4-5D6E-409C-BE32-E72D297353CC}">
              <c16:uniqueId val="{00000006-E9A5-45BF-9C55-FB2B1EED3A33}"/>
            </c:ext>
          </c:extLst>
        </c:ser>
        <c:dLbls>
          <c:showLegendKey val="0"/>
          <c:showVal val="0"/>
          <c:showCatName val="0"/>
          <c:showSerName val="0"/>
          <c:showPercent val="0"/>
          <c:showBubbleSize val="0"/>
        </c:dLbls>
        <c:bubbleScale val="80"/>
        <c:showNegBubbles val="0"/>
        <c:axId val="1399299456"/>
        <c:axId val="1399321728"/>
      </c:bubbleChart>
      <c:valAx>
        <c:axId val="1399299456"/>
        <c:scaling>
          <c:orientation val="minMax"/>
        </c:scaling>
        <c:delete val="0"/>
        <c:axPos val="b"/>
        <c:majorGridlines>
          <c:spPr>
            <a:ln w="6350" cap="flat" cmpd="sng" algn="ctr">
              <a:solidFill>
                <a:srgbClr val="E5E3DE"/>
              </a:solidFill>
              <a:round/>
            </a:ln>
            <a:effectLst/>
          </c:spPr>
        </c:majorGridlines>
        <c:numFmt formatCode="General" sourceLinked="1"/>
        <c:majorTickMark val="none"/>
        <c:minorTickMark val="none"/>
        <c:tickLblPos val="low"/>
        <c:spPr>
          <a:noFill/>
          <a:ln w="12700"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crossAx val="1399321728"/>
        <c:crosses val="autoZero"/>
        <c:crossBetween val="midCat"/>
      </c:valAx>
      <c:valAx>
        <c:axId val="1399321728"/>
        <c:scaling>
          <c:orientation val="minMax"/>
        </c:scaling>
        <c:delete val="0"/>
        <c:axPos val="l"/>
        <c:majorGridlines>
          <c:spPr>
            <a:ln w="6350" cap="flat" cmpd="sng" algn="ctr">
              <a:solidFill>
                <a:srgbClr val="E5E3DE"/>
              </a:solidFill>
              <a:round/>
            </a:ln>
            <a:effectLst/>
          </c:spPr>
        </c:majorGridlines>
        <c:numFmt formatCode="General" sourceLinked="0"/>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crossAx val="1399299456"/>
        <c:crosses val="autoZero"/>
        <c:crossBetween val="midCat"/>
      </c:valAx>
      <c:spPr>
        <a:noFill/>
        <a:ln w="6350">
          <a:solidFill>
            <a:srgbClr val="E5E3DE"/>
          </a:solidFill>
        </a:ln>
        <a:effectLst/>
      </c:spPr>
    </c:plotArea>
    <c:legend>
      <c:legendPos val="r"/>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legend>
    <c:plotVisOnly val="1"/>
    <c:dispBlanksAs val="gap"/>
    <c:showDLblsOverMax val="0"/>
  </c:chart>
  <c:spPr>
    <a:noFill/>
    <a:ln>
      <a:noFill/>
    </a:ln>
    <a:effectLst/>
  </c:spPr>
  <c:txPr>
    <a:bodyPr/>
    <a:lstStyle/>
    <a:p>
      <a:pPr>
        <a:defRPr sz="1200">
          <a:solidFill>
            <a:schemeClr val="tx1"/>
          </a:solidFill>
        </a:defRPr>
      </a:pPr>
      <a:endParaRPr lang="de-D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solidFill>
                <a:latin typeface="+mn-lt"/>
                <a:ea typeface="+mn-ea"/>
                <a:cs typeface="+mn-cs"/>
              </a:defRPr>
            </a:pPr>
            <a:r>
              <a:rPr lang="en-US" sz="1600" b="1" dirty="0"/>
              <a:t>Diagram title</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solidFill>
              <a:latin typeface="+mn-lt"/>
              <a:ea typeface="+mn-ea"/>
              <a:cs typeface="+mn-cs"/>
            </a:defRPr>
          </a:pPr>
          <a:endParaRPr lang="de-DE"/>
        </a:p>
      </c:txPr>
    </c:title>
    <c:autoTitleDeleted val="0"/>
    <c:plotArea>
      <c:layout>
        <c:manualLayout>
          <c:layoutTarget val="inner"/>
          <c:xMode val="edge"/>
          <c:yMode val="edge"/>
          <c:x val="0.29460854702376449"/>
          <c:y val="0.17338199381552621"/>
          <c:w val="0.29691333241343704"/>
          <c:h val="0.75929110987013892"/>
        </c:manualLayout>
      </c:layout>
      <c:pieChart>
        <c:varyColors val="1"/>
        <c:ser>
          <c:idx val="0"/>
          <c:order val="0"/>
          <c:tx>
            <c:strRef>
              <c:f>Tabelle1!$B$1</c:f>
              <c:strCache>
                <c:ptCount val="1"/>
                <c:pt idx="0">
                  <c:v>Datenreihe 1</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0553-479D-B07E-78148DB22C4E}"/>
              </c:ext>
            </c:extLst>
          </c:dPt>
          <c:dPt>
            <c:idx val="1"/>
            <c:bubble3D val="0"/>
            <c:spPr>
              <a:solidFill>
                <a:schemeClr val="accent2"/>
              </a:solidFill>
              <a:ln w="19050">
                <a:noFill/>
              </a:ln>
              <a:effectLst/>
            </c:spPr>
            <c:extLst>
              <c:ext xmlns:c16="http://schemas.microsoft.com/office/drawing/2014/chart" uri="{C3380CC4-5D6E-409C-BE32-E72D297353CC}">
                <c16:uniqueId val="{00000003-0553-479D-B07E-78148DB22C4E}"/>
              </c:ext>
            </c:extLst>
          </c:dPt>
          <c:dPt>
            <c:idx val="2"/>
            <c:bubble3D val="0"/>
            <c:spPr>
              <a:solidFill>
                <a:schemeClr val="accent3"/>
              </a:solidFill>
              <a:ln w="19050">
                <a:noFill/>
              </a:ln>
              <a:effectLst/>
            </c:spPr>
            <c:extLst>
              <c:ext xmlns:c16="http://schemas.microsoft.com/office/drawing/2014/chart" uri="{C3380CC4-5D6E-409C-BE32-E72D297353CC}">
                <c16:uniqueId val="{00000005-0553-479D-B07E-78148DB22C4E}"/>
              </c:ext>
            </c:extLst>
          </c:dPt>
          <c:dPt>
            <c:idx val="3"/>
            <c:bubble3D val="0"/>
            <c:spPr>
              <a:solidFill>
                <a:schemeClr val="accent4"/>
              </a:solidFill>
              <a:ln w="19050">
                <a:noFill/>
              </a:ln>
              <a:effectLst/>
            </c:spPr>
            <c:extLst>
              <c:ext xmlns:c16="http://schemas.microsoft.com/office/drawing/2014/chart" uri="{C3380CC4-5D6E-409C-BE32-E72D297353CC}">
                <c16:uniqueId val="{00000007-0553-479D-B07E-78148DB22C4E}"/>
              </c:ext>
            </c:extLst>
          </c:dPt>
          <c:dPt>
            <c:idx val="4"/>
            <c:bubble3D val="0"/>
            <c:spPr>
              <a:solidFill>
                <a:schemeClr val="accent5"/>
              </a:solidFill>
              <a:ln w="19050">
                <a:noFill/>
              </a:ln>
              <a:effectLst/>
            </c:spPr>
            <c:extLst>
              <c:ext xmlns:c16="http://schemas.microsoft.com/office/drawing/2014/chart" uri="{C3380CC4-5D6E-409C-BE32-E72D297353CC}">
                <c16:uniqueId val="{00000009-0553-479D-B07E-78148DB22C4E}"/>
              </c:ext>
            </c:extLst>
          </c:dPt>
          <c:dLbls>
            <c:numFmt formatCode="#,##0.0" sourceLinked="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Tabelle1!$A$2:$A$6</c:f>
              <c:strCache>
                <c:ptCount val="5"/>
                <c:pt idx="0">
                  <c:v>Data series 1</c:v>
                </c:pt>
                <c:pt idx="1">
                  <c:v>Data series 2</c:v>
                </c:pt>
                <c:pt idx="2">
                  <c:v>Data series 3</c:v>
                </c:pt>
                <c:pt idx="3">
                  <c:v>Data series 4</c:v>
                </c:pt>
                <c:pt idx="4">
                  <c:v>Data series 5</c:v>
                </c:pt>
              </c:strCache>
            </c:strRef>
          </c:cat>
          <c:val>
            <c:numRef>
              <c:f>Tabelle1!$B$2:$B$6</c:f>
              <c:numCache>
                <c:formatCode>0.0</c:formatCode>
                <c:ptCount val="5"/>
                <c:pt idx="0">
                  <c:v>25</c:v>
                </c:pt>
                <c:pt idx="1">
                  <c:v>18.3</c:v>
                </c:pt>
                <c:pt idx="2">
                  <c:v>13.9</c:v>
                </c:pt>
                <c:pt idx="3">
                  <c:v>8.5</c:v>
                </c:pt>
                <c:pt idx="4">
                  <c:v>3</c:v>
                </c:pt>
              </c:numCache>
            </c:numRef>
          </c:val>
          <c:extLst>
            <c:ext xmlns:c16="http://schemas.microsoft.com/office/drawing/2014/chart" uri="{C3380CC4-5D6E-409C-BE32-E72D297353CC}">
              <c16:uniqueId val="{0000000B-0553-479D-B07E-78148DB22C4E}"/>
            </c:ext>
          </c:extLst>
        </c:ser>
        <c:dLbls>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de-DE"/>
        </a:p>
      </c:txPr>
    </c:legend>
    <c:plotVisOnly val="1"/>
    <c:dispBlanksAs val="zero"/>
    <c:showDLblsOverMax val="0"/>
  </c:chart>
  <c:spPr>
    <a:noFill/>
    <a:ln>
      <a:noFill/>
    </a:ln>
    <a:effectLst/>
  </c:spPr>
  <c:txPr>
    <a:bodyPr/>
    <a:lstStyle/>
    <a:p>
      <a:pPr>
        <a:defRPr>
          <a:solidFill>
            <a:schemeClr val="tx1"/>
          </a:solidFill>
        </a:defRPr>
      </a:pPr>
      <a:endParaRPr lang="de-DE"/>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
          <c:y val="3.1250000000000002E-3"/>
          <c:w val="1"/>
          <c:h val="0.99375000000000002"/>
        </c:manualLayout>
      </c:layout>
      <c:barChart>
        <c:barDir val="bar"/>
        <c:grouping val="percentStacked"/>
        <c:varyColors val="0"/>
        <c:ser>
          <c:idx val="0"/>
          <c:order val="0"/>
          <c:tx>
            <c:strRef>
              <c:f>Tabelle1!$B$1</c:f>
              <c:strCache>
                <c:ptCount val="1"/>
                <c:pt idx="0">
                  <c:v>Data series 1</c:v>
                </c:pt>
              </c:strCache>
            </c:strRef>
          </c:tx>
          <c:spPr>
            <a:solidFill>
              <a:schemeClr val="accent1"/>
            </a:solidFill>
            <a:ln>
              <a:noFill/>
            </a:ln>
          </c:spPr>
          <c:invertIfNegative val="0"/>
          <c:cat>
            <c:strRef>
              <c:f>Tabelle1!$A$2</c:f>
              <c:strCache>
                <c:ptCount val="1"/>
                <c:pt idx="0">
                  <c:v>Category 1</c:v>
                </c:pt>
              </c:strCache>
            </c:strRef>
          </c:cat>
          <c:val>
            <c:numRef>
              <c:f>Tabelle1!$B$2</c:f>
              <c:numCache>
                <c:formatCode>General</c:formatCode>
                <c:ptCount val="1"/>
                <c:pt idx="0">
                  <c:v>0.67</c:v>
                </c:pt>
              </c:numCache>
            </c:numRef>
          </c:val>
          <c:extLst>
            <c:ext xmlns:c16="http://schemas.microsoft.com/office/drawing/2014/chart" uri="{C3380CC4-5D6E-409C-BE32-E72D297353CC}">
              <c16:uniqueId val="{00000000-13D7-4E90-B868-606CA46E18E9}"/>
            </c:ext>
          </c:extLst>
        </c:ser>
        <c:ser>
          <c:idx val="1"/>
          <c:order val="1"/>
          <c:tx>
            <c:strRef>
              <c:f>Tabelle1!$C$1</c:f>
              <c:strCache>
                <c:ptCount val="1"/>
                <c:pt idx="0">
                  <c:v>Data series 2</c:v>
                </c:pt>
              </c:strCache>
            </c:strRef>
          </c:tx>
          <c:spPr>
            <a:solidFill>
              <a:srgbClr val="E5E3DE"/>
            </a:solidFill>
            <a:ln>
              <a:noFill/>
            </a:ln>
          </c:spPr>
          <c:invertIfNegative val="0"/>
          <c:dPt>
            <c:idx val="0"/>
            <c:invertIfNegative val="0"/>
            <c:bubble3D val="0"/>
            <c:extLst>
              <c:ext xmlns:c16="http://schemas.microsoft.com/office/drawing/2014/chart" uri="{C3380CC4-5D6E-409C-BE32-E72D297353CC}">
                <c16:uniqueId val="{00000001-13D7-4E90-B868-606CA46E18E9}"/>
              </c:ext>
            </c:extLst>
          </c:dPt>
          <c:cat>
            <c:strRef>
              <c:f>Tabelle1!$A$2</c:f>
              <c:strCache>
                <c:ptCount val="1"/>
                <c:pt idx="0">
                  <c:v>Category 1</c:v>
                </c:pt>
              </c:strCache>
            </c:strRef>
          </c:cat>
          <c:val>
            <c:numRef>
              <c:f>Tabelle1!$C$2</c:f>
              <c:numCache>
                <c:formatCode>General</c:formatCode>
                <c:ptCount val="1"/>
                <c:pt idx="0">
                  <c:v>0.32999999999999996</c:v>
                </c:pt>
              </c:numCache>
            </c:numRef>
          </c:val>
          <c:extLst>
            <c:ext xmlns:c16="http://schemas.microsoft.com/office/drawing/2014/chart" uri="{C3380CC4-5D6E-409C-BE32-E72D297353CC}">
              <c16:uniqueId val="{00000002-13D7-4E90-B868-606CA46E18E9}"/>
            </c:ext>
          </c:extLst>
        </c:ser>
        <c:dLbls>
          <c:showLegendKey val="0"/>
          <c:showVal val="0"/>
          <c:showCatName val="0"/>
          <c:showSerName val="0"/>
          <c:showPercent val="0"/>
          <c:showBubbleSize val="0"/>
        </c:dLbls>
        <c:gapWidth val="0"/>
        <c:overlap val="100"/>
        <c:axId val="1400850304"/>
        <c:axId val="1400851840"/>
      </c:barChart>
      <c:catAx>
        <c:axId val="1400850304"/>
        <c:scaling>
          <c:orientation val="minMax"/>
        </c:scaling>
        <c:delete val="1"/>
        <c:axPos val="l"/>
        <c:numFmt formatCode="General" sourceLinked="0"/>
        <c:majorTickMark val="out"/>
        <c:minorTickMark val="none"/>
        <c:tickLblPos val="nextTo"/>
        <c:crossAx val="1400851840"/>
        <c:crosses val="autoZero"/>
        <c:auto val="1"/>
        <c:lblAlgn val="ctr"/>
        <c:lblOffset val="100"/>
        <c:noMultiLvlLbl val="0"/>
      </c:catAx>
      <c:valAx>
        <c:axId val="1400851840"/>
        <c:scaling>
          <c:orientation val="minMax"/>
          <c:max val="1"/>
          <c:min val="0"/>
        </c:scaling>
        <c:delete val="1"/>
        <c:axPos val="b"/>
        <c:numFmt formatCode="0%" sourceLinked="1"/>
        <c:majorTickMark val="out"/>
        <c:minorTickMark val="none"/>
        <c:tickLblPos val="nextTo"/>
        <c:crossAx val="1400850304"/>
        <c:crosses val="autoZero"/>
        <c:crossBetween val="between"/>
      </c:valAx>
    </c:plotArea>
    <c:plotVisOnly val="1"/>
    <c:dispBlanksAs val="gap"/>
    <c:showDLblsOverMax val="0"/>
  </c:chart>
  <c:txPr>
    <a:bodyPr/>
    <a:lstStyle/>
    <a:p>
      <a:pPr>
        <a:defRPr sz="1800"/>
      </a:pPr>
      <a:endParaRPr lang="de-DE"/>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
          <c:y val="3.1250000000000002E-3"/>
          <c:w val="1"/>
          <c:h val="0.99375000000000002"/>
        </c:manualLayout>
      </c:layout>
      <c:barChart>
        <c:barDir val="bar"/>
        <c:grouping val="percentStacked"/>
        <c:varyColors val="0"/>
        <c:ser>
          <c:idx val="0"/>
          <c:order val="0"/>
          <c:tx>
            <c:strRef>
              <c:f>Tabelle1!$B$1</c:f>
              <c:strCache>
                <c:ptCount val="1"/>
                <c:pt idx="0">
                  <c:v>Data series 1</c:v>
                </c:pt>
              </c:strCache>
            </c:strRef>
          </c:tx>
          <c:spPr>
            <a:solidFill>
              <a:schemeClr val="accent2"/>
            </a:solidFill>
            <a:ln>
              <a:noFill/>
            </a:ln>
          </c:spPr>
          <c:invertIfNegative val="0"/>
          <c:dPt>
            <c:idx val="0"/>
            <c:invertIfNegative val="0"/>
            <c:bubble3D val="0"/>
            <c:extLst>
              <c:ext xmlns:c16="http://schemas.microsoft.com/office/drawing/2014/chart" uri="{C3380CC4-5D6E-409C-BE32-E72D297353CC}">
                <c16:uniqueId val="{00000000-CDB9-4BE6-808C-9DF1B249A27E}"/>
              </c:ext>
            </c:extLst>
          </c:dPt>
          <c:cat>
            <c:strRef>
              <c:f>Tabelle1!$A$2</c:f>
              <c:strCache>
                <c:ptCount val="1"/>
                <c:pt idx="0">
                  <c:v>Category 1</c:v>
                </c:pt>
              </c:strCache>
            </c:strRef>
          </c:cat>
          <c:val>
            <c:numRef>
              <c:f>Tabelle1!$B$2</c:f>
              <c:numCache>
                <c:formatCode>General</c:formatCode>
                <c:ptCount val="1"/>
                <c:pt idx="0">
                  <c:v>0.83</c:v>
                </c:pt>
              </c:numCache>
            </c:numRef>
          </c:val>
          <c:extLst>
            <c:ext xmlns:c16="http://schemas.microsoft.com/office/drawing/2014/chart" uri="{C3380CC4-5D6E-409C-BE32-E72D297353CC}">
              <c16:uniqueId val="{00000001-CDB9-4BE6-808C-9DF1B249A27E}"/>
            </c:ext>
          </c:extLst>
        </c:ser>
        <c:ser>
          <c:idx val="1"/>
          <c:order val="1"/>
          <c:tx>
            <c:strRef>
              <c:f>Tabelle1!$C$1</c:f>
              <c:strCache>
                <c:ptCount val="1"/>
                <c:pt idx="0">
                  <c:v>Data series 2</c:v>
                </c:pt>
              </c:strCache>
            </c:strRef>
          </c:tx>
          <c:spPr>
            <a:solidFill>
              <a:srgbClr val="E5E3DE"/>
            </a:solidFill>
            <a:ln>
              <a:noFill/>
            </a:ln>
          </c:spPr>
          <c:invertIfNegative val="0"/>
          <c:dPt>
            <c:idx val="0"/>
            <c:invertIfNegative val="0"/>
            <c:bubble3D val="0"/>
            <c:extLst>
              <c:ext xmlns:c16="http://schemas.microsoft.com/office/drawing/2014/chart" uri="{C3380CC4-5D6E-409C-BE32-E72D297353CC}">
                <c16:uniqueId val="{00000002-CDB9-4BE6-808C-9DF1B249A27E}"/>
              </c:ext>
            </c:extLst>
          </c:dPt>
          <c:cat>
            <c:strRef>
              <c:f>Tabelle1!$A$2</c:f>
              <c:strCache>
                <c:ptCount val="1"/>
                <c:pt idx="0">
                  <c:v>Category 1</c:v>
                </c:pt>
              </c:strCache>
            </c:strRef>
          </c:cat>
          <c:val>
            <c:numRef>
              <c:f>Tabelle1!$C$2</c:f>
              <c:numCache>
                <c:formatCode>General</c:formatCode>
                <c:ptCount val="1"/>
                <c:pt idx="0">
                  <c:v>0.17000000000000004</c:v>
                </c:pt>
              </c:numCache>
            </c:numRef>
          </c:val>
          <c:extLst>
            <c:ext xmlns:c16="http://schemas.microsoft.com/office/drawing/2014/chart" uri="{C3380CC4-5D6E-409C-BE32-E72D297353CC}">
              <c16:uniqueId val="{00000003-CDB9-4BE6-808C-9DF1B249A27E}"/>
            </c:ext>
          </c:extLst>
        </c:ser>
        <c:dLbls>
          <c:showLegendKey val="0"/>
          <c:showVal val="0"/>
          <c:showCatName val="0"/>
          <c:showSerName val="0"/>
          <c:showPercent val="0"/>
          <c:showBubbleSize val="0"/>
        </c:dLbls>
        <c:gapWidth val="0"/>
        <c:overlap val="100"/>
        <c:axId val="1400939648"/>
        <c:axId val="1400941184"/>
      </c:barChart>
      <c:catAx>
        <c:axId val="1400939648"/>
        <c:scaling>
          <c:orientation val="minMax"/>
        </c:scaling>
        <c:delete val="1"/>
        <c:axPos val="l"/>
        <c:numFmt formatCode="General" sourceLinked="0"/>
        <c:majorTickMark val="out"/>
        <c:minorTickMark val="none"/>
        <c:tickLblPos val="nextTo"/>
        <c:crossAx val="1400941184"/>
        <c:crosses val="autoZero"/>
        <c:auto val="1"/>
        <c:lblAlgn val="ctr"/>
        <c:lblOffset val="100"/>
        <c:noMultiLvlLbl val="0"/>
      </c:catAx>
      <c:valAx>
        <c:axId val="1400941184"/>
        <c:scaling>
          <c:orientation val="minMax"/>
          <c:max val="1"/>
          <c:min val="0"/>
        </c:scaling>
        <c:delete val="1"/>
        <c:axPos val="b"/>
        <c:numFmt formatCode="0%" sourceLinked="1"/>
        <c:majorTickMark val="out"/>
        <c:minorTickMark val="none"/>
        <c:tickLblPos val="nextTo"/>
        <c:crossAx val="1400939648"/>
        <c:crosses val="autoZero"/>
        <c:crossBetween val="between"/>
      </c:valAx>
    </c:plotArea>
    <c:plotVisOnly val="1"/>
    <c:dispBlanksAs val="gap"/>
    <c:showDLblsOverMax val="0"/>
  </c:chart>
  <c:spPr>
    <a:ln>
      <a:noFill/>
    </a:ln>
  </c:spPr>
  <c:txPr>
    <a:bodyPr/>
    <a:lstStyle/>
    <a:p>
      <a:pPr>
        <a:defRPr sz="1800"/>
      </a:pPr>
      <a:endParaRPr lang="de-DE"/>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
          <c:y val="3.1250000000000002E-3"/>
          <c:w val="1"/>
          <c:h val="0.99375000000000002"/>
        </c:manualLayout>
      </c:layout>
      <c:barChart>
        <c:barDir val="bar"/>
        <c:grouping val="percentStacked"/>
        <c:varyColors val="0"/>
        <c:ser>
          <c:idx val="0"/>
          <c:order val="0"/>
          <c:tx>
            <c:strRef>
              <c:f>Tabelle1!$B$1</c:f>
              <c:strCache>
                <c:ptCount val="1"/>
                <c:pt idx="0">
                  <c:v>Data series 1</c:v>
                </c:pt>
              </c:strCache>
            </c:strRef>
          </c:tx>
          <c:spPr>
            <a:solidFill>
              <a:schemeClr val="accent1"/>
            </a:solidFill>
          </c:spPr>
          <c:invertIfNegative val="0"/>
          <c:dPt>
            <c:idx val="0"/>
            <c:invertIfNegative val="0"/>
            <c:bubble3D val="0"/>
            <c:spPr>
              <a:solidFill>
                <a:schemeClr val="accent3"/>
              </a:solidFill>
              <a:ln>
                <a:noFill/>
              </a:ln>
            </c:spPr>
            <c:extLst>
              <c:ext xmlns:c16="http://schemas.microsoft.com/office/drawing/2014/chart" uri="{C3380CC4-5D6E-409C-BE32-E72D297353CC}">
                <c16:uniqueId val="{00000001-D328-4C6E-B5BE-D7029D67F91A}"/>
              </c:ext>
            </c:extLst>
          </c:dPt>
          <c:cat>
            <c:strRef>
              <c:f>Tabelle1!$A$2</c:f>
              <c:strCache>
                <c:ptCount val="1"/>
                <c:pt idx="0">
                  <c:v>Category 1</c:v>
                </c:pt>
              </c:strCache>
            </c:strRef>
          </c:cat>
          <c:val>
            <c:numRef>
              <c:f>Tabelle1!$B$2</c:f>
              <c:numCache>
                <c:formatCode>General</c:formatCode>
                <c:ptCount val="1"/>
                <c:pt idx="0">
                  <c:v>0.93</c:v>
                </c:pt>
              </c:numCache>
            </c:numRef>
          </c:val>
          <c:extLst>
            <c:ext xmlns:c16="http://schemas.microsoft.com/office/drawing/2014/chart" uri="{C3380CC4-5D6E-409C-BE32-E72D297353CC}">
              <c16:uniqueId val="{00000002-D328-4C6E-B5BE-D7029D67F91A}"/>
            </c:ext>
          </c:extLst>
        </c:ser>
        <c:ser>
          <c:idx val="1"/>
          <c:order val="1"/>
          <c:tx>
            <c:strRef>
              <c:f>Tabelle1!$C$1</c:f>
              <c:strCache>
                <c:ptCount val="1"/>
                <c:pt idx="0">
                  <c:v>Data series 2</c:v>
                </c:pt>
              </c:strCache>
            </c:strRef>
          </c:tx>
          <c:spPr>
            <a:solidFill>
              <a:schemeClr val="bg2">
                <a:lumMod val="20000"/>
                <a:lumOff val="80000"/>
              </a:schemeClr>
            </a:solidFill>
            <a:ln>
              <a:noFill/>
            </a:ln>
          </c:spPr>
          <c:invertIfNegative val="0"/>
          <c:dPt>
            <c:idx val="0"/>
            <c:invertIfNegative val="0"/>
            <c:bubble3D val="0"/>
            <c:spPr>
              <a:solidFill>
                <a:srgbClr val="E5E3DE"/>
              </a:solidFill>
              <a:ln>
                <a:noFill/>
              </a:ln>
            </c:spPr>
            <c:extLst>
              <c:ext xmlns:c16="http://schemas.microsoft.com/office/drawing/2014/chart" uri="{C3380CC4-5D6E-409C-BE32-E72D297353CC}">
                <c16:uniqueId val="{00000004-D328-4C6E-B5BE-D7029D67F91A}"/>
              </c:ext>
            </c:extLst>
          </c:dPt>
          <c:cat>
            <c:strRef>
              <c:f>Tabelle1!$A$2</c:f>
              <c:strCache>
                <c:ptCount val="1"/>
                <c:pt idx="0">
                  <c:v>Category 1</c:v>
                </c:pt>
              </c:strCache>
            </c:strRef>
          </c:cat>
          <c:val>
            <c:numRef>
              <c:f>Tabelle1!$C$2</c:f>
              <c:numCache>
                <c:formatCode>General</c:formatCode>
                <c:ptCount val="1"/>
                <c:pt idx="0">
                  <c:v>6.9999999999999951E-2</c:v>
                </c:pt>
              </c:numCache>
            </c:numRef>
          </c:val>
          <c:extLst>
            <c:ext xmlns:c16="http://schemas.microsoft.com/office/drawing/2014/chart" uri="{C3380CC4-5D6E-409C-BE32-E72D297353CC}">
              <c16:uniqueId val="{00000005-D328-4C6E-B5BE-D7029D67F91A}"/>
            </c:ext>
          </c:extLst>
        </c:ser>
        <c:dLbls>
          <c:showLegendKey val="0"/>
          <c:showVal val="0"/>
          <c:showCatName val="0"/>
          <c:showSerName val="0"/>
          <c:showPercent val="0"/>
          <c:showBubbleSize val="0"/>
        </c:dLbls>
        <c:gapWidth val="0"/>
        <c:overlap val="100"/>
        <c:axId val="1400956032"/>
        <c:axId val="1400957568"/>
      </c:barChart>
      <c:catAx>
        <c:axId val="1400956032"/>
        <c:scaling>
          <c:orientation val="minMax"/>
        </c:scaling>
        <c:delete val="1"/>
        <c:axPos val="l"/>
        <c:numFmt formatCode="General" sourceLinked="0"/>
        <c:majorTickMark val="out"/>
        <c:minorTickMark val="none"/>
        <c:tickLblPos val="nextTo"/>
        <c:crossAx val="1400957568"/>
        <c:crosses val="autoZero"/>
        <c:auto val="1"/>
        <c:lblAlgn val="ctr"/>
        <c:lblOffset val="100"/>
        <c:noMultiLvlLbl val="0"/>
      </c:catAx>
      <c:valAx>
        <c:axId val="1400957568"/>
        <c:scaling>
          <c:orientation val="minMax"/>
          <c:max val="1"/>
          <c:min val="0"/>
        </c:scaling>
        <c:delete val="1"/>
        <c:axPos val="b"/>
        <c:numFmt formatCode="0%" sourceLinked="1"/>
        <c:majorTickMark val="out"/>
        <c:minorTickMark val="none"/>
        <c:tickLblPos val="nextTo"/>
        <c:crossAx val="1400956032"/>
        <c:crosses val="autoZero"/>
        <c:crossBetween val="between"/>
      </c:valAx>
    </c:plotArea>
    <c:plotVisOnly val="1"/>
    <c:dispBlanksAs val="gap"/>
    <c:showDLblsOverMax val="0"/>
  </c:chart>
  <c:txPr>
    <a:bodyPr/>
    <a:lstStyle/>
    <a:p>
      <a:pPr>
        <a:defRPr sz="1800"/>
      </a:pPr>
      <a:endParaRPr lang="de-DE"/>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1"/>
          <c:h val="1"/>
        </c:manualLayout>
      </c:layout>
      <c:barChart>
        <c:barDir val="bar"/>
        <c:grouping val="clustered"/>
        <c:varyColors val="0"/>
        <c:ser>
          <c:idx val="0"/>
          <c:order val="0"/>
          <c:tx>
            <c:strRef>
              <c:f>Tabelle1!$B$1</c:f>
              <c:strCache>
                <c:ptCount val="1"/>
                <c:pt idx="0">
                  <c:v>Data series 1</c:v>
                </c:pt>
              </c:strCache>
            </c:strRef>
          </c:tx>
          <c:spPr>
            <a:solidFill>
              <a:srgbClr val="08312A"/>
            </a:solidFill>
          </c:spPr>
          <c:invertIfNegative val="1"/>
          <c:dPt>
            <c:idx val="0"/>
            <c:invertIfNegative val="1"/>
            <c:bubble3D val="0"/>
            <c:spPr>
              <a:solidFill>
                <a:srgbClr val="08312A"/>
              </a:solidFill>
            </c:spPr>
            <c:extLst>
              <c:ext xmlns:c16="http://schemas.microsoft.com/office/drawing/2014/chart" uri="{C3380CC4-5D6E-409C-BE32-E72D297353CC}">
                <c16:uniqueId val="{00000001-2B2B-4113-8749-336E78AAB7CC}"/>
              </c:ext>
            </c:extLst>
          </c:dPt>
          <c:cat>
            <c:strRef>
              <c:f>Tabelle1!$A$2</c:f>
              <c:strCache>
                <c:ptCount val="1"/>
                <c:pt idx="0">
                  <c:v>Category 1</c:v>
                </c:pt>
              </c:strCache>
            </c:strRef>
          </c:cat>
          <c:val>
            <c:numRef>
              <c:f>Tabelle1!$B$2</c:f>
              <c:numCache>
                <c:formatCode>General</c:formatCode>
                <c:ptCount val="1"/>
                <c:pt idx="0">
                  <c:v>4</c:v>
                </c:pt>
              </c:numCache>
            </c:numRef>
          </c:val>
          <c:extLst>
            <c:ext xmlns:c14="http://schemas.microsoft.com/office/drawing/2007/8/2/chart" uri="{6F2FDCE9-48DA-4B69-8628-5D25D57E5C99}">
              <c14:invertSolidFillFmt>
                <c14:spPr xmlns:c14="http://schemas.microsoft.com/office/drawing/2007/8/2/chart">
                  <a:solidFill>
                    <a:srgbClr val="E5E3DE"/>
                  </a:solidFill>
                </c14:spPr>
              </c14:invertSolidFillFmt>
            </c:ext>
            <c:ext xmlns:c16="http://schemas.microsoft.com/office/drawing/2014/chart" uri="{C3380CC4-5D6E-409C-BE32-E72D297353CC}">
              <c16:uniqueId val="{00000002-2B2B-4113-8749-336E78AAB7CC}"/>
            </c:ext>
          </c:extLst>
        </c:ser>
        <c:dLbls>
          <c:showLegendKey val="0"/>
          <c:showVal val="0"/>
          <c:showCatName val="0"/>
          <c:showSerName val="0"/>
          <c:showPercent val="0"/>
          <c:showBubbleSize val="0"/>
        </c:dLbls>
        <c:gapWidth val="0"/>
        <c:axId val="1412030464"/>
        <c:axId val="1412032000"/>
      </c:barChart>
      <c:catAx>
        <c:axId val="1412030464"/>
        <c:scaling>
          <c:orientation val="minMax"/>
        </c:scaling>
        <c:delete val="1"/>
        <c:axPos val="l"/>
        <c:numFmt formatCode="General" sourceLinked="0"/>
        <c:majorTickMark val="out"/>
        <c:minorTickMark val="none"/>
        <c:tickLblPos val="none"/>
        <c:crossAx val="1412032000"/>
        <c:crosses val="autoZero"/>
        <c:auto val="1"/>
        <c:lblAlgn val="ctr"/>
        <c:lblOffset val="100"/>
        <c:noMultiLvlLbl val="0"/>
      </c:catAx>
      <c:valAx>
        <c:axId val="1412032000"/>
        <c:scaling>
          <c:orientation val="minMax"/>
          <c:max val="10"/>
          <c:min val="0"/>
        </c:scaling>
        <c:delete val="0"/>
        <c:axPos val="b"/>
        <c:numFmt formatCode="General" sourceLinked="1"/>
        <c:majorTickMark val="out"/>
        <c:minorTickMark val="out"/>
        <c:tickLblPos val="none"/>
        <c:spPr>
          <a:ln w="6350">
            <a:solidFill>
              <a:schemeClr val="tx1"/>
            </a:solidFill>
          </a:ln>
        </c:spPr>
        <c:crossAx val="1412030464"/>
        <c:crosses val="autoZero"/>
        <c:crossBetween val="between"/>
      </c:valAx>
      <c:spPr>
        <a:solidFill>
          <a:srgbClr val="E5E3DE"/>
        </a:solidFill>
      </c:spPr>
    </c:plotArea>
    <c:plotVisOnly val="1"/>
    <c:dispBlanksAs val="gap"/>
    <c:showDLblsOverMax val="0"/>
  </c:chart>
  <c:txPr>
    <a:bodyPr/>
    <a:lstStyle/>
    <a:p>
      <a:pPr>
        <a:defRPr sz="1800"/>
      </a:pPr>
      <a:endParaRPr lang="de-DE"/>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1"/>
          <c:h val="1"/>
        </c:manualLayout>
      </c:layout>
      <c:barChart>
        <c:barDir val="bar"/>
        <c:grouping val="clustered"/>
        <c:varyColors val="0"/>
        <c:ser>
          <c:idx val="0"/>
          <c:order val="0"/>
          <c:tx>
            <c:strRef>
              <c:f>Tabelle1!$B$1</c:f>
              <c:strCache>
                <c:ptCount val="1"/>
                <c:pt idx="0">
                  <c:v>Data series 1</c:v>
                </c:pt>
              </c:strCache>
            </c:strRef>
          </c:tx>
          <c:spPr>
            <a:solidFill>
              <a:srgbClr val="00E47C"/>
            </a:solidFill>
          </c:spPr>
          <c:invertIfNegative val="1"/>
          <c:dPt>
            <c:idx val="0"/>
            <c:invertIfNegative val="1"/>
            <c:bubble3D val="0"/>
            <c:spPr>
              <a:solidFill>
                <a:schemeClr val="accent1"/>
              </a:solidFill>
            </c:spPr>
            <c:extLst>
              <c:ext xmlns:c16="http://schemas.microsoft.com/office/drawing/2014/chart" uri="{C3380CC4-5D6E-409C-BE32-E72D297353CC}">
                <c16:uniqueId val="{00000001-2B2B-4113-8749-336E78AAB7CC}"/>
              </c:ext>
            </c:extLst>
          </c:dPt>
          <c:cat>
            <c:strRef>
              <c:f>Tabelle1!$A$2</c:f>
              <c:strCache>
                <c:ptCount val="1"/>
                <c:pt idx="0">
                  <c:v>Category 1</c:v>
                </c:pt>
              </c:strCache>
            </c:strRef>
          </c:cat>
          <c:val>
            <c:numRef>
              <c:f>Tabelle1!$B$2</c:f>
              <c:numCache>
                <c:formatCode>General</c:formatCode>
                <c:ptCount val="1"/>
                <c:pt idx="0">
                  <c:v>10</c:v>
                </c:pt>
              </c:numCache>
            </c:numRef>
          </c:val>
          <c:extLst>
            <c:ext xmlns:c14="http://schemas.microsoft.com/office/drawing/2007/8/2/chart" uri="{6F2FDCE9-48DA-4B69-8628-5D25D57E5C99}">
              <c14:invertSolidFillFmt>
                <c14:spPr xmlns:c14="http://schemas.microsoft.com/office/drawing/2007/8/2/chart">
                  <a:solidFill>
                    <a:srgbClr val="B50F22"/>
                  </a:solidFill>
                </c14:spPr>
              </c14:invertSolidFillFmt>
            </c:ext>
            <c:ext xmlns:c16="http://schemas.microsoft.com/office/drawing/2014/chart" uri="{C3380CC4-5D6E-409C-BE32-E72D297353CC}">
              <c16:uniqueId val="{00000002-2B2B-4113-8749-336E78AAB7CC}"/>
            </c:ext>
          </c:extLst>
        </c:ser>
        <c:dLbls>
          <c:showLegendKey val="0"/>
          <c:showVal val="0"/>
          <c:showCatName val="0"/>
          <c:showSerName val="0"/>
          <c:showPercent val="0"/>
          <c:showBubbleSize val="0"/>
        </c:dLbls>
        <c:gapWidth val="0"/>
        <c:axId val="1412030464"/>
        <c:axId val="1412032000"/>
      </c:barChart>
      <c:catAx>
        <c:axId val="1412030464"/>
        <c:scaling>
          <c:orientation val="minMax"/>
        </c:scaling>
        <c:delete val="1"/>
        <c:axPos val="l"/>
        <c:numFmt formatCode="General" sourceLinked="0"/>
        <c:majorTickMark val="out"/>
        <c:minorTickMark val="none"/>
        <c:tickLblPos val="none"/>
        <c:crossAx val="1412032000"/>
        <c:crosses val="autoZero"/>
        <c:auto val="1"/>
        <c:lblAlgn val="ctr"/>
        <c:lblOffset val="100"/>
        <c:noMultiLvlLbl val="0"/>
      </c:catAx>
      <c:valAx>
        <c:axId val="1412032000"/>
        <c:scaling>
          <c:orientation val="minMax"/>
          <c:max val="10"/>
          <c:min val="0"/>
        </c:scaling>
        <c:delete val="0"/>
        <c:axPos val="b"/>
        <c:numFmt formatCode="General" sourceLinked="1"/>
        <c:majorTickMark val="out"/>
        <c:minorTickMark val="out"/>
        <c:tickLblPos val="none"/>
        <c:spPr>
          <a:ln w="6350">
            <a:solidFill>
              <a:schemeClr val="tx1"/>
            </a:solidFill>
          </a:ln>
        </c:spPr>
        <c:crossAx val="1412030464"/>
        <c:crosses val="autoZero"/>
        <c:crossBetween val="between"/>
      </c:valAx>
      <c:spPr>
        <a:solidFill>
          <a:srgbClr val="E5E3DE"/>
        </a:solidFill>
      </c:spPr>
    </c:plotArea>
    <c:plotVisOnly val="1"/>
    <c:dispBlanksAs val="gap"/>
    <c:showDLblsOverMax val="0"/>
  </c:chart>
  <c:txPr>
    <a:bodyPr/>
    <a:lstStyle/>
    <a:p>
      <a:pPr>
        <a:defRPr sz="1800"/>
      </a:pPr>
      <a:endParaRPr lang="de-DE"/>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1"/>
          <c:h val="1"/>
        </c:manualLayout>
      </c:layout>
      <c:barChart>
        <c:barDir val="bar"/>
        <c:grouping val="clustered"/>
        <c:varyColors val="0"/>
        <c:ser>
          <c:idx val="0"/>
          <c:order val="0"/>
          <c:tx>
            <c:strRef>
              <c:f>Tabelle1!$B$1</c:f>
              <c:strCache>
                <c:ptCount val="1"/>
                <c:pt idx="0">
                  <c:v>Data series 1</c:v>
                </c:pt>
              </c:strCache>
            </c:strRef>
          </c:tx>
          <c:spPr>
            <a:solidFill>
              <a:srgbClr val="08312A"/>
            </a:solidFill>
          </c:spPr>
          <c:invertIfNegative val="1"/>
          <c:dPt>
            <c:idx val="0"/>
            <c:invertIfNegative val="1"/>
            <c:bubble3D val="0"/>
            <c:spPr>
              <a:solidFill>
                <a:srgbClr val="08312A"/>
              </a:solidFill>
            </c:spPr>
            <c:extLst>
              <c:ext xmlns:c16="http://schemas.microsoft.com/office/drawing/2014/chart" uri="{C3380CC4-5D6E-409C-BE32-E72D297353CC}">
                <c16:uniqueId val="{00000001-2B2B-4113-8749-336E78AAB7CC}"/>
              </c:ext>
            </c:extLst>
          </c:dPt>
          <c:cat>
            <c:strRef>
              <c:f>Tabelle1!$A$2</c:f>
              <c:strCache>
                <c:ptCount val="1"/>
                <c:pt idx="0">
                  <c:v>Category 1</c:v>
                </c:pt>
              </c:strCache>
            </c:strRef>
          </c:cat>
          <c:val>
            <c:numRef>
              <c:f>Tabelle1!$B$2</c:f>
              <c:numCache>
                <c:formatCode>General</c:formatCode>
                <c:ptCount val="1"/>
                <c:pt idx="0">
                  <c:v>6</c:v>
                </c:pt>
              </c:numCache>
            </c:numRef>
          </c:val>
          <c:extLst>
            <c:ext xmlns:c14="http://schemas.microsoft.com/office/drawing/2007/8/2/chart" uri="{6F2FDCE9-48DA-4B69-8628-5D25D57E5C99}">
              <c14:invertSolidFillFmt>
                <c14:spPr xmlns:c14="http://schemas.microsoft.com/office/drawing/2007/8/2/chart">
                  <a:solidFill>
                    <a:srgbClr val="E5E3DE"/>
                  </a:solidFill>
                </c14:spPr>
              </c14:invertSolidFillFmt>
            </c:ext>
            <c:ext xmlns:c16="http://schemas.microsoft.com/office/drawing/2014/chart" uri="{C3380CC4-5D6E-409C-BE32-E72D297353CC}">
              <c16:uniqueId val="{00000002-2B2B-4113-8749-336E78AAB7CC}"/>
            </c:ext>
          </c:extLst>
        </c:ser>
        <c:dLbls>
          <c:showLegendKey val="0"/>
          <c:showVal val="0"/>
          <c:showCatName val="0"/>
          <c:showSerName val="0"/>
          <c:showPercent val="0"/>
          <c:showBubbleSize val="0"/>
        </c:dLbls>
        <c:gapWidth val="0"/>
        <c:axId val="1412030464"/>
        <c:axId val="1412032000"/>
      </c:barChart>
      <c:catAx>
        <c:axId val="1412030464"/>
        <c:scaling>
          <c:orientation val="minMax"/>
        </c:scaling>
        <c:delete val="1"/>
        <c:axPos val="l"/>
        <c:numFmt formatCode="General" sourceLinked="0"/>
        <c:majorTickMark val="out"/>
        <c:minorTickMark val="none"/>
        <c:tickLblPos val="none"/>
        <c:crossAx val="1412032000"/>
        <c:crosses val="autoZero"/>
        <c:auto val="1"/>
        <c:lblAlgn val="ctr"/>
        <c:lblOffset val="100"/>
        <c:noMultiLvlLbl val="0"/>
      </c:catAx>
      <c:valAx>
        <c:axId val="1412032000"/>
        <c:scaling>
          <c:orientation val="minMax"/>
          <c:max val="10"/>
          <c:min val="0"/>
        </c:scaling>
        <c:delete val="0"/>
        <c:axPos val="b"/>
        <c:numFmt formatCode="General" sourceLinked="1"/>
        <c:majorTickMark val="out"/>
        <c:minorTickMark val="out"/>
        <c:tickLblPos val="none"/>
        <c:spPr>
          <a:ln w="6350">
            <a:solidFill>
              <a:schemeClr val="tx1"/>
            </a:solidFill>
          </a:ln>
        </c:spPr>
        <c:crossAx val="1412030464"/>
        <c:crosses val="autoZero"/>
        <c:crossBetween val="between"/>
      </c:valAx>
      <c:spPr>
        <a:solidFill>
          <a:srgbClr val="E5E3DE"/>
        </a:solidFill>
      </c:spPr>
    </c:plotArea>
    <c:plotVisOnly val="1"/>
    <c:dispBlanksAs val="gap"/>
    <c:showDLblsOverMax val="0"/>
  </c:chart>
  <c:txPr>
    <a:bodyPr/>
    <a:lstStyle/>
    <a:p>
      <a:pPr>
        <a:defRPr sz="1800"/>
      </a:pPr>
      <a:endParaRPr lang="de-DE"/>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1"/>
          <c:h val="1"/>
        </c:manualLayout>
      </c:layout>
      <c:barChart>
        <c:barDir val="bar"/>
        <c:grouping val="clustered"/>
        <c:varyColors val="0"/>
        <c:ser>
          <c:idx val="0"/>
          <c:order val="0"/>
          <c:tx>
            <c:strRef>
              <c:f>Tabelle1!$B$1</c:f>
              <c:strCache>
                <c:ptCount val="1"/>
                <c:pt idx="0">
                  <c:v>Data series 1</c:v>
                </c:pt>
              </c:strCache>
            </c:strRef>
          </c:tx>
          <c:spPr>
            <a:solidFill>
              <a:srgbClr val="08312A"/>
            </a:solidFill>
          </c:spPr>
          <c:invertIfNegative val="1"/>
          <c:dPt>
            <c:idx val="0"/>
            <c:invertIfNegative val="1"/>
            <c:bubble3D val="0"/>
            <c:spPr>
              <a:solidFill>
                <a:srgbClr val="08312A"/>
              </a:solidFill>
            </c:spPr>
            <c:extLst>
              <c:ext xmlns:c16="http://schemas.microsoft.com/office/drawing/2014/chart" uri="{C3380CC4-5D6E-409C-BE32-E72D297353CC}">
                <c16:uniqueId val="{00000001-2B2B-4113-8749-336E78AAB7CC}"/>
              </c:ext>
            </c:extLst>
          </c:dPt>
          <c:cat>
            <c:strRef>
              <c:f>Tabelle1!$A$2</c:f>
              <c:strCache>
                <c:ptCount val="1"/>
                <c:pt idx="0">
                  <c:v>Category 1</c:v>
                </c:pt>
              </c:strCache>
            </c:strRef>
          </c:cat>
          <c:val>
            <c:numRef>
              <c:f>Tabelle1!$B$2</c:f>
              <c:numCache>
                <c:formatCode>General</c:formatCode>
                <c:ptCount val="1"/>
                <c:pt idx="0">
                  <c:v>1</c:v>
                </c:pt>
              </c:numCache>
            </c:numRef>
          </c:val>
          <c:extLst>
            <c:ext xmlns:c14="http://schemas.microsoft.com/office/drawing/2007/8/2/chart" uri="{6F2FDCE9-48DA-4B69-8628-5D25D57E5C99}">
              <c14:invertSolidFillFmt>
                <c14:spPr xmlns:c14="http://schemas.microsoft.com/office/drawing/2007/8/2/chart">
                  <a:solidFill>
                    <a:srgbClr val="E5E3DE"/>
                  </a:solidFill>
                </c14:spPr>
              </c14:invertSolidFillFmt>
            </c:ext>
            <c:ext xmlns:c16="http://schemas.microsoft.com/office/drawing/2014/chart" uri="{C3380CC4-5D6E-409C-BE32-E72D297353CC}">
              <c16:uniqueId val="{00000002-2B2B-4113-8749-336E78AAB7CC}"/>
            </c:ext>
          </c:extLst>
        </c:ser>
        <c:dLbls>
          <c:showLegendKey val="0"/>
          <c:showVal val="0"/>
          <c:showCatName val="0"/>
          <c:showSerName val="0"/>
          <c:showPercent val="0"/>
          <c:showBubbleSize val="0"/>
        </c:dLbls>
        <c:gapWidth val="0"/>
        <c:axId val="1412030464"/>
        <c:axId val="1412032000"/>
      </c:barChart>
      <c:catAx>
        <c:axId val="1412030464"/>
        <c:scaling>
          <c:orientation val="minMax"/>
        </c:scaling>
        <c:delete val="1"/>
        <c:axPos val="l"/>
        <c:numFmt formatCode="General" sourceLinked="0"/>
        <c:majorTickMark val="out"/>
        <c:minorTickMark val="none"/>
        <c:tickLblPos val="none"/>
        <c:crossAx val="1412032000"/>
        <c:crosses val="autoZero"/>
        <c:auto val="1"/>
        <c:lblAlgn val="ctr"/>
        <c:lblOffset val="100"/>
        <c:noMultiLvlLbl val="0"/>
      </c:catAx>
      <c:valAx>
        <c:axId val="1412032000"/>
        <c:scaling>
          <c:orientation val="minMax"/>
          <c:max val="10"/>
          <c:min val="0"/>
        </c:scaling>
        <c:delete val="0"/>
        <c:axPos val="b"/>
        <c:numFmt formatCode="General" sourceLinked="1"/>
        <c:majorTickMark val="out"/>
        <c:minorTickMark val="out"/>
        <c:tickLblPos val="none"/>
        <c:spPr>
          <a:ln w="6350">
            <a:solidFill>
              <a:schemeClr val="tx1"/>
            </a:solidFill>
          </a:ln>
        </c:spPr>
        <c:crossAx val="1412030464"/>
        <c:crosses val="autoZero"/>
        <c:crossBetween val="between"/>
      </c:valAx>
      <c:spPr>
        <a:solidFill>
          <a:srgbClr val="E5E3DE"/>
        </a:solidFill>
      </c:spPr>
    </c:plotArea>
    <c:plotVisOnly val="1"/>
    <c:dispBlanksAs val="gap"/>
    <c:showDLblsOverMax val="0"/>
  </c:chart>
  <c:txPr>
    <a:bodyPr/>
    <a:lstStyle/>
    <a:p>
      <a:pPr>
        <a:defRPr sz="1800"/>
      </a:pPr>
      <a:endParaRPr lang="de-DE"/>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69">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alpha val="75000"/>
        </a:schemeClr>
      </a:solidFill>
    </cs:spPr>
  </cs:dataPoint>
  <cs:dataPoint3D>
    <cs:lnRef idx="0"/>
    <cs:fillRef idx="1">
      <cs:styleClr val="auto"/>
    </cs:fillRef>
    <cs:effectRef idx="0"/>
    <cs:fontRef idx="minor">
      <a:schemeClr val="tx1"/>
    </cs:fontRef>
    <cs:spPr>
      <a:solidFill>
        <a:schemeClr val="phClr">
          <a:alpha val="75000"/>
        </a:schemeClr>
      </a:solidFill>
    </cs:spPr>
  </cs:dataPoint3D>
  <cs:dataPointLine>
    <cs:lnRef idx="0">
      <cs:styleClr val="auto"/>
    </cs:lnRef>
    <cs:fillRef idx="1"/>
    <cs:effectRef idx="0"/>
    <cs:fontRef idx="minor">
      <a:schemeClr val="tx1"/>
    </cs:fontRef>
    <cs:spPr>
      <a:ln w="19050" cap="rnd">
        <a:solidFill>
          <a:schemeClr val="phClr">
            <a:alpha val="50000"/>
          </a:scheme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6208414-63E5-4F02-90C1-1083AB123697}"/>
              </a:ext>
            </a:extLst>
          </p:cNvPr>
          <p:cNvSpPr>
            <a:spLocks noGrp="1"/>
          </p:cNvSpPr>
          <p:nvPr>
            <p:ph type="ftr" sz="quarter" idx="2"/>
          </p:nvPr>
        </p:nvSpPr>
        <p:spPr>
          <a:xfrm>
            <a:off x="483022" y="8640452"/>
            <a:ext cx="5148000" cy="216000"/>
          </a:xfrm>
          <a:prstGeom prst="rect">
            <a:avLst/>
          </a:prstGeom>
        </p:spPr>
        <p:txBody>
          <a:bodyPr vert="horz" lIns="0" tIns="0" rIns="0" bIns="0" rtlCol="0" anchor="b">
            <a:noAutofit/>
          </a:bodyPr>
          <a:lstStyle>
            <a:lvl1pPr algn="l">
              <a:defRPr sz="1200"/>
            </a:lvl1pPr>
          </a:lstStyle>
          <a:p>
            <a:r>
              <a:rPr lang="en-US" sz="800" dirty="0">
                <a:solidFill>
                  <a:schemeClr val="bg2"/>
                </a:solidFill>
                <a:latin typeface="Boehringer Forward Text" panose="02000500000000020000" pitchFamily="2" charset="0"/>
              </a:rPr>
              <a:t>Presentation title    |    ONLY FOR INTERNAL USE</a:t>
            </a:r>
          </a:p>
        </p:txBody>
      </p:sp>
      <p:sp>
        <p:nvSpPr>
          <p:cNvPr id="5" name="Slide Number Placeholder 4">
            <a:extLst>
              <a:ext uri="{FF2B5EF4-FFF2-40B4-BE49-F238E27FC236}">
                <a16:creationId xmlns:a16="http://schemas.microsoft.com/office/drawing/2014/main" id="{63298000-5EC0-49A7-A832-DD2DED39A0D1}"/>
              </a:ext>
            </a:extLst>
          </p:cNvPr>
          <p:cNvSpPr>
            <a:spLocks noGrp="1"/>
          </p:cNvSpPr>
          <p:nvPr>
            <p:ph type="sldNum" sz="quarter" idx="3"/>
          </p:nvPr>
        </p:nvSpPr>
        <p:spPr>
          <a:xfrm>
            <a:off x="6026812" y="8640452"/>
            <a:ext cx="360040" cy="216000"/>
          </a:xfrm>
          <a:prstGeom prst="rect">
            <a:avLst/>
          </a:prstGeom>
        </p:spPr>
        <p:txBody>
          <a:bodyPr vert="horz" lIns="0" tIns="0" rIns="0" bIns="0" rtlCol="0" anchor="b">
            <a:noAutofit/>
          </a:bodyPr>
          <a:lstStyle>
            <a:lvl1pPr algn="r">
              <a:defRPr sz="1200"/>
            </a:lvl1pPr>
          </a:lstStyle>
          <a:p>
            <a:fld id="{D388EF01-4040-4B6C-80FD-9D313BD6F632}" type="slidenum">
              <a:rPr lang="en-US" sz="800" smtClean="0">
                <a:solidFill>
                  <a:schemeClr val="bg2"/>
                </a:solidFill>
                <a:latin typeface="Boehringer Forward Text" panose="02000500000000020000" pitchFamily="2" charset="0"/>
              </a:rPr>
              <a:pPr/>
              <a:t>‹#›</a:t>
            </a:fld>
            <a:endParaRPr lang="en-US" sz="800" dirty="0">
              <a:solidFill>
                <a:schemeClr val="bg2"/>
              </a:solidFill>
              <a:latin typeface="Boehringer Forward Text" panose="02000500000000020000" pitchFamily="2" charset="0"/>
            </a:endParaRPr>
          </a:p>
        </p:txBody>
      </p:sp>
    </p:spTree>
    <p:extLst>
      <p:ext uri="{BB962C8B-B14F-4D97-AF65-F5344CB8AC3E}">
        <p14:creationId xmlns:p14="http://schemas.microsoft.com/office/powerpoint/2010/main" val="4013944680"/>
      </p:ext>
    </p:extLst>
  </p:cSld>
  <p:clrMap bg1="lt1" tx1="dk1" bg2="lt2" tx2="dk2" accent1="accent1" accent2="accent2" accent3="accent3" accent4="accent4" accent5="accent5" accent6="accent6" hlink="hlink" folHlink="folHlink"/>
  <p:hf hdr="0" dt="0"/>
  <p:extLst>
    <p:ext uri="{56416CCD-93CA-4268-BC5B-53C4BB910035}">
      <p15:sldGuideLst xmlns:p15="http://schemas.microsoft.com/office/powerpoint/2012/main">
        <p15:guide id="1" pos="302" userDrawn="1">
          <p15:clr>
            <a:srgbClr val="F26B43"/>
          </p15:clr>
        </p15:guide>
        <p15:guide id="2" pos="402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75566" y="611560"/>
            <a:ext cx="5904000" cy="3321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479425" y="4103948"/>
            <a:ext cx="5903913" cy="3897052"/>
          </a:xfrm>
          <a:prstGeom prst="rect">
            <a:avLst/>
          </a:prstGeom>
        </p:spPr>
        <p:txBody>
          <a:bodyPr vert="horz" lIns="0" tIns="0" rIns="0" bIns="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p>
        </p:txBody>
      </p:sp>
      <p:sp>
        <p:nvSpPr>
          <p:cNvPr id="8" name="Footer Placeholder 3">
            <a:extLst>
              <a:ext uri="{FF2B5EF4-FFF2-40B4-BE49-F238E27FC236}">
                <a16:creationId xmlns:a16="http://schemas.microsoft.com/office/drawing/2014/main" id="{5B82265E-FCCE-3032-9319-779A0A3FC97F}"/>
              </a:ext>
            </a:extLst>
          </p:cNvPr>
          <p:cNvSpPr>
            <a:spLocks noGrp="1"/>
          </p:cNvSpPr>
          <p:nvPr>
            <p:ph type="ftr" sz="quarter" idx="4"/>
          </p:nvPr>
        </p:nvSpPr>
        <p:spPr>
          <a:xfrm>
            <a:off x="483022" y="8640452"/>
            <a:ext cx="5148000" cy="216000"/>
          </a:xfrm>
          <a:prstGeom prst="rect">
            <a:avLst/>
          </a:prstGeom>
        </p:spPr>
        <p:txBody>
          <a:bodyPr vert="horz" lIns="0" tIns="0" rIns="0" bIns="0" rtlCol="0" anchor="b">
            <a:noAutofit/>
          </a:bodyPr>
          <a:lstStyle>
            <a:lvl1pPr algn="l">
              <a:defRPr sz="1200">
                <a:latin typeface="Boehringer Forward Text" panose="02000500000000020000" pitchFamily="2" charset="0"/>
              </a:defRPr>
            </a:lvl1pPr>
          </a:lstStyle>
          <a:p>
            <a:r>
              <a:rPr lang="en-US" sz="800" dirty="0">
                <a:solidFill>
                  <a:schemeClr val="bg2"/>
                </a:solidFill>
              </a:rPr>
              <a:t>Presentation title    |    ONLY FOR INTERNAL USE</a:t>
            </a:r>
          </a:p>
        </p:txBody>
      </p:sp>
      <p:sp>
        <p:nvSpPr>
          <p:cNvPr id="9" name="Slide Number Placeholder 4">
            <a:extLst>
              <a:ext uri="{FF2B5EF4-FFF2-40B4-BE49-F238E27FC236}">
                <a16:creationId xmlns:a16="http://schemas.microsoft.com/office/drawing/2014/main" id="{73E0AC08-0105-C885-9273-72FE8FC54C80}"/>
              </a:ext>
            </a:extLst>
          </p:cNvPr>
          <p:cNvSpPr>
            <a:spLocks noGrp="1"/>
          </p:cNvSpPr>
          <p:nvPr>
            <p:ph type="sldNum" sz="quarter" idx="5"/>
          </p:nvPr>
        </p:nvSpPr>
        <p:spPr>
          <a:xfrm>
            <a:off x="6026812" y="8640452"/>
            <a:ext cx="360040" cy="216000"/>
          </a:xfrm>
          <a:prstGeom prst="rect">
            <a:avLst/>
          </a:prstGeom>
        </p:spPr>
        <p:txBody>
          <a:bodyPr vert="horz" lIns="0" tIns="0" rIns="0" bIns="0" rtlCol="0" anchor="b">
            <a:noAutofit/>
          </a:bodyPr>
          <a:lstStyle>
            <a:lvl1pPr algn="r">
              <a:defRPr sz="1200">
                <a:latin typeface="Boehringer Forward Text" panose="02000500000000020000" pitchFamily="2" charset="0"/>
              </a:defRPr>
            </a:lvl1pPr>
          </a:lstStyle>
          <a:p>
            <a:fld id="{D388EF01-4040-4B6C-80FD-9D313BD6F632}" type="slidenum">
              <a:rPr lang="en-US" sz="800" smtClean="0">
                <a:solidFill>
                  <a:schemeClr val="bg2"/>
                </a:solidFill>
              </a:rPr>
              <a:pPr/>
              <a:t>‹#›</a:t>
            </a:fld>
            <a:endParaRPr lang="en-US" sz="800" dirty="0">
              <a:solidFill>
                <a:schemeClr val="bg2"/>
              </a:solidFill>
            </a:endParaRPr>
          </a:p>
        </p:txBody>
      </p:sp>
    </p:spTree>
    <p:extLst>
      <p:ext uri="{BB962C8B-B14F-4D97-AF65-F5344CB8AC3E}">
        <p14:creationId xmlns:p14="http://schemas.microsoft.com/office/powerpoint/2010/main" val="122120379"/>
      </p:ext>
    </p:extLst>
  </p:cSld>
  <p:clrMap bg1="lt1" tx1="dk1" bg2="lt2" tx2="dk2" accent1="accent1" accent2="accent2" accent3="accent3" accent4="accent4" accent5="accent5" accent6="accent6" hlink="hlink" folHlink="folHlink"/>
  <p:hf hdr="0" dt="0"/>
  <p:notesStyle>
    <a:lvl1pPr marL="144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1pPr>
    <a:lvl2pPr marL="288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2pPr>
    <a:lvl3pPr marL="432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3pPr>
    <a:lvl4pPr marL="576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4pPr>
    <a:lvl5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5pPr>
    <a:lvl6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6pPr>
    <a:lvl7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7pPr>
    <a:lvl8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8pPr>
    <a:lvl9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302" userDrawn="1">
          <p15:clr>
            <a:srgbClr val="F26B43"/>
          </p15:clr>
        </p15:guide>
        <p15:guide id="3" pos="402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1</a:t>
            </a:fld>
            <a:endParaRPr lang="en-US" sz="800" dirty="0">
              <a:solidFill>
                <a:schemeClr val="bg2"/>
              </a:solidFill>
            </a:endParaRPr>
          </a:p>
        </p:txBody>
      </p:sp>
    </p:spTree>
    <p:extLst>
      <p:ext uri="{BB962C8B-B14F-4D97-AF65-F5344CB8AC3E}">
        <p14:creationId xmlns:p14="http://schemas.microsoft.com/office/powerpoint/2010/main" val="32032159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2</a:t>
            </a:fld>
            <a:endParaRPr lang="en-US" sz="800" dirty="0">
              <a:solidFill>
                <a:schemeClr val="bg2"/>
              </a:solidFill>
            </a:endParaRPr>
          </a:p>
        </p:txBody>
      </p:sp>
    </p:spTree>
    <p:extLst>
      <p:ext uri="{BB962C8B-B14F-4D97-AF65-F5344CB8AC3E}">
        <p14:creationId xmlns:p14="http://schemas.microsoft.com/office/powerpoint/2010/main" val="15576904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3</a:t>
            </a:fld>
            <a:endParaRPr lang="en-US" sz="800" dirty="0">
              <a:solidFill>
                <a:schemeClr val="bg2"/>
              </a:solidFill>
            </a:endParaRPr>
          </a:p>
        </p:txBody>
      </p:sp>
    </p:spTree>
    <p:extLst>
      <p:ext uri="{BB962C8B-B14F-4D97-AF65-F5344CB8AC3E}">
        <p14:creationId xmlns:p14="http://schemas.microsoft.com/office/powerpoint/2010/main" val="33184577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dirty="0"/>
          </a:p>
        </p:txBody>
      </p:sp>
      <p:sp>
        <p:nvSpPr>
          <p:cNvPr id="5" name="Fußzeilenplatzhalter 3">
            <a:extLst>
              <a:ext uri="{FF2B5EF4-FFF2-40B4-BE49-F238E27FC236}">
                <a16:creationId xmlns:a16="http://schemas.microsoft.com/office/drawing/2014/main" id="{59E55F30-1F20-3D71-477B-0741C6A20306}"/>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6" name="Foliennummernplatzhalter 4">
            <a:extLst>
              <a:ext uri="{FF2B5EF4-FFF2-40B4-BE49-F238E27FC236}">
                <a16:creationId xmlns:a16="http://schemas.microsoft.com/office/drawing/2014/main" id="{85AC8D2C-EFE6-ECB1-82AB-9AF9BBB18C26}"/>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4</a:t>
            </a:fld>
            <a:endParaRPr lang="en-US" sz="800" dirty="0">
              <a:solidFill>
                <a:schemeClr val="bg2"/>
              </a:solidFill>
            </a:endParaRPr>
          </a:p>
        </p:txBody>
      </p:sp>
    </p:spTree>
    <p:extLst>
      <p:ext uri="{BB962C8B-B14F-4D97-AF65-F5344CB8AC3E}">
        <p14:creationId xmlns:p14="http://schemas.microsoft.com/office/powerpoint/2010/main" val="33348046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5</a:t>
            </a:fld>
            <a:endParaRPr lang="en-US" sz="800" dirty="0">
              <a:solidFill>
                <a:schemeClr val="bg2"/>
              </a:solidFill>
            </a:endParaRPr>
          </a:p>
        </p:txBody>
      </p:sp>
    </p:spTree>
    <p:extLst>
      <p:ext uri="{BB962C8B-B14F-4D97-AF65-F5344CB8AC3E}">
        <p14:creationId xmlns:p14="http://schemas.microsoft.com/office/powerpoint/2010/main" val="36056991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6</a:t>
            </a:fld>
            <a:endParaRPr lang="en-US" sz="800" dirty="0">
              <a:solidFill>
                <a:schemeClr val="bg2"/>
              </a:solidFill>
            </a:endParaRPr>
          </a:p>
        </p:txBody>
      </p:sp>
    </p:spTree>
    <p:extLst>
      <p:ext uri="{BB962C8B-B14F-4D97-AF65-F5344CB8AC3E}">
        <p14:creationId xmlns:p14="http://schemas.microsoft.com/office/powerpoint/2010/main" val="17267761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dirty="0"/>
          </a:p>
        </p:txBody>
      </p:sp>
      <p:sp>
        <p:nvSpPr>
          <p:cNvPr id="5" name="Fußzeilenplatzhalter 3">
            <a:extLst>
              <a:ext uri="{FF2B5EF4-FFF2-40B4-BE49-F238E27FC236}">
                <a16:creationId xmlns:a16="http://schemas.microsoft.com/office/drawing/2014/main" id="{1693CBEF-46AD-392C-8A90-34E36D6AE6FA}"/>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6" name="Foliennummernplatzhalter 4">
            <a:extLst>
              <a:ext uri="{FF2B5EF4-FFF2-40B4-BE49-F238E27FC236}">
                <a16:creationId xmlns:a16="http://schemas.microsoft.com/office/drawing/2014/main" id="{FAC06AAC-FF0B-3F83-DEE8-7333CCE78913}"/>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7</a:t>
            </a:fld>
            <a:endParaRPr lang="en-US" sz="800" dirty="0">
              <a:solidFill>
                <a:schemeClr val="bg2"/>
              </a:solidFill>
            </a:endParaRPr>
          </a:p>
        </p:txBody>
      </p:sp>
    </p:spTree>
    <p:extLst>
      <p:ext uri="{BB962C8B-B14F-4D97-AF65-F5344CB8AC3E}">
        <p14:creationId xmlns:p14="http://schemas.microsoft.com/office/powerpoint/2010/main" val="20652417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lienbildplatzhalter 6">
            <a:extLst>
              <a:ext uri="{FF2B5EF4-FFF2-40B4-BE49-F238E27FC236}">
                <a16:creationId xmlns:a16="http://schemas.microsoft.com/office/drawing/2014/main" id="{9D30DC11-E462-277E-8FAA-23EBB3813AF4}"/>
              </a:ext>
            </a:extLst>
          </p:cNvPr>
          <p:cNvSpPr>
            <a:spLocks noGrp="1" noRot="1" noChangeAspect="1"/>
          </p:cNvSpPr>
          <p:nvPr>
            <p:ph type="sldImg"/>
          </p:nvPr>
        </p:nvSpPr>
        <p:spPr>
          <a:xfrm>
            <a:off x="476250" y="611188"/>
            <a:ext cx="5903913" cy="3321050"/>
          </a:xfrm>
        </p:spPr>
      </p:sp>
      <p:sp>
        <p:nvSpPr>
          <p:cNvPr id="8" name="Notizenplatzhalter 7">
            <a:extLst>
              <a:ext uri="{FF2B5EF4-FFF2-40B4-BE49-F238E27FC236}">
                <a16:creationId xmlns:a16="http://schemas.microsoft.com/office/drawing/2014/main" id="{A5149A69-06B1-D6F2-43F2-F8C1377CDF1B}"/>
              </a:ext>
            </a:extLst>
          </p:cNvPr>
          <p:cNvSpPr>
            <a:spLocks noGrp="1"/>
          </p:cNvSpPr>
          <p:nvPr>
            <p:ph type="body" idx="1"/>
          </p:nvPr>
        </p:nvSpPr>
        <p:spPr/>
        <p:txBody>
          <a:bodyPr/>
          <a:lstStyle/>
          <a:p>
            <a:endParaRPr lang="de-DE"/>
          </a:p>
        </p:txBody>
      </p:sp>
      <p:sp>
        <p:nvSpPr>
          <p:cNvPr id="9" name="Fußzeilenplatzhalter 3">
            <a:extLst>
              <a:ext uri="{FF2B5EF4-FFF2-40B4-BE49-F238E27FC236}">
                <a16:creationId xmlns:a16="http://schemas.microsoft.com/office/drawing/2014/main" id="{0FCB5869-2713-E5EF-AC9B-F673C182D45F}"/>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10" name="Foliennummernplatzhalter 4">
            <a:extLst>
              <a:ext uri="{FF2B5EF4-FFF2-40B4-BE49-F238E27FC236}">
                <a16:creationId xmlns:a16="http://schemas.microsoft.com/office/drawing/2014/main" id="{D8E4090B-BBBB-D2C6-63AB-1F0DAAFF4928}"/>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8</a:t>
            </a:fld>
            <a:endParaRPr lang="en-US" sz="800" dirty="0">
              <a:solidFill>
                <a:schemeClr val="bg2"/>
              </a:solidFill>
            </a:endParaRPr>
          </a:p>
        </p:txBody>
      </p:sp>
    </p:spTree>
    <p:extLst>
      <p:ext uri="{BB962C8B-B14F-4D97-AF65-F5344CB8AC3E}">
        <p14:creationId xmlns:p14="http://schemas.microsoft.com/office/powerpoint/2010/main" val="31951066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bildplatzhalter 3">
            <a:extLst>
              <a:ext uri="{FF2B5EF4-FFF2-40B4-BE49-F238E27FC236}">
                <a16:creationId xmlns:a16="http://schemas.microsoft.com/office/drawing/2014/main" id="{339A44E7-2B4C-C188-DFE6-20146141B4D0}"/>
              </a:ext>
            </a:extLst>
          </p:cNvPr>
          <p:cNvSpPr>
            <a:spLocks noGrp="1" noRot="1" noChangeAspect="1"/>
          </p:cNvSpPr>
          <p:nvPr>
            <p:ph type="sldImg"/>
          </p:nvPr>
        </p:nvSpPr>
        <p:spPr>
          <a:xfrm>
            <a:off x="476250" y="611188"/>
            <a:ext cx="5903913" cy="3321050"/>
          </a:xfrm>
        </p:spPr>
      </p:sp>
      <p:sp>
        <p:nvSpPr>
          <p:cNvPr id="5" name="Notizenplatzhalter 4">
            <a:extLst>
              <a:ext uri="{FF2B5EF4-FFF2-40B4-BE49-F238E27FC236}">
                <a16:creationId xmlns:a16="http://schemas.microsoft.com/office/drawing/2014/main" id="{AE81F532-FFC4-DC6D-471E-15092E28B5ED}"/>
              </a:ext>
            </a:extLst>
          </p:cNvPr>
          <p:cNvSpPr>
            <a:spLocks noGrp="1"/>
          </p:cNvSpPr>
          <p:nvPr>
            <p:ph type="body" idx="1"/>
          </p:nvPr>
        </p:nvSpPr>
        <p:spPr/>
        <p:txBody>
          <a:bodyPr/>
          <a:lstStyle/>
          <a:p>
            <a:endParaRPr lang="de-DE"/>
          </a:p>
        </p:txBody>
      </p:sp>
      <p:sp>
        <p:nvSpPr>
          <p:cNvPr id="6" name="Fußzeilenplatzhalter 3">
            <a:extLst>
              <a:ext uri="{FF2B5EF4-FFF2-40B4-BE49-F238E27FC236}">
                <a16:creationId xmlns:a16="http://schemas.microsoft.com/office/drawing/2014/main" id="{086B38DC-E847-4B72-6584-7C098C1090E8}"/>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7" name="Foliennummernplatzhalter 4">
            <a:extLst>
              <a:ext uri="{FF2B5EF4-FFF2-40B4-BE49-F238E27FC236}">
                <a16:creationId xmlns:a16="http://schemas.microsoft.com/office/drawing/2014/main" id="{2537DAE8-68EB-FD2C-66F1-CF4133FD65E8}"/>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9</a:t>
            </a:fld>
            <a:endParaRPr lang="en-US" sz="800" dirty="0">
              <a:solidFill>
                <a:schemeClr val="bg2"/>
              </a:solidFill>
            </a:endParaRPr>
          </a:p>
        </p:txBody>
      </p:sp>
    </p:spTree>
    <p:extLst>
      <p:ext uri="{BB962C8B-B14F-4D97-AF65-F5344CB8AC3E}">
        <p14:creationId xmlns:p14="http://schemas.microsoft.com/office/powerpoint/2010/main" val="24739957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10</a:t>
            </a:fld>
            <a:endParaRPr lang="en-US" sz="800" dirty="0">
              <a:solidFill>
                <a:schemeClr val="bg2"/>
              </a:solidFill>
            </a:endParaRPr>
          </a:p>
        </p:txBody>
      </p:sp>
    </p:spTree>
    <p:extLst>
      <p:ext uri="{BB962C8B-B14F-4D97-AF65-F5344CB8AC3E}">
        <p14:creationId xmlns:p14="http://schemas.microsoft.com/office/powerpoint/2010/main" val="32973199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996D5D1F-BEB0-EFA5-2F2B-688D37F24CD1}"/>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E61F20FA-15F0-EF71-6783-3EF755B2C5D8}"/>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72BDAE4E-838D-3190-486D-ED103CC787AA}"/>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4A8EC240-3789-10C8-063D-6C86938384BD}"/>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11</a:t>
            </a:fld>
            <a:endParaRPr lang="en-US" sz="800" dirty="0">
              <a:solidFill>
                <a:schemeClr val="bg2"/>
              </a:solidFill>
            </a:endParaRPr>
          </a:p>
        </p:txBody>
      </p:sp>
    </p:spTree>
    <p:extLst>
      <p:ext uri="{BB962C8B-B14F-4D97-AF65-F5344CB8AC3E}">
        <p14:creationId xmlns:p14="http://schemas.microsoft.com/office/powerpoint/2010/main" val="35162079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12</a:t>
            </a:fld>
            <a:endParaRPr lang="en-US" sz="800" dirty="0">
              <a:solidFill>
                <a:schemeClr val="bg2"/>
              </a:solidFill>
            </a:endParaRPr>
          </a:p>
        </p:txBody>
      </p:sp>
    </p:spTree>
    <p:extLst>
      <p:ext uri="{BB962C8B-B14F-4D97-AF65-F5344CB8AC3E}">
        <p14:creationId xmlns:p14="http://schemas.microsoft.com/office/powerpoint/2010/main" val="19726492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13</a:t>
            </a:fld>
            <a:endParaRPr lang="en-US" sz="800" dirty="0">
              <a:solidFill>
                <a:schemeClr val="bg2"/>
              </a:solidFill>
            </a:endParaRPr>
          </a:p>
        </p:txBody>
      </p:sp>
    </p:spTree>
    <p:extLst>
      <p:ext uri="{BB962C8B-B14F-4D97-AF65-F5344CB8AC3E}">
        <p14:creationId xmlns:p14="http://schemas.microsoft.com/office/powerpoint/2010/main" val="29292781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14</a:t>
            </a:fld>
            <a:endParaRPr lang="en-US" sz="800" dirty="0">
              <a:solidFill>
                <a:schemeClr val="bg2"/>
              </a:solidFill>
            </a:endParaRPr>
          </a:p>
        </p:txBody>
      </p:sp>
    </p:spTree>
    <p:extLst>
      <p:ext uri="{BB962C8B-B14F-4D97-AF65-F5344CB8AC3E}">
        <p14:creationId xmlns:p14="http://schemas.microsoft.com/office/powerpoint/2010/main" val="33261357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291CBF35-CBF6-6D10-505B-F3CAD00AE457}"/>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7259261C-2DC2-213B-516F-BBF0758F52EF}"/>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4E747DB8-BB66-E661-27C9-9FF37AE80615}"/>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5E1D64C4-EFFF-903D-963C-40FB4D7E092A}"/>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15</a:t>
            </a:fld>
            <a:endParaRPr lang="en-US" sz="800" dirty="0">
              <a:solidFill>
                <a:schemeClr val="bg2"/>
              </a:solidFill>
            </a:endParaRPr>
          </a:p>
        </p:txBody>
      </p:sp>
    </p:spTree>
    <p:extLst>
      <p:ext uri="{BB962C8B-B14F-4D97-AF65-F5344CB8AC3E}">
        <p14:creationId xmlns:p14="http://schemas.microsoft.com/office/powerpoint/2010/main" val="23997094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8398FF1A-5FA6-0656-C4B5-8D637ADA7BBA}"/>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A90D7F26-540A-9A70-50FF-24F9278DAB78}"/>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72A709A5-78CD-5FF7-5729-9BF07AD19530}"/>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F7F8DBC5-A367-19F7-A3AC-108F34E7365F}"/>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16</a:t>
            </a:fld>
            <a:endParaRPr lang="en-US" sz="800" dirty="0">
              <a:solidFill>
                <a:schemeClr val="bg2"/>
              </a:solidFill>
            </a:endParaRPr>
          </a:p>
        </p:txBody>
      </p:sp>
    </p:spTree>
    <p:extLst>
      <p:ext uri="{BB962C8B-B14F-4D97-AF65-F5344CB8AC3E}">
        <p14:creationId xmlns:p14="http://schemas.microsoft.com/office/powerpoint/2010/main" val="38436265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D04579F7-110C-0758-3549-F933803F349A}"/>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4B558EF2-6597-FA9E-F264-54EA2DF8A990}"/>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C2F87C96-561D-3FCA-4D65-8823C378311D}"/>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26901AE3-2DFD-7B42-719A-46E20249F875}"/>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17</a:t>
            </a:fld>
            <a:endParaRPr lang="en-US" sz="800" dirty="0">
              <a:solidFill>
                <a:schemeClr val="bg2"/>
              </a:solidFill>
            </a:endParaRPr>
          </a:p>
        </p:txBody>
      </p:sp>
    </p:spTree>
    <p:extLst>
      <p:ext uri="{BB962C8B-B14F-4D97-AF65-F5344CB8AC3E}">
        <p14:creationId xmlns:p14="http://schemas.microsoft.com/office/powerpoint/2010/main" val="14929220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18</a:t>
            </a:fld>
            <a:endParaRPr lang="en-US" sz="800" dirty="0">
              <a:solidFill>
                <a:schemeClr val="bg2"/>
              </a:solidFill>
            </a:endParaRPr>
          </a:p>
        </p:txBody>
      </p:sp>
    </p:spTree>
    <p:extLst>
      <p:ext uri="{BB962C8B-B14F-4D97-AF65-F5344CB8AC3E}">
        <p14:creationId xmlns:p14="http://schemas.microsoft.com/office/powerpoint/2010/main" val="1763189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19</a:t>
            </a:fld>
            <a:endParaRPr lang="en-US" sz="800" dirty="0">
              <a:solidFill>
                <a:schemeClr val="bg2"/>
              </a:solidFill>
            </a:endParaRPr>
          </a:p>
        </p:txBody>
      </p:sp>
    </p:spTree>
    <p:extLst>
      <p:ext uri="{BB962C8B-B14F-4D97-AF65-F5344CB8AC3E}">
        <p14:creationId xmlns:p14="http://schemas.microsoft.com/office/powerpoint/2010/main" val="13827666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dirty="0"/>
          </a:p>
        </p:txBody>
      </p:sp>
      <p:sp>
        <p:nvSpPr>
          <p:cNvPr id="5" name="Fußzeilenplatzhalter 3">
            <a:extLst>
              <a:ext uri="{FF2B5EF4-FFF2-40B4-BE49-F238E27FC236}">
                <a16:creationId xmlns:a16="http://schemas.microsoft.com/office/drawing/2014/main" id="{2E1388B1-AB30-B922-4F3A-42AB7F3190F3}"/>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6" name="Foliennummernplatzhalter 4">
            <a:extLst>
              <a:ext uri="{FF2B5EF4-FFF2-40B4-BE49-F238E27FC236}">
                <a16:creationId xmlns:a16="http://schemas.microsoft.com/office/drawing/2014/main" id="{36301BC0-C7D5-FC5C-AD35-8C6C4AA2D8B9}"/>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20</a:t>
            </a:fld>
            <a:endParaRPr lang="en-US" sz="800" dirty="0">
              <a:solidFill>
                <a:schemeClr val="bg2"/>
              </a:solidFill>
            </a:endParaRPr>
          </a:p>
        </p:txBody>
      </p:sp>
    </p:spTree>
    <p:extLst>
      <p:ext uri="{BB962C8B-B14F-4D97-AF65-F5344CB8AC3E}">
        <p14:creationId xmlns:p14="http://schemas.microsoft.com/office/powerpoint/2010/main" val="35721833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2FF59DCF-BCA0-A59D-BD44-4ADA6C14B889}"/>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82050035-E085-DAF9-C4A8-517CFF94FB94}"/>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EE8A9850-08B4-71A7-DC77-2FEF4DBAAB91}"/>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21444ABA-4B54-7D42-B1E0-201B207539E9}"/>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21</a:t>
            </a:fld>
            <a:endParaRPr lang="en-US" sz="800" dirty="0">
              <a:solidFill>
                <a:schemeClr val="bg2"/>
              </a:solidFill>
            </a:endParaRPr>
          </a:p>
        </p:txBody>
      </p:sp>
    </p:spTree>
    <p:extLst>
      <p:ext uri="{BB962C8B-B14F-4D97-AF65-F5344CB8AC3E}">
        <p14:creationId xmlns:p14="http://schemas.microsoft.com/office/powerpoint/2010/main" val="36453219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81EEE7EB-C874-2613-BF66-F28A612DC913}"/>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BCCA349A-C13C-0A2D-AA0F-D5A8AB6D224A}"/>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396FAE53-E16B-8239-3C52-0F86268D88D9}"/>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7655AD3A-28AD-05EC-D057-59A7118B7724}"/>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22</a:t>
            </a:fld>
            <a:endParaRPr lang="en-US" sz="800" dirty="0">
              <a:solidFill>
                <a:schemeClr val="bg2"/>
              </a:solidFill>
            </a:endParaRPr>
          </a:p>
        </p:txBody>
      </p:sp>
    </p:spTree>
    <p:extLst>
      <p:ext uri="{BB962C8B-B14F-4D97-AF65-F5344CB8AC3E}">
        <p14:creationId xmlns:p14="http://schemas.microsoft.com/office/powerpoint/2010/main" val="1086587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E8A97930-C255-9226-0D14-4F129B8C3EC1}"/>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74540ECC-B188-0E04-8D30-F921861DEF1F}"/>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D8589F0A-7FDD-E7A9-0F46-36372B1E9F21}"/>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B527C118-BEC0-EC80-8D3D-CCDFD03EF988}"/>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23</a:t>
            </a:fld>
            <a:endParaRPr lang="en-US" sz="800" dirty="0">
              <a:solidFill>
                <a:schemeClr val="bg2"/>
              </a:solidFill>
            </a:endParaRPr>
          </a:p>
        </p:txBody>
      </p:sp>
    </p:spTree>
    <p:extLst>
      <p:ext uri="{BB962C8B-B14F-4D97-AF65-F5344CB8AC3E}">
        <p14:creationId xmlns:p14="http://schemas.microsoft.com/office/powerpoint/2010/main" val="17039516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24</a:t>
            </a:fld>
            <a:endParaRPr lang="en-US" sz="800" dirty="0">
              <a:solidFill>
                <a:schemeClr val="bg2"/>
              </a:solidFill>
            </a:endParaRPr>
          </a:p>
        </p:txBody>
      </p:sp>
    </p:spTree>
    <p:extLst>
      <p:ext uri="{BB962C8B-B14F-4D97-AF65-F5344CB8AC3E}">
        <p14:creationId xmlns:p14="http://schemas.microsoft.com/office/powerpoint/2010/main" val="39322696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25</a:t>
            </a:fld>
            <a:endParaRPr lang="en-US" sz="800" dirty="0">
              <a:solidFill>
                <a:schemeClr val="bg2"/>
              </a:solidFill>
            </a:endParaRPr>
          </a:p>
        </p:txBody>
      </p:sp>
    </p:spTree>
    <p:extLst>
      <p:ext uri="{BB962C8B-B14F-4D97-AF65-F5344CB8AC3E}">
        <p14:creationId xmlns:p14="http://schemas.microsoft.com/office/powerpoint/2010/main" val="10419040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EFDF7126-40FC-3382-A433-5A0A50182928}"/>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90D741B3-14A0-4EAF-6448-71738688C73F}"/>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117854A3-5F45-AE21-D74A-8AC2623C9326}"/>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4348706E-A545-A2AE-2F45-418AE8509283}"/>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26</a:t>
            </a:fld>
            <a:endParaRPr lang="en-US" sz="800" dirty="0">
              <a:solidFill>
                <a:schemeClr val="bg2"/>
              </a:solidFill>
            </a:endParaRPr>
          </a:p>
        </p:txBody>
      </p:sp>
    </p:spTree>
    <p:extLst>
      <p:ext uri="{BB962C8B-B14F-4D97-AF65-F5344CB8AC3E}">
        <p14:creationId xmlns:p14="http://schemas.microsoft.com/office/powerpoint/2010/main" val="42222761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C2E999CB-CCB2-DEC5-984D-7B984AA2F268}"/>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7D35F635-842B-631A-7625-676CD03D47C8}"/>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74F10E71-F501-BD42-7C4F-6AE0E35E0A63}"/>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0A9C0A07-5DCB-F381-7126-0BAC2840EF20}"/>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27</a:t>
            </a:fld>
            <a:endParaRPr lang="en-US" sz="800" dirty="0">
              <a:solidFill>
                <a:schemeClr val="bg2"/>
              </a:solidFill>
            </a:endParaRPr>
          </a:p>
        </p:txBody>
      </p:sp>
    </p:spTree>
    <p:extLst>
      <p:ext uri="{BB962C8B-B14F-4D97-AF65-F5344CB8AC3E}">
        <p14:creationId xmlns:p14="http://schemas.microsoft.com/office/powerpoint/2010/main" val="27609845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dirty="0"/>
          </a:p>
        </p:txBody>
      </p:sp>
      <p:sp>
        <p:nvSpPr>
          <p:cNvPr id="5" name="Fußzeilenplatzhalter 3">
            <a:extLst>
              <a:ext uri="{FF2B5EF4-FFF2-40B4-BE49-F238E27FC236}">
                <a16:creationId xmlns:a16="http://schemas.microsoft.com/office/drawing/2014/main" id="{5D387C1D-3449-8ECA-9ADB-8C25E6CABE0B}"/>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6" name="Foliennummernplatzhalter 4">
            <a:extLst>
              <a:ext uri="{FF2B5EF4-FFF2-40B4-BE49-F238E27FC236}">
                <a16:creationId xmlns:a16="http://schemas.microsoft.com/office/drawing/2014/main" id="{EE56376D-A60E-48E9-ED4A-5394DBA8B4A7}"/>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28</a:t>
            </a:fld>
            <a:endParaRPr lang="en-US" sz="800" dirty="0">
              <a:solidFill>
                <a:schemeClr val="bg2"/>
              </a:solidFill>
            </a:endParaRPr>
          </a:p>
        </p:txBody>
      </p:sp>
    </p:spTree>
    <p:extLst>
      <p:ext uri="{BB962C8B-B14F-4D97-AF65-F5344CB8AC3E}">
        <p14:creationId xmlns:p14="http://schemas.microsoft.com/office/powerpoint/2010/main" val="6643948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01853D5B-F17D-838C-4DF0-16F3901245D8}"/>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D331D499-F707-C6C7-6935-EC73A068317D}"/>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C26B6035-B32F-620E-080B-0A8E4FFC29C6}"/>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CD34DA0D-1F35-9294-701F-C618E7D31E19}"/>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29</a:t>
            </a:fld>
            <a:endParaRPr lang="en-US" sz="800" dirty="0">
              <a:solidFill>
                <a:schemeClr val="bg2"/>
              </a:solidFill>
            </a:endParaRPr>
          </a:p>
        </p:txBody>
      </p:sp>
    </p:spTree>
    <p:extLst>
      <p:ext uri="{BB962C8B-B14F-4D97-AF65-F5344CB8AC3E}">
        <p14:creationId xmlns:p14="http://schemas.microsoft.com/office/powerpoint/2010/main" val="1007290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FAB7ED62-EB99-6274-EF66-46B815AC5A42}"/>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C8E115B4-C34C-8D66-E3A2-08CD279DB911}"/>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4149E99B-54D8-3B34-FE4E-92A9F113FE95}"/>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CA0EB40C-79B7-FD18-5E0A-4F55A9EFFDE4}"/>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30</a:t>
            </a:fld>
            <a:endParaRPr lang="en-US" sz="800" dirty="0">
              <a:solidFill>
                <a:schemeClr val="bg2"/>
              </a:solidFill>
            </a:endParaRPr>
          </a:p>
        </p:txBody>
      </p:sp>
    </p:spTree>
    <p:extLst>
      <p:ext uri="{BB962C8B-B14F-4D97-AF65-F5344CB8AC3E}">
        <p14:creationId xmlns:p14="http://schemas.microsoft.com/office/powerpoint/2010/main" val="5843300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BF9F022B-462B-A5D3-903C-7BEBC3D9D1D7}"/>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7B32CFE4-F0DA-086D-94EA-5A07EE87235C}"/>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A3D168E2-3FA9-389A-73CA-394D7CCC54ED}"/>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F5B2B8E8-7205-0F17-8ADA-052E2239A20D}"/>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31</a:t>
            </a:fld>
            <a:endParaRPr lang="en-US" sz="800" dirty="0">
              <a:solidFill>
                <a:schemeClr val="bg2"/>
              </a:solidFill>
            </a:endParaRPr>
          </a:p>
        </p:txBody>
      </p:sp>
    </p:spTree>
    <p:extLst>
      <p:ext uri="{BB962C8B-B14F-4D97-AF65-F5344CB8AC3E}">
        <p14:creationId xmlns:p14="http://schemas.microsoft.com/office/powerpoint/2010/main" val="42499120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939687BD-27BB-70CC-CC04-D66425D09D8B}"/>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9A9A0217-C82B-8E4D-C9F3-94EE6B091ADA}"/>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23BDE05E-27C6-AF19-4CB3-1DDA92F544FF}"/>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1F69AEFF-0C59-D209-41FF-EE65B57814B9}"/>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32</a:t>
            </a:fld>
            <a:endParaRPr lang="en-US" sz="800" dirty="0">
              <a:solidFill>
                <a:schemeClr val="bg2"/>
              </a:solidFill>
            </a:endParaRPr>
          </a:p>
        </p:txBody>
      </p:sp>
    </p:spTree>
    <p:extLst>
      <p:ext uri="{BB962C8B-B14F-4D97-AF65-F5344CB8AC3E}">
        <p14:creationId xmlns:p14="http://schemas.microsoft.com/office/powerpoint/2010/main" val="25223441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lienbildplatzhalter 7">
            <a:extLst>
              <a:ext uri="{FF2B5EF4-FFF2-40B4-BE49-F238E27FC236}">
                <a16:creationId xmlns:a16="http://schemas.microsoft.com/office/drawing/2014/main" id="{0A170C84-753B-81CB-8DDD-1204CC2E3CA4}"/>
              </a:ext>
            </a:extLst>
          </p:cNvPr>
          <p:cNvSpPr>
            <a:spLocks noGrp="1" noRot="1" noChangeAspect="1"/>
          </p:cNvSpPr>
          <p:nvPr>
            <p:ph type="sldImg"/>
          </p:nvPr>
        </p:nvSpPr>
        <p:spPr>
          <a:xfrm>
            <a:off x="476250" y="611188"/>
            <a:ext cx="5903913" cy="3321050"/>
          </a:xfrm>
        </p:spPr>
      </p:sp>
      <p:sp>
        <p:nvSpPr>
          <p:cNvPr id="9" name="Notizenplatzhalter 8">
            <a:extLst>
              <a:ext uri="{FF2B5EF4-FFF2-40B4-BE49-F238E27FC236}">
                <a16:creationId xmlns:a16="http://schemas.microsoft.com/office/drawing/2014/main" id="{EB4D2781-E13E-0DCC-7038-6B812F545B65}"/>
              </a:ext>
            </a:extLst>
          </p:cNvPr>
          <p:cNvSpPr>
            <a:spLocks noGrp="1"/>
          </p:cNvSpPr>
          <p:nvPr>
            <p:ph type="body" idx="1"/>
          </p:nvPr>
        </p:nvSpPr>
        <p:spPr/>
        <p:txBody>
          <a:bodyPr/>
          <a:lstStyle/>
          <a:p>
            <a:endParaRPr lang="de-DE"/>
          </a:p>
        </p:txBody>
      </p:sp>
      <p:sp>
        <p:nvSpPr>
          <p:cNvPr id="10" name="Fußzeilenplatzhalter 3">
            <a:extLst>
              <a:ext uri="{FF2B5EF4-FFF2-40B4-BE49-F238E27FC236}">
                <a16:creationId xmlns:a16="http://schemas.microsoft.com/office/drawing/2014/main" id="{57AE878D-435D-F3A9-D89F-39286A926447}"/>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11" name="Foliennummernplatzhalter 4">
            <a:extLst>
              <a:ext uri="{FF2B5EF4-FFF2-40B4-BE49-F238E27FC236}">
                <a16:creationId xmlns:a16="http://schemas.microsoft.com/office/drawing/2014/main" id="{EE382688-A6FF-072F-C5DE-27FE3C576877}"/>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33</a:t>
            </a:fld>
            <a:endParaRPr lang="en-US" sz="800" dirty="0">
              <a:solidFill>
                <a:schemeClr val="bg2"/>
              </a:solidFill>
            </a:endParaRPr>
          </a:p>
        </p:txBody>
      </p:sp>
    </p:spTree>
    <p:extLst>
      <p:ext uri="{BB962C8B-B14F-4D97-AF65-F5344CB8AC3E}">
        <p14:creationId xmlns:p14="http://schemas.microsoft.com/office/powerpoint/2010/main" val="25857870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F7A86A77-278A-74ED-1F30-C1876F9DA5EF}"/>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B757FDAB-21B9-D312-F808-5C4FECE06B73}"/>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E03D7928-5A35-FB08-FDB8-39F872811F81}"/>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88BAAC49-8183-5EEC-125B-66F636E83AE6}"/>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34</a:t>
            </a:fld>
            <a:endParaRPr lang="en-US" sz="800" dirty="0">
              <a:solidFill>
                <a:schemeClr val="bg2"/>
              </a:solidFill>
            </a:endParaRPr>
          </a:p>
        </p:txBody>
      </p:sp>
    </p:spTree>
    <p:extLst>
      <p:ext uri="{BB962C8B-B14F-4D97-AF65-F5344CB8AC3E}">
        <p14:creationId xmlns:p14="http://schemas.microsoft.com/office/powerpoint/2010/main" val="7549270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35</a:t>
            </a:fld>
            <a:endParaRPr lang="en-US" sz="800" dirty="0">
              <a:solidFill>
                <a:schemeClr val="bg2"/>
              </a:solidFill>
            </a:endParaRPr>
          </a:p>
        </p:txBody>
      </p:sp>
    </p:spTree>
    <p:extLst>
      <p:ext uri="{BB962C8B-B14F-4D97-AF65-F5344CB8AC3E}">
        <p14:creationId xmlns:p14="http://schemas.microsoft.com/office/powerpoint/2010/main" val="28563678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5ED6EA20-0592-4E84-0472-6BDC55CE10A3}"/>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4B2AD83C-C9D5-B668-D529-81AD2362BC06}"/>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7154A2AF-2595-D6EB-A639-FB8675481701}"/>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8D967397-63DB-6869-7D43-041C7F5A7D6C}"/>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36</a:t>
            </a:fld>
            <a:endParaRPr lang="en-US" sz="800" dirty="0">
              <a:solidFill>
                <a:schemeClr val="bg2"/>
              </a:solidFill>
            </a:endParaRPr>
          </a:p>
        </p:txBody>
      </p:sp>
    </p:spTree>
    <p:extLst>
      <p:ext uri="{BB962C8B-B14F-4D97-AF65-F5344CB8AC3E}">
        <p14:creationId xmlns:p14="http://schemas.microsoft.com/office/powerpoint/2010/main" val="171659018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F70CAB69-F263-7A3C-EC60-B26577FF37B8}"/>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5B854A74-F5C9-BDA7-7AE8-99DCE9FAAED5}"/>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48EA5C1A-A398-A0C1-562B-89731EE94B0D}"/>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7ADB93A6-B51B-225A-27F4-8E037DC8E81A}"/>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37</a:t>
            </a:fld>
            <a:endParaRPr lang="en-US" sz="800" dirty="0">
              <a:solidFill>
                <a:schemeClr val="bg2"/>
              </a:solidFill>
            </a:endParaRPr>
          </a:p>
        </p:txBody>
      </p:sp>
    </p:spTree>
    <p:extLst>
      <p:ext uri="{BB962C8B-B14F-4D97-AF65-F5344CB8AC3E}">
        <p14:creationId xmlns:p14="http://schemas.microsoft.com/office/powerpoint/2010/main" val="22920404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1AB87389-1ECA-4F71-B837-92FF747F7610}"/>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D5B1616F-ED3E-4876-8BBB-CBB0090E69C4}"/>
              </a:ext>
            </a:extLst>
          </p:cNvPr>
          <p:cNvSpPr>
            <a:spLocks noGrp="1"/>
          </p:cNvSpPr>
          <p:nvPr>
            <p:ph type="body" idx="1"/>
          </p:nvPr>
        </p:nvSpPr>
        <p:spPr/>
        <p:txBody>
          <a:bodyPr/>
          <a:lstStyle/>
          <a:p>
            <a:endParaRPr lang="de-DE"/>
          </a:p>
        </p:txBody>
      </p:sp>
      <p:sp>
        <p:nvSpPr>
          <p:cNvPr id="10" name="Fußzeilenplatzhalter 3">
            <a:extLst>
              <a:ext uri="{FF2B5EF4-FFF2-40B4-BE49-F238E27FC236}">
                <a16:creationId xmlns:a16="http://schemas.microsoft.com/office/drawing/2014/main" id="{B1E7D566-1764-0E2B-0748-C71F4CABAF54}"/>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11" name="Foliennummernplatzhalter 4">
            <a:extLst>
              <a:ext uri="{FF2B5EF4-FFF2-40B4-BE49-F238E27FC236}">
                <a16:creationId xmlns:a16="http://schemas.microsoft.com/office/drawing/2014/main" id="{9B987433-E202-99C3-EDE9-FBEBB6CA5A8E}"/>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38</a:t>
            </a:fld>
            <a:endParaRPr lang="en-US" sz="800" dirty="0">
              <a:solidFill>
                <a:schemeClr val="bg2"/>
              </a:solidFill>
            </a:endParaRPr>
          </a:p>
        </p:txBody>
      </p:sp>
    </p:spTree>
    <p:extLst>
      <p:ext uri="{BB962C8B-B14F-4D97-AF65-F5344CB8AC3E}">
        <p14:creationId xmlns:p14="http://schemas.microsoft.com/office/powerpoint/2010/main" val="30597341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894BC1C8-1704-9D12-5ADD-531E00C99794}"/>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9278515C-4456-4D08-C572-4F46A39420B4}"/>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79F5F644-71F2-97DA-ECA3-E3C121D35A17}"/>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B5F203A9-8D71-9268-84C6-5A278420F444}"/>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39</a:t>
            </a:fld>
            <a:endParaRPr lang="en-US" sz="800" dirty="0">
              <a:solidFill>
                <a:schemeClr val="bg2"/>
              </a:solidFill>
            </a:endParaRPr>
          </a:p>
        </p:txBody>
      </p:sp>
    </p:spTree>
    <p:extLst>
      <p:ext uri="{BB962C8B-B14F-4D97-AF65-F5344CB8AC3E}">
        <p14:creationId xmlns:p14="http://schemas.microsoft.com/office/powerpoint/2010/main" val="34253982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DC73E37B-70DD-EDD6-B22B-9504016EA765}"/>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137A9837-5516-43B6-E3EA-D02A41EB3D21}"/>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E5D485A5-70EF-FF42-A6E6-5B8E731D9B30}"/>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25836A8D-FFA3-EAA5-4BFC-873C8915EC81}"/>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40</a:t>
            </a:fld>
            <a:endParaRPr lang="en-US" sz="800" dirty="0">
              <a:solidFill>
                <a:schemeClr val="bg2"/>
              </a:solidFill>
            </a:endParaRPr>
          </a:p>
        </p:txBody>
      </p:sp>
    </p:spTree>
    <p:extLst>
      <p:ext uri="{BB962C8B-B14F-4D97-AF65-F5344CB8AC3E}">
        <p14:creationId xmlns:p14="http://schemas.microsoft.com/office/powerpoint/2010/main" val="23397642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A8990999-E02B-754F-61C3-31D8AC202719}"/>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FA1569CF-454F-C48E-424C-97B2DA36A6A0}"/>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549243FA-2AC6-13D8-C371-A33884DB7E4C}"/>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37CE91B9-8582-BDAF-1278-EE43EC0CCE59}"/>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41</a:t>
            </a:fld>
            <a:endParaRPr lang="en-US" sz="800" dirty="0">
              <a:solidFill>
                <a:schemeClr val="bg2"/>
              </a:solidFill>
            </a:endParaRPr>
          </a:p>
        </p:txBody>
      </p:sp>
    </p:spTree>
    <p:extLst>
      <p:ext uri="{BB962C8B-B14F-4D97-AF65-F5344CB8AC3E}">
        <p14:creationId xmlns:p14="http://schemas.microsoft.com/office/powerpoint/2010/main" val="21039490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433BBFC5-683F-4874-E9FA-59F26B71B847}"/>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1B68D460-3EBF-8CDA-FAFB-6DE0E7DB7915}"/>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C47D406D-1ED7-5560-1CCD-47549A4BCFB1}"/>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02F3FED2-07F5-E80A-FCF9-38CB930A02E4}"/>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42</a:t>
            </a:fld>
            <a:endParaRPr lang="en-US" sz="800" dirty="0">
              <a:solidFill>
                <a:schemeClr val="bg2"/>
              </a:solidFill>
            </a:endParaRPr>
          </a:p>
        </p:txBody>
      </p:sp>
    </p:spTree>
    <p:extLst>
      <p:ext uri="{BB962C8B-B14F-4D97-AF65-F5344CB8AC3E}">
        <p14:creationId xmlns:p14="http://schemas.microsoft.com/office/powerpoint/2010/main" val="35162079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B0F846DA-08C0-FDE3-A84B-D2DCA4353172}"/>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35D05B25-722E-DAF2-AC25-661828494D4E}"/>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8F540CDD-84F8-17BB-A203-F5888B4BFF14}"/>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00B24787-55D8-FBFC-D0EA-7A7E3AC5A18A}"/>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43</a:t>
            </a:fld>
            <a:endParaRPr lang="en-US" sz="800" dirty="0">
              <a:solidFill>
                <a:schemeClr val="bg2"/>
              </a:solidFill>
            </a:endParaRPr>
          </a:p>
        </p:txBody>
      </p:sp>
    </p:spTree>
    <p:extLst>
      <p:ext uri="{BB962C8B-B14F-4D97-AF65-F5344CB8AC3E}">
        <p14:creationId xmlns:p14="http://schemas.microsoft.com/office/powerpoint/2010/main" val="351620797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44</a:t>
            </a:fld>
            <a:endParaRPr lang="en-US" sz="800" dirty="0">
              <a:solidFill>
                <a:schemeClr val="bg2"/>
              </a:solidFill>
            </a:endParaRPr>
          </a:p>
        </p:txBody>
      </p:sp>
      <p:sp>
        <p:nvSpPr>
          <p:cNvPr id="6" name="Fußzeilenplatzhalter 3">
            <a:extLst>
              <a:ext uri="{FF2B5EF4-FFF2-40B4-BE49-F238E27FC236}">
                <a16:creationId xmlns:a16="http://schemas.microsoft.com/office/drawing/2014/main" id="{9020F233-B219-6672-6616-BBD3EA63D89F}"/>
              </a:ext>
            </a:extLst>
          </p:cNvPr>
          <p:cNvSpPr>
            <a:spLocks noGrp="1"/>
          </p:cNvSpPr>
          <p:nvPr>
            <p:ph type="ftr" sz="quarter" idx="4"/>
          </p:nvPr>
        </p:nvSpPr>
        <p:spPr>
          <a:xfrm>
            <a:off x="635422" y="87928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7" name="Foliennummernplatzhalter 4">
            <a:extLst>
              <a:ext uri="{FF2B5EF4-FFF2-40B4-BE49-F238E27FC236}">
                <a16:creationId xmlns:a16="http://schemas.microsoft.com/office/drawing/2014/main" id="{5FB6D13A-C040-3D64-6F27-A3AB2AD1C51F}"/>
              </a:ext>
            </a:extLst>
          </p:cNvPr>
          <p:cNvSpPr txBox="1">
            <a:spLocks/>
          </p:cNvSpPr>
          <p:nvPr/>
        </p:nvSpPr>
        <p:spPr>
          <a:xfrm>
            <a:off x="6179212" y="8792852"/>
            <a:ext cx="360040" cy="216000"/>
          </a:xfrm>
          <a:prstGeom prst="rect">
            <a:avLst/>
          </a:prstGeom>
        </p:spPr>
        <p:txBody>
          <a:bodyPr vert="horz" lIns="0" tIns="0" rIns="0" bIns="0" rtlCol="0" anchor="b">
            <a:noAutofit/>
          </a:bodyPr>
          <a:lstStyle>
            <a:defPPr>
              <a:defRPr lang="en-US"/>
            </a:defPPr>
            <a:lvl1pPr marL="0" algn="r" defTabSz="914400" rtl="0" eaLnBrk="1" latinLnBrk="0" hangingPunct="1">
              <a:defRPr sz="1200" kern="1200">
                <a:solidFill>
                  <a:schemeClr val="tx1"/>
                </a:solidFill>
                <a:latin typeface="Boehringer Forward Text" panose="0200050000000002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388EF01-4040-4B6C-80FD-9D313BD6F632}" type="slidenum">
              <a:rPr lang="en-US" sz="800" smtClean="0">
                <a:solidFill>
                  <a:schemeClr val="bg2"/>
                </a:solidFill>
              </a:rPr>
              <a:pPr/>
              <a:t>44</a:t>
            </a:fld>
            <a:endParaRPr lang="en-US" sz="800" dirty="0">
              <a:solidFill>
                <a:schemeClr val="bg2"/>
              </a:solidFill>
            </a:endParaRPr>
          </a:p>
        </p:txBody>
      </p:sp>
    </p:spTree>
    <p:extLst>
      <p:ext uri="{BB962C8B-B14F-4D97-AF65-F5344CB8AC3E}">
        <p14:creationId xmlns:p14="http://schemas.microsoft.com/office/powerpoint/2010/main" val="121439756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45</a:t>
            </a:fld>
            <a:endParaRPr lang="en-US" sz="800" dirty="0">
              <a:solidFill>
                <a:schemeClr val="bg2"/>
              </a:solidFill>
            </a:endParaRPr>
          </a:p>
        </p:txBody>
      </p:sp>
    </p:spTree>
    <p:extLst>
      <p:ext uri="{BB962C8B-B14F-4D97-AF65-F5344CB8AC3E}">
        <p14:creationId xmlns:p14="http://schemas.microsoft.com/office/powerpoint/2010/main" val="128675257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46</a:t>
            </a:fld>
            <a:endParaRPr lang="en-US" sz="800" dirty="0">
              <a:solidFill>
                <a:schemeClr val="bg2"/>
              </a:solidFill>
            </a:endParaRPr>
          </a:p>
        </p:txBody>
      </p:sp>
    </p:spTree>
    <p:extLst>
      <p:ext uri="{BB962C8B-B14F-4D97-AF65-F5344CB8AC3E}">
        <p14:creationId xmlns:p14="http://schemas.microsoft.com/office/powerpoint/2010/main" val="384718213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47</a:t>
            </a:fld>
            <a:endParaRPr lang="en-US" sz="800" dirty="0">
              <a:solidFill>
                <a:schemeClr val="bg2"/>
              </a:solidFill>
            </a:endParaRPr>
          </a:p>
        </p:txBody>
      </p:sp>
    </p:spTree>
    <p:extLst>
      <p:ext uri="{BB962C8B-B14F-4D97-AF65-F5344CB8AC3E}">
        <p14:creationId xmlns:p14="http://schemas.microsoft.com/office/powerpoint/2010/main" val="385934302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48</a:t>
            </a:fld>
            <a:endParaRPr lang="en-US" sz="800" dirty="0">
              <a:solidFill>
                <a:schemeClr val="bg2"/>
              </a:solidFill>
            </a:endParaRPr>
          </a:p>
        </p:txBody>
      </p:sp>
    </p:spTree>
    <p:extLst>
      <p:ext uri="{BB962C8B-B14F-4D97-AF65-F5344CB8AC3E}">
        <p14:creationId xmlns:p14="http://schemas.microsoft.com/office/powerpoint/2010/main" val="288566576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49</a:t>
            </a:fld>
            <a:endParaRPr lang="en-US" sz="800" dirty="0">
              <a:solidFill>
                <a:schemeClr val="bg2"/>
              </a:solidFill>
            </a:endParaRPr>
          </a:p>
        </p:txBody>
      </p:sp>
    </p:spTree>
    <p:extLst>
      <p:ext uri="{BB962C8B-B14F-4D97-AF65-F5344CB8AC3E}">
        <p14:creationId xmlns:p14="http://schemas.microsoft.com/office/powerpoint/2010/main" val="40296478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50</a:t>
            </a:fld>
            <a:endParaRPr lang="en-US" sz="800" dirty="0">
              <a:solidFill>
                <a:schemeClr val="bg2"/>
              </a:solidFill>
            </a:endParaRPr>
          </a:p>
        </p:txBody>
      </p:sp>
    </p:spTree>
    <p:extLst>
      <p:ext uri="{BB962C8B-B14F-4D97-AF65-F5344CB8AC3E}">
        <p14:creationId xmlns:p14="http://schemas.microsoft.com/office/powerpoint/2010/main" val="23392507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dirty="0"/>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dirty="0"/>
              <a:t>Subtitle of the presentation</a:t>
            </a:r>
          </a:p>
          <a:p>
            <a:pPr lvl="1"/>
            <a:r>
              <a:rPr lang="en-US" dirty="0"/>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dirty="0"/>
              <a:t>ONLY FOR INTERNAL USE</a:t>
            </a:r>
          </a:p>
        </p:txBody>
      </p:sp>
      <p:pic>
        <p:nvPicPr>
          <p:cNvPr id="7" name="Grafik 6">
            <a:extLst>
              <a:ext uri="{FF2B5EF4-FFF2-40B4-BE49-F238E27FC236}">
                <a16:creationId xmlns:a16="http://schemas.microsoft.com/office/drawing/2014/main" id="{3BC00DC6-8654-41AE-76A4-A888C568C0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79425" y="476250"/>
            <a:ext cx="2664247" cy="468908"/>
          </a:xfrm>
          <a:prstGeom prst="rect">
            <a:avLst/>
          </a:prstGeom>
        </p:spPr>
      </p:pic>
    </p:spTree>
    <p:extLst>
      <p:ext uri="{BB962C8B-B14F-4D97-AF65-F5344CB8AC3E}">
        <p14:creationId xmlns:p14="http://schemas.microsoft.com/office/powerpoint/2010/main" val="999226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dirty="0"/>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dirty="0"/>
              <a:t>Subtitle of the presentation</a:t>
            </a:r>
          </a:p>
          <a:p>
            <a:pPr lvl="1"/>
            <a:r>
              <a:rPr lang="en-US" dirty="0"/>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dirty="0"/>
              <a:t>ONLY FOR INTERNAL USE</a:t>
            </a:r>
          </a:p>
        </p:txBody>
      </p:sp>
      <p:pic>
        <p:nvPicPr>
          <p:cNvPr id="5" name="Grafik 4">
            <a:extLst>
              <a:ext uri="{FF2B5EF4-FFF2-40B4-BE49-F238E27FC236}">
                <a16:creationId xmlns:a16="http://schemas.microsoft.com/office/drawing/2014/main" id="{7EB72713-B1E1-0412-F9E9-1CFD8156445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79425" y="476250"/>
            <a:ext cx="2664247" cy="468908"/>
          </a:xfrm>
          <a:prstGeom prst="rect">
            <a:avLst/>
          </a:prstGeom>
        </p:spPr>
      </p:pic>
    </p:spTree>
    <p:extLst>
      <p:ext uri="{BB962C8B-B14F-4D97-AF65-F5344CB8AC3E}">
        <p14:creationId xmlns:p14="http://schemas.microsoft.com/office/powerpoint/2010/main" val="315096492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dirty="0"/>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dirty="0"/>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dirty="0"/>
              <a:t>Subtitle of the presentation</a:t>
            </a:r>
          </a:p>
          <a:p>
            <a:pPr lvl="1"/>
            <a:r>
              <a:rPr lang="en-US" dirty="0"/>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dirty="0"/>
              <a:t>ONLY FOR INTERNAL USE</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a:t>
              </a:r>
              <a:r>
                <a:rPr lang="en-US" sz="900">
                  <a:solidFill>
                    <a:schemeClr val="tx1"/>
                  </a:solidFill>
                  <a:effectLst/>
                  <a:latin typeface="+mn-lt"/>
                </a:rPr>
                <a:t>is located</a:t>
              </a:r>
              <a:endParaRPr lang="en-US" sz="900" dirty="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pic>
        <p:nvPicPr>
          <p:cNvPr id="13" name="Grafik 12">
            <a:extLst>
              <a:ext uri="{FF2B5EF4-FFF2-40B4-BE49-F238E27FC236}">
                <a16:creationId xmlns:a16="http://schemas.microsoft.com/office/drawing/2014/main" id="{FBE6AB3B-708C-29F5-43F1-ABAADDDA090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9425" y="476250"/>
            <a:ext cx="2664247" cy="468908"/>
          </a:xfrm>
          <a:prstGeom prst="rect">
            <a:avLst/>
          </a:prstGeom>
        </p:spPr>
      </p:pic>
    </p:spTree>
    <p:extLst>
      <p:ext uri="{BB962C8B-B14F-4D97-AF65-F5344CB8AC3E}">
        <p14:creationId xmlns:p14="http://schemas.microsoft.com/office/powerpoint/2010/main" val="399763046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dirty="0"/>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dirty="0"/>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dirty="0"/>
              <a:t>Subtitle of the presentation</a:t>
            </a:r>
          </a:p>
          <a:p>
            <a:pPr lvl="1"/>
            <a:r>
              <a:rPr lang="en-US" dirty="0"/>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dirty="0"/>
              <a:t>ONLY FOR INTERNAL USE</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a:t>
              </a:r>
              <a:r>
                <a:rPr lang="en-US" sz="900">
                  <a:solidFill>
                    <a:schemeClr val="tx1"/>
                  </a:solidFill>
                  <a:effectLst/>
                  <a:latin typeface="+mn-lt"/>
                </a:rPr>
                <a:t>is located</a:t>
              </a:r>
              <a:endParaRPr lang="en-US" sz="900" dirty="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pic>
        <p:nvPicPr>
          <p:cNvPr id="7" name="Grafik 6">
            <a:extLst>
              <a:ext uri="{FF2B5EF4-FFF2-40B4-BE49-F238E27FC236}">
                <a16:creationId xmlns:a16="http://schemas.microsoft.com/office/drawing/2014/main" id="{5D92F303-84D6-99C9-EEC6-5D5B3431DFC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9425" y="476250"/>
            <a:ext cx="2664247" cy="468908"/>
          </a:xfrm>
          <a:prstGeom prst="rect">
            <a:avLst/>
          </a:prstGeom>
        </p:spPr>
      </p:pic>
    </p:spTree>
    <p:extLst>
      <p:ext uri="{BB962C8B-B14F-4D97-AF65-F5344CB8AC3E}">
        <p14:creationId xmlns:p14="http://schemas.microsoft.com/office/powerpoint/2010/main" val="142140149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dirty="0"/>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dirty="0"/>
              <a:t>Subtitle of the presentation</a:t>
            </a:r>
          </a:p>
          <a:p>
            <a:pPr lvl="1"/>
            <a:r>
              <a:rPr lang="en-US" dirty="0"/>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dirty="0"/>
              <a:t>Add picture</a:t>
            </a:r>
          </a:p>
        </p:txBody>
      </p:sp>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dirty="0"/>
              <a:t>ONLY FOR INTERNAL USE</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a:t>
              </a:r>
              <a:r>
                <a:rPr lang="en-US" sz="900">
                  <a:solidFill>
                    <a:schemeClr val="tx1"/>
                  </a:solidFill>
                  <a:effectLst/>
                  <a:latin typeface="+mn-lt"/>
                </a:rPr>
                <a:t>is located</a:t>
              </a:r>
              <a:endParaRPr lang="en-US" sz="900" dirty="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pic>
        <p:nvPicPr>
          <p:cNvPr id="7" name="Grafik 6">
            <a:extLst>
              <a:ext uri="{FF2B5EF4-FFF2-40B4-BE49-F238E27FC236}">
                <a16:creationId xmlns:a16="http://schemas.microsoft.com/office/drawing/2014/main" id="{DBC6098D-E699-ED89-E51A-B6AC2AF65FF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9425" y="476250"/>
            <a:ext cx="2664247" cy="468908"/>
          </a:xfrm>
          <a:prstGeom prst="rect">
            <a:avLst/>
          </a:prstGeom>
        </p:spPr>
      </p:pic>
    </p:spTree>
    <p:extLst>
      <p:ext uri="{BB962C8B-B14F-4D97-AF65-F5344CB8AC3E}">
        <p14:creationId xmlns:p14="http://schemas.microsoft.com/office/powerpoint/2010/main" val="4124807300"/>
      </p:ext>
    </p:extLst>
  </p:cSld>
  <p:clrMapOvr>
    <a:masterClrMapping/>
  </p:clrMapOvr>
  <p:extLst>
    <p:ext uri="{DCECCB84-F9BA-43D5-87BE-67443E8EF086}">
      <p15:sldGuideLst xmlns:p15="http://schemas.microsoft.com/office/powerpoint/2012/main">
        <p15:guide id="1" orient="horz" pos="2682" userDrawn="1">
          <p15:clr>
            <a:srgbClr val="FBAE40"/>
          </p15:clr>
        </p15:guide>
        <p15:guide id="7" orient="horz" pos="2795"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dirty="0"/>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dirty="0"/>
              <a:t>Edit text by clicking. Use the "Increase/decrease list level" buttons on the Start tab to switch between the set up text levels.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dirty="0"/>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dirty="0"/>
          </a:p>
        </p:txBody>
      </p:sp>
    </p:spTree>
    <p:extLst>
      <p:ext uri="{BB962C8B-B14F-4D97-AF65-F5344CB8AC3E}">
        <p14:creationId xmlns:p14="http://schemas.microsoft.com/office/powerpoint/2010/main" val="3835363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dirty="0"/>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dirty="0"/>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dirty="0"/>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endParaRPr lang="en-US" dirty="0"/>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p>
          <a:p>
            <a:pPr lvl="1"/>
            <a:r>
              <a:rPr lang="en-US" dirty="0"/>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endParaRPr lang="en-US" dirty="0"/>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endParaRPr lang="en-US" dirty="0"/>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endParaRPr lang="en-US" dirty="0"/>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endParaRPr lang="en-US" dirty="0"/>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endParaRPr lang="en-US" dirty="0"/>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endParaRPr lang="en-US" dirty="0"/>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endParaRPr lang="en-US" dirty="0"/>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p>
          <a:p>
            <a:pPr lvl="1"/>
            <a:r>
              <a:rPr lang="en-US" dirty="0"/>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p>
          <a:p>
            <a:pPr lvl="1"/>
            <a:r>
              <a:rPr lang="en-US" dirty="0"/>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p>
          <a:p>
            <a:pPr lvl="1"/>
            <a:r>
              <a:rPr lang="en-US" dirty="0"/>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p>
          <a:p>
            <a:pPr lvl="1"/>
            <a:r>
              <a:rPr lang="en-US" dirty="0"/>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p>
          <a:p>
            <a:pPr lvl="1"/>
            <a:r>
              <a:rPr lang="en-US" dirty="0"/>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p>
          <a:p>
            <a:pPr lvl="1"/>
            <a:r>
              <a:rPr lang="en-US" dirty="0"/>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p>
          <a:p>
            <a:pPr lvl="1"/>
            <a:r>
              <a:rPr lang="en-US" dirty="0"/>
              <a:t>Second level</a:t>
            </a:r>
          </a:p>
        </p:txBody>
      </p:sp>
      <p:pic>
        <p:nvPicPr>
          <p:cNvPr id="11" name="Grafik 10">
            <a:extLst>
              <a:ext uri="{FF2B5EF4-FFF2-40B4-BE49-F238E27FC236}">
                <a16:creationId xmlns:a16="http://schemas.microsoft.com/office/drawing/2014/main" id="{5E79CB2E-5169-3389-2812-C3FA5EBEBC9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1828961397"/>
      </p:ext>
    </p:extLst>
  </p:cSld>
  <p:clrMapOvr>
    <a:masterClrMapping/>
  </p:clrMapOvr>
  <p:extLst>
    <p:ext uri="{DCECCB84-F9BA-43D5-87BE-67443E8EF086}">
      <p15:sldGuideLst xmlns:p15="http://schemas.microsoft.com/office/powerpoint/2012/main">
        <p15:guide id="3" pos="3749" userDrawn="1">
          <p15:clr>
            <a:srgbClr val="FBAE40"/>
          </p15:clr>
        </p15:guide>
        <p15:guide id="5" pos="3931"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dirty="0"/>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dirty="0"/>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dirty="0"/>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dirty="0"/>
              <a:t>Presentation title    |    ONLY FOR INTERNAL USE</a:t>
            </a:r>
          </a:p>
        </p:txBody>
      </p:sp>
    </p:spTree>
    <p:extLst>
      <p:ext uri="{BB962C8B-B14F-4D97-AF65-F5344CB8AC3E}">
        <p14:creationId xmlns:p14="http://schemas.microsoft.com/office/powerpoint/2010/main" val="47710885"/>
      </p:ext>
    </p:extLst>
  </p:cSld>
  <p:clrMapOvr>
    <a:masterClrMapping/>
  </p:clrMapOvr>
  <p:extLst>
    <p:ext uri="{DCECCB84-F9BA-43D5-87BE-67443E8EF086}">
      <p15:sldGuideLst xmlns:p15="http://schemas.microsoft.com/office/powerpoint/2012/main">
        <p15:guide id="1" orient="horz" pos="2024" userDrawn="1">
          <p15:clr>
            <a:srgbClr val="FBAE40"/>
          </p15:clr>
        </p15:guide>
        <p15:guide id="2" orient="horz" pos="225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dirty="0"/>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dirty="0"/>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dirty="0"/>
          </a:p>
        </p:txBody>
      </p:sp>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dirty="0"/>
              <a:t>Presentation title    |    ONLY FOR INTERNAL USE</a:t>
            </a:r>
          </a:p>
        </p:txBody>
      </p:sp>
      <p:pic>
        <p:nvPicPr>
          <p:cNvPr id="3" name="Grafik 2">
            <a:extLst>
              <a:ext uri="{FF2B5EF4-FFF2-40B4-BE49-F238E27FC236}">
                <a16:creationId xmlns:a16="http://schemas.microsoft.com/office/drawing/2014/main" id="{D865420D-D73D-00AE-AB37-2E91EEFCEF0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3099830585"/>
      </p:ext>
    </p:extLst>
  </p:cSld>
  <p:clrMapOvr>
    <a:masterClrMapping/>
  </p:clrMapOvr>
  <p:extLst>
    <p:ext uri="{DCECCB84-F9BA-43D5-87BE-67443E8EF086}">
      <p15:sldGuideLst xmlns:p15="http://schemas.microsoft.com/office/powerpoint/2012/main">
        <p15:guide id="3" orient="horz" pos="2024" userDrawn="1">
          <p15:clr>
            <a:srgbClr val="FBAE40"/>
          </p15:clr>
        </p15:guide>
        <p15:guide id="4" orient="horz" pos="225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dirty="0"/>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dirty="0"/>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dirty="0"/>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dirty="0"/>
          </a:p>
        </p:txBody>
      </p:sp>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dirty="0"/>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a:t>
              </a:r>
              <a:r>
                <a:rPr lang="en-US" sz="900">
                  <a:solidFill>
                    <a:schemeClr val="tx1"/>
                  </a:solidFill>
                  <a:effectLst/>
                  <a:latin typeface="+mn-lt"/>
                </a:rPr>
                <a:t>is located</a:t>
              </a:r>
              <a:endParaRPr lang="en-US" sz="900" dirty="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pic>
        <p:nvPicPr>
          <p:cNvPr id="3" name="Grafik 2">
            <a:extLst>
              <a:ext uri="{FF2B5EF4-FFF2-40B4-BE49-F238E27FC236}">
                <a16:creationId xmlns:a16="http://schemas.microsoft.com/office/drawing/2014/main" id="{F2A2040C-2B4C-2D90-8214-9110D09E485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331958627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2024" userDrawn="1">
          <p15:clr>
            <a:srgbClr val="FBAE40"/>
          </p15:clr>
        </p15:guide>
        <p15:guide id="3" orient="horz" pos="225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dirty="0"/>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dirty="0"/>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dirty="0"/>
          </a:p>
        </p:txBody>
      </p:sp>
    </p:spTree>
    <p:extLst>
      <p:ext uri="{BB962C8B-B14F-4D97-AF65-F5344CB8AC3E}">
        <p14:creationId xmlns:p14="http://schemas.microsoft.com/office/powerpoint/2010/main" val="21670558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dirty="0" err="1"/>
              <a:t>Folientitel</a:t>
            </a:r>
            <a:endParaRPr lang="en-US" dirty="0"/>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dirty="0"/>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dirty="0"/>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dirty="0"/>
          </a:p>
        </p:txBody>
      </p:sp>
      <p:pic>
        <p:nvPicPr>
          <p:cNvPr id="2" name="Grafik 1">
            <a:extLst>
              <a:ext uri="{FF2B5EF4-FFF2-40B4-BE49-F238E27FC236}">
                <a16:creationId xmlns:a16="http://schemas.microsoft.com/office/drawing/2014/main" id="{F02885BF-AC31-7ADD-014E-E8C1AA748F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4089265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dirty="0" err="1"/>
              <a:t>Folientitel</a:t>
            </a:r>
            <a:endParaRPr lang="en-US" dirty="0"/>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dirty="0"/>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dirty="0"/>
          </a:p>
        </p:txBody>
      </p:sp>
      <p:pic>
        <p:nvPicPr>
          <p:cNvPr id="4" name="Grafik 3">
            <a:extLst>
              <a:ext uri="{FF2B5EF4-FFF2-40B4-BE49-F238E27FC236}">
                <a16:creationId xmlns:a16="http://schemas.microsoft.com/office/drawing/2014/main" id="{DA4FAF94-63FF-ECFB-5C94-CF9FE3121E9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1071300890"/>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dirty="0" err="1"/>
              <a:t>Folientitel</a:t>
            </a:r>
            <a:endParaRPr lang="en-US" dirty="0"/>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dirty="0"/>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dirty="0"/>
              <a:t>Presentation title    |    </a:t>
            </a:r>
          </a:p>
          <a:p>
            <a:r>
              <a:rPr lang="en-US" dirty="0"/>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dirty="0">
                <a:solidFill>
                  <a:srgbClr val="076D7E"/>
                </a:solidFill>
                <a:latin typeface="+mj-lt"/>
              </a:rPr>
              <a:t>This layout: title first line, classification second line</a:t>
            </a:r>
            <a:endParaRPr lang="en-US" sz="800" b="1" dirty="0">
              <a:solidFill>
                <a:srgbClr val="076D7E"/>
              </a:solidFill>
              <a:latin typeface="+mj-lt"/>
            </a:endParaRPr>
          </a:p>
        </p:txBody>
      </p:sp>
    </p:spTree>
    <p:extLst>
      <p:ext uri="{BB962C8B-B14F-4D97-AF65-F5344CB8AC3E}">
        <p14:creationId xmlns:p14="http://schemas.microsoft.com/office/powerpoint/2010/main" val="2987639518"/>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dirty="0" err="1"/>
              <a:t>Folientitel</a:t>
            </a:r>
            <a:endParaRPr lang="en-US" dirty="0"/>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dirty="0"/>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dirty="0"/>
          </a:p>
        </p:txBody>
      </p:sp>
      <p:pic>
        <p:nvPicPr>
          <p:cNvPr id="4" name="Grafik 3">
            <a:extLst>
              <a:ext uri="{FF2B5EF4-FFF2-40B4-BE49-F238E27FC236}">
                <a16:creationId xmlns:a16="http://schemas.microsoft.com/office/drawing/2014/main" id="{5D188762-2153-BE53-D002-B2144AC189F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2881625396"/>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dirty="0" err="1"/>
              <a:t>Folientitel</a:t>
            </a:r>
            <a:endParaRPr lang="en-US" dirty="0"/>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dirty="0"/>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dirty="0"/>
              <a:t>Presentation title    |    </a:t>
            </a:r>
          </a:p>
          <a:p>
            <a:r>
              <a:rPr lang="en-US" dirty="0"/>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dirty="0">
                <a:solidFill>
                  <a:srgbClr val="076D7E"/>
                </a:solidFill>
                <a:latin typeface="+mj-lt"/>
              </a:rPr>
              <a:t>This layout: title first line, classification second line</a:t>
            </a:r>
            <a:endParaRPr lang="en-US" sz="800" b="1" dirty="0">
              <a:solidFill>
                <a:srgbClr val="076D7E"/>
              </a:solidFill>
              <a:latin typeface="+mj-lt"/>
            </a:endParaRPr>
          </a:p>
        </p:txBody>
      </p:sp>
    </p:spTree>
    <p:extLst>
      <p:ext uri="{BB962C8B-B14F-4D97-AF65-F5344CB8AC3E}">
        <p14:creationId xmlns:p14="http://schemas.microsoft.com/office/powerpoint/2010/main" val="3954476981"/>
      </p:ext>
    </p:extLst>
  </p:cSld>
  <p:clrMapOvr>
    <a:masterClrMapping/>
  </p:clrMapOvr>
  <p:extLst>
    <p:ext uri="{DCECCB84-F9BA-43D5-87BE-67443E8EF086}">
      <p15:sldGuideLst xmlns:p15="http://schemas.microsoft.com/office/powerpoint/2012/main">
        <p15:guide id="2" pos="4951"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endParaRPr lang="en-US" dirty="0"/>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dirty="0"/>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dirty="0"/>
              <a:t>Presentation title    |    ONLY FOR INTERNAL USE</a:t>
            </a:r>
          </a:p>
        </p:txBody>
      </p:sp>
    </p:spTree>
    <p:extLst>
      <p:ext uri="{BB962C8B-B14F-4D97-AF65-F5344CB8AC3E}">
        <p14:creationId xmlns:p14="http://schemas.microsoft.com/office/powerpoint/2010/main" val="2767965743"/>
      </p:ext>
    </p:extLst>
  </p:cSld>
  <p:clrMapOvr>
    <a:masterClrMapping/>
  </p:clrMapOvr>
  <p:extLst>
    <p:ext uri="{DCECCB84-F9BA-43D5-87BE-67443E8EF086}">
      <p15:sldGuideLst xmlns:p15="http://schemas.microsoft.com/office/powerpoint/2012/main">
        <p15:guide id="1" pos="3749" userDrawn="1">
          <p15:clr>
            <a:srgbClr val="FBAE40"/>
          </p15:clr>
        </p15:guide>
        <p15:guide id="2" pos="3931"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dirty="0" err="1"/>
              <a:t>Folientitel</a:t>
            </a:r>
            <a:endParaRPr lang="en-US" dirty="0"/>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endParaRPr lang="en-US" dirty="0"/>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endParaRPr lang="en-US" dirty="0"/>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endParaRPr lang="en-US" dirty="0"/>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dirty="0"/>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dirty="0"/>
              <a:t>Presentation title    |    ONLY FOR INTERNAL USE</a:t>
            </a:r>
          </a:p>
        </p:txBody>
      </p:sp>
    </p:spTree>
    <p:extLst>
      <p:ext uri="{BB962C8B-B14F-4D97-AF65-F5344CB8AC3E}">
        <p14:creationId xmlns:p14="http://schemas.microsoft.com/office/powerpoint/2010/main" val="3660840846"/>
      </p:ext>
    </p:extLst>
  </p:cSld>
  <p:clrMapOvr>
    <a:masterClrMapping/>
  </p:clrMapOvr>
  <p:extLst>
    <p:ext uri="{DCECCB84-F9BA-43D5-87BE-67443E8EF086}">
      <p15:sldGuideLst xmlns:p15="http://schemas.microsoft.com/office/powerpoint/2012/main">
        <p15:guide id="1" pos="2547" userDrawn="1">
          <p15:clr>
            <a:srgbClr val="FBAE40"/>
          </p15:clr>
        </p15:guide>
        <p15:guide id="2" pos="4951" userDrawn="1">
          <p15:clr>
            <a:srgbClr val="FBAE40"/>
          </p15:clr>
        </p15:guide>
        <p15:guide id="3" pos="2729" userDrawn="1">
          <p15:clr>
            <a:srgbClr val="FBAE40"/>
          </p15:clr>
        </p15:guide>
        <p15:guide id="4" pos="5133"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dirty="0" err="1"/>
              <a:t>Folientitel</a:t>
            </a:r>
            <a:endParaRPr lang="en-US" dirty="0"/>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endParaRPr lang="en-US" dirty="0"/>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dirty="0"/>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dirty="0"/>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dirty="0"/>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a:t>
              </a:r>
              <a:r>
                <a:rPr lang="en-US" sz="900">
                  <a:solidFill>
                    <a:schemeClr val="tx1"/>
                  </a:solidFill>
                  <a:effectLst/>
                  <a:latin typeface="+mn-lt"/>
                </a:rPr>
                <a:t>is located</a:t>
              </a:r>
              <a:endParaRPr lang="en-US" sz="900" dirty="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spTree>
    <p:extLst>
      <p:ext uri="{BB962C8B-B14F-4D97-AF65-F5344CB8AC3E}">
        <p14:creationId xmlns:p14="http://schemas.microsoft.com/office/powerpoint/2010/main" val="2177534345"/>
      </p:ext>
    </p:extLst>
  </p:cSld>
  <p:clrMapOvr>
    <a:masterClrMapping/>
  </p:clrMapOvr>
  <p:extLst>
    <p:ext uri="{DCECCB84-F9BA-43D5-87BE-67443E8EF086}">
      <p15:sldGuideLst xmlns:p15="http://schemas.microsoft.com/office/powerpoint/2012/main">
        <p15:guide id="1" pos="2547" userDrawn="1">
          <p15:clr>
            <a:srgbClr val="FBAE40"/>
          </p15:clr>
        </p15:guide>
        <p15:guide id="2" pos="2729"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dirty="0" err="1"/>
              <a:t>Folientitel</a:t>
            </a:r>
            <a:endParaRPr lang="en-US" dirty="0"/>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dirty="0"/>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dirty="0"/>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dirty="0"/>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a:t>
              </a:r>
              <a:r>
                <a:rPr lang="en-US" sz="900">
                  <a:solidFill>
                    <a:schemeClr val="tx1"/>
                  </a:solidFill>
                  <a:effectLst/>
                  <a:latin typeface="+mn-lt"/>
                </a:rPr>
                <a:t>is located</a:t>
              </a:r>
              <a:endParaRPr lang="en-US" sz="900" dirty="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spTree>
    <p:extLst>
      <p:ext uri="{BB962C8B-B14F-4D97-AF65-F5344CB8AC3E}">
        <p14:creationId xmlns:p14="http://schemas.microsoft.com/office/powerpoint/2010/main" val="3109789797"/>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dirty="0" err="1"/>
              <a:t>Folientitel</a:t>
            </a:r>
            <a:endParaRPr lang="en-US" dirty="0"/>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dirty="0"/>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dirty="0"/>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dirty="0"/>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a:t>
              </a:r>
              <a:r>
                <a:rPr lang="en-US" sz="900">
                  <a:solidFill>
                    <a:schemeClr val="tx1"/>
                  </a:solidFill>
                  <a:effectLst/>
                  <a:latin typeface="+mn-lt"/>
                </a:rPr>
                <a:t>is located</a:t>
              </a:r>
              <a:endParaRPr lang="en-US" sz="900" dirty="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spTree>
    <p:extLst>
      <p:ext uri="{BB962C8B-B14F-4D97-AF65-F5344CB8AC3E}">
        <p14:creationId xmlns:p14="http://schemas.microsoft.com/office/powerpoint/2010/main" val="2102921626"/>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dirty="0" err="1"/>
              <a:t>Folientitel</a:t>
            </a:r>
            <a:endParaRPr lang="en-US" dirty="0"/>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dirty="0"/>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dirty="0"/>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dirty="0"/>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dirty="0"/>
          </a:p>
        </p:txBody>
      </p:sp>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a:t>
              </a:r>
              <a:r>
                <a:rPr lang="en-US" sz="900">
                  <a:solidFill>
                    <a:schemeClr val="tx1"/>
                  </a:solidFill>
                  <a:effectLst/>
                  <a:latin typeface="+mn-lt"/>
                </a:rPr>
                <a:t>is located</a:t>
              </a:r>
              <a:endParaRPr lang="en-US" sz="900" dirty="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pic>
        <p:nvPicPr>
          <p:cNvPr id="2" name="Grafik 1">
            <a:extLst>
              <a:ext uri="{FF2B5EF4-FFF2-40B4-BE49-F238E27FC236}">
                <a16:creationId xmlns:a16="http://schemas.microsoft.com/office/drawing/2014/main" id="{65B265EB-7E91-EF92-E203-B11F1CC7960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1953119291"/>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dirty="0" err="1"/>
              <a:t>Folientitel</a:t>
            </a:r>
            <a:endParaRPr lang="en-US" dirty="0"/>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dirty="0"/>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dirty="0"/>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dirty="0"/>
          </a:p>
        </p:txBody>
      </p:sp>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dirty="0"/>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a:t>
              </a:r>
              <a:r>
                <a:rPr lang="en-US" sz="900">
                  <a:solidFill>
                    <a:schemeClr val="tx1"/>
                  </a:solidFill>
                  <a:effectLst/>
                  <a:latin typeface="+mn-lt"/>
                </a:rPr>
                <a:t>is located</a:t>
              </a:r>
              <a:endParaRPr lang="en-US" sz="900" dirty="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pic>
        <p:nvPicPr>
          <p:cNvPr id="4" name="Grafik 3">
            <a:extLst>
              <a:ext uri="{FF2B5EF4-FFF2-40B4-BE49-F238E27FC236}">
                <a16:creationId xmlns:a16="http://schemas.microsoft.com/office/drawing/2014/main" id="{3C75D308-ADD4-F2C8-C5F9-6E40D42A8D1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433178519"/>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dirty="0"/>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dirty="0"/>
              <a:t>Edit text by clicking. Use the "Increase/decrease list level" buttons on the Start tab to switch between the set up text levels.</a:t>
            </a:r>
          </a:p>
          <a:p>
            <a:pPr lvl="1"/>
            <a:r>
              <a:rPr lang="en-US" dirty="0"/>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dirty="0"/>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dirty="0"/>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dirty="0"/>
              <a:t>Footnote/Source</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a:t>
              </a:r>
              <a:r>
                <a:rPr lang="en-US" sz="900">
                  <a:solidFill>
                    <a:schemeClr val="tx1"/>
                  </a:solidFill>
                  <a:effectLst/>
                  <a:latin typeface="+mn-lt"/>
                </a:rPr>
                <a:t>is located</a:t>
              </a:r>
              <a:endParaRPr lang="en-US" sz="900" dirty="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dirty="0">
                <a:solidFill>
                  <a:srgbClr val="076D7E"/>
                </a:solidFill>
                <a:latin typeface="+mj-lt"/>
              </a:rPr>
              <a:t>This layout requires a picture in the background</a:t>
            </a:r>
            <a:endParaRPr lang="en-US" sz="800" b="1" dirty="0">
              <a:solidFill>
                <a:srgbClr val="076D7E"/>
              </a:solidFill>
              <a:latin typeface="+mj-lt"/>
            </a:endParaRPr>
          </a:p>
        </p:txBody>
      </p:sp>
      <p:pic>
        <p:nvPicPr>
          <p:cNvPr id="4" name="Grafik 3">
            <a:extLst>
              <a:ext uri="{FF2B5EF4-FFF2-40B4-BE49-F238E27FC236}">
                <a16:creationId xmlns:a16="http://schemas.microsoft.com/office/drawing/2014/main" id="{0E3FB678-7B95-BF8A-B784-432FD1898F7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4257842201"/>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guide id="3" orient="horz" pos="129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dirty="0"/>
              <a:t>Bild hinzufügen per </a:t>
            </a:r>
            <a:br>
              <a:rPr lang="en-US" dirty="0"/>
            </a:br>
            <a:r>
              <a:rPr lang="en-US" dirty="0"/>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dirty="0"/>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dirty="0"/>
              <a:t>Edit text by clicking. Use the "Increase/decrease list level" buttons on the Start tab to switch between the set up text levels.</a:t>
            </a:r>
          </a:p>
          <a:p>
            <a:pPr lvl="1"/>
            <a:r>
              <a:rPr lang="en-US" dirty="0"/>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dirty="0"/>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dirty="0"/>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dirty="0"/>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a:t>
              </a:r>
              <a:r>
                <a:rPr lang="en-US" sz="900">
                  <a:solidFill>
                    <a:schemeClr val="tx1"/>
                  </a:solidFill>
                  <a:effectLst/>
                  <a:latin typeface="+mn-lt"/>
                </a:rPr>
                <a:t>is located</a:t>
              </a:r>
              <a:endParaRPr lang="en-US" sz="900" dirty="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dirty="0">
                <a:solidFill>
                  <a:srgbClr val="076D7E"/>
                </a:solidFill>
                <a:latin typeface="+mj-lt"/>
              </a:rPr>
              <a:t>This layout requires two pictures in the background</a:t>
            </a:r>
            <a:endParaRPr lang="en-US" sz="800" b="1" dirty="0">
              <a:solidFill>
                <a:srgbClr val="076D7E"/>
              </a:solidFill>
              <a:latin typeface="+mj-lt"/>
            </a:endParaRPr>
          </a:p>
        </p:txBody>
      </p:sp>
      <p:pic>
        <p:nvPicPr>
          <p:cNvPr id="5" name="Grafik 4">
            <a:extLst>
              <a:ext uri="{FF2B5EF4-FFF2-40B4-BE49-F238E27FC236}">
                <a16:creationId xmlns:a16="http://schemas.microsoft.com/office/drawing/2014/main" id="{04D4BF14-8BF6-1E44-964B-738ED866159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935245917"/>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guide id="3" orient="horz" pos="1298" userDrawn="1">
          <p15:clr>
            <a:srgbClr val="FBAE40"/>
          </p15:clr>
        </p15:guide>
        <p15:guide id="4" pos="384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dirty="0"/>
              <a:t>Bild hinzufügen per </a:t>
            </a:r>
            <a:br>
              <a:rPr lang="en-US" dirty="0"/>
            </a:br>
            <a:r>
              <a:rPr lang="en-US" dirty="0"/>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dirty="0"/>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dirty="0"/>
              <a:t>Edit text by clicking. Use the "Increase/decrease list level" buttons on the Start tab to switch between the set up text levels.</a:t>
            </a:r>
          </a:p>
          <a:p>
            <a:pPr lvl="1"/>
            <a:r>
              <a:rPr lang="en-US" dirty="0"/>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dirty="0"/>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dirty="0"/>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dirty="0"/>
              <a:t>Presentation title    |    ONLY FOR INTERNAL USE</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a:t>
              </a:r>
              <a:r>
                <a:rPr lang="en-US" sz="900">
                  <a:solidFill>
                    <a:schemeClr val="tx1"/>
                  </a:solidFill>
                  <a:effectLst/>
                  <a:latin typeface="+mn-lt"/>
                </a:rPr>
                <a:t>is located</a:t>
              </a:r>
              <a:endParaRPr lang="en-US" sz="900" dirty="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dirty="0">
                <a:solidFill>
                  <a:srgbClr val="076D7E"/>
                </a:solidFill>
                <a:latin typeface="+mj-lt"/>
              </a:rPr>
              <a:t>This layout requires two pictures in the background</a:t>
            </a:r>
            <a:endParaRPr lang="en-US" sz="800" b="1" dirty="0">
              <a:solidFill>
                <a:srgbClr val="076D7E"/>
              </a:solidFill>
              <a:latin typeface="+mj-lt"/>
            </a:endParaRPr>
          </a:p>
        </p:txBody>
      </p:sp>
      <p:pic>
        <p:nvPicPr>
          <p:cNvPr id="6" name="Grafik 5">
            <a:extLst>
              <a:ext uri="{FF2B5EF4-FFF2-40B4-BE49-F238E27FC236}">
                <a16:creationId xmlns:a16="http://schemas.microsoft.com/office/drawing/2014/main" id="{7A26A0D4-7A12-D1BB-67F1-D40564C1C8F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3503938524"/>
      </p:ext>
    </p:extLst>
  </p:cSld>
  <p:clrMapOvr>
    <a:masterClrMapping/>
  </p:clrMapOvr>
  <p:extLst>
    <p:ext uri="{DCECCB84-F9BA-43D5-87BE-67443E8EF086}">
      <p15:sldGuideLst xmlns:p15="http://schemas.microsoft.com/office/powerpoint/2012/main">
        <p15:guide id="1" pos="4951" userDrawn="1">
          <p15:clr>
            <a:srgbClr val="FBAE40"/>
          </p15:clr>
        </p15:guide>
        <p15:guide id="3" orient="horz" pos="1298" userDrawn="1">
          <p15:clr>
            <a:srgbClr val="FBAE40"/>
          </p15:clr>
        </p15:guide>
        <p15:guide id="4" pos="5133"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dirty="0"/>
              <a:t>Bild hinzufügen per </a:t>
            </a:r>
            <a:br>
              <a:rPr lang="en-US" dirty="0"/>
            </a:br>
            <a:r>
              <a:rPr lang="en-US" dirty="0"/>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dirty="0"/>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dirty="0"/>
              <a:t>Edit text by clicking. Use the "Increase/decrease list level" buttons on the Start tab to switch between the set up text levels.</a:t>
            </a:r>
          </a:p>
          <a:p>
            <a:pPr lvl="1"/>
            <a:r>
              <a:rPr lang="en-US" dirty="0"/>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dirty="0"/>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dirty="0"/>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dirty="0"/>
              <a:t>Presentation title    |    ONLY FOR INTERNAL USE</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a:t>
              </a:r>
              <a:r>
                <a:rPr lang="en-US" sz="900">
                  <a:solidFill>
                    <a:schemeClr val="tx1"/>
                  </a:solidFill>
                  <a:effectLst/>
                  <a:latin typeface="+mn-lt"/>
                </a:rPr>
                <a:t>is located</a:t>
              </a:r>
              <a:endParaRPr lang="en-US" sz="900" dirty="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dirty="0">
                <a:solidFill>
                  <a:srgbClr val="076D7E"/>
                </a:solidFill>
                <a:latin typeface="+mj-lt"/>
              </a:rPr>
              <a:t>This layout requires two pictures in the background</a:t>
            </a:r>
            <a:endParaRPr lang="en-US" sz="800" b="1" dirty="0">
              <a:solidFill>
                <a:srgbClr val="076D7E"/>
              </a:solidFill>
              <a:latin typeface="+mj-lt"/>
            </a:endParaRPr>
          </a:p>
        </p:txBody>
      </p:sp>
      <p:pic>
        <p:nvPicPr>
          <p:cNvPr id="6" name="Grafik 5">
            <a:extLst>
              <a:ext uri="{FF2B5EF4-FFF2-40B4-BE49-F238E27FC236}">
                <a16:creationId xmlns:a16="http://schemas.microsoft.com/office/drawing/2014/main" id="{55BA5002-7415-6CA9-7E4C-3DFAEE863F7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3333980837"/>
      </p:ext>
    </p:extLst>
  </p:cSld>
  <p:clrMapOvr>
    <a:masterClrMapping/>
  </p:clrMapOvr>
  <p:extLst>
    <p:ext uri="{DCECCB84-F9BA-43D5-87BE-67443E8EF086}">
      <p15:sldGuideLst xmlns:p15="http://schemas.microsoft.com/office/powerpoint/2012/main">
        <p15:guide id="1" pos="6221" userDrawn="1">
          <p15:clr>
            <a:srgbClr val="FBAE40"/>
          </p15:clr>
        </p15:guide>
        <p15:guide id="2" pos="6403" userDrawn="1">
          <p15:clr>
            <a:srgbClr val="FBAE40"/>
          </p15:clr>
        </p15:guide>
        <p15:guide id="3" orient="horz" pos="1298"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dirty="0" err="1"/>
              <a:t>Folientitel</a:t>
            </a:r>
            <a:endParaRPr lang="en-US" dirty="0"/>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dirty="0"/>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dirty="0"/>
          </a:p>
        </p:txBody>
      </p:sp>
    </p:spTree>
    <p:extLst>
      <p:ext uri="{BB962C8B-B14F-4D97-AF65-F5344CB8AC3E}">
        <p14:creationId xmlns:p14="http://schemas.microsoft.com/office/powerpoint/2010/main" val="7943276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dirty="0"/>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dirty="0"/>
          </a:p>
        </p:txBody>
      </p:sp>
    </p:spTree>
    <p:extLst>
      <p:ext uri="{BB962C8B-B14F-4D97-AF65-F5344CB8AC3E}">
        <p14:creationId xmlns:p14="http://schemas.microsoft.com/office/powerpoint/2010/main" val="137181749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dirty="0"/>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dirty="0"/>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endParaRPr lang="en-US" dirty="0"/>
          </a:p>
          <a:p>
            <a:pPr lvl="1"/>
            <a:r>
              <a:rPr lang="en-US" dirty="0"/>
              <a:t>Second level</a:t>
            </a:r>
          </a:p>
          <a:p>
            <a:pPr lvl="2"/>
            <a:r>
              <a:rPr lang="en-US" dirty="0"/>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endParaRPr lang="en-US" dirty="0"/>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dirty="0"/>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dirty="0"/>
          </a:p>
        </p:txBody>
      </p:sp>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a:t>
              </a:r>
              <a:r>
                <a:rPr lang="en-US" sz="900">
                  <a:solidFill>
                    <a:schemeClr val="tx1"/>
                  </a:solidFill>
                  <a:effectLst/>
                  <a:latin typeface="+mn-lt"/>
                </a:rPr>
                <a:t>is located</a:t>
              </a:r>
              <a:endParaRPr lang="en-US" sz="900" dirty="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pic>
        <p:nvPicPr>
          <p:cNvPr id="2" name="Grafik 1">
            <a:extLst>
              <a:ext uri="{FF2B5EF4-FFF2-40B4-BE49-F238E27FC236}">
                <a16:creationId xmlns:a16="http://schemas.microsoft.com/office/drawing/2014/main" id="{34FB9579-3258-35C2-DD01-C4D30DE155E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1293466420"/>
      </p:ext>
    </p:extLst>
  </p:cSld>
  <p:clrMapOvr>
    <a:masterClrMapping/>
  </p:clrMapOvr>
  <p:extLst>
    <p:ext uri="{DCECCB84-F9BA-43D5-87BE-67443E8EF086}">
      <p15:sldGuideLst xmlns:p15="http://schemas.microsoft.com/office/powerpoint/2012/main">
        <p15:guide id="1" pos="3931" userDrawn="1">
          <p15:clr>
            <a:srgbClr val="FBAE40"/>
          </p15:clr>
        </p15:guide>
        <p15:guide id="2" orient="horz" pos="2137" userDrawn="1">
          <p15:clr>
            <a:srgbClr val="FBAE40"/>
          </p15:clr>
        </p15:guide>
        <p15:guide id="3" orient="horz" pos="1434" userDrawn="1">
          <p15:clr>
            <a:srgbClr val="FBAE40"/>
          </p15:clr>
        </p15:guide>
        <p15:guide id="4" pos="3749"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dirty="0"/>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dirty="0"/>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dirty="0">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endParaRPr lang="en-US" sz="1400" dirty="0"/>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dirty="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dirty="0"/>
              <a:t>© </a:t>
            </a:r>
            <a:fld id="{2F99CDBD-C73A-474F-91D2-EC8081FF32A1}" type="datetimeyyyy">
              <a:rPr lang="en-US" sz="900" smtClean="0"/>
              <a:t>2026</a:t>
            </a:fld>
            <a:r>
              <a:rPr lang="en-US" sz="900" dirty="0"/>
              <a:t> Boehringer Ingelheim International GmbH. All rights reserved.</a:t>
            </a:r>
          </a:p>
        </p:txBody>
      </p:sp>
    </p:spTree>
    <p:extLst>
      <p:ext uri="{BB962C8B-B14F-4D97-AF65-F5344CB8AC3E}">
        <p14:creationId xmlns:p14="http://schemas.microsoft.com/office/powerpoint/2010/main" val="313102090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dirty="0"/>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dirty="0"/>
              <a:t>Edit text by clicking. Use the "Increase/decrease list level" buttons on the Start tab to switch between the set up text levels. For an optional subheading, set the text in bold.</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dirty="0"/>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dirty="0"/>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7" name="Grafik 6">
            <a:extLst>
              <a:ext uri="{FF2B5EF4-FFF2-40B4-BE49-F238E27FC236}">
                <a16:creationId xmlns:a16="http://schemas.microsoft.com/office/drawing/2014/main" id="{036789D1-08E0-3DD0-F90E-7BB6EDDE279F}"/>
              </a:ext>
            </a:extLst>
          </p:cNvPr>
          <p:cNvPicPr>
            <a:picLocks noChangeAspect="1"/>
          </p:cNvPicPr>
          <p:nvPr userDrawn="1"/>
        </p:nvPicPr>
        <p:blipFill>
          <a:blip>
            <a:extLst>
              <a:ext uri="{96DAC541-7B7A-43D3-8B79-37D633B846F1}">
                <asvg:svgBlip xmlns:asvg="http://schemas.microsoft.com/office/drawing/2016/SVG/main" r:embed="rId33"/>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2536109598"/>
      </p:ext>
    </p:extLst>
  </p:cSld>
  <p:clrMap bg1="lt1" tx1="dk1" bg2="lt2" tx2="dk2" accent1="accent1" accent2="accent2" accent3="accent3" accent4="accent4" accent5="accent5" accent6="accent6" hlink="hlink" folHlink="folHlink"/>
  <p:sldLayoutIdLst>
    <p:sldLayoutId id="2147483772" r:id="rId1"/>
    <p:sldLayoutId id="2147483812" r:id="rId2"/>
    <p:sldLayoutId id="2147483786" r:id="rId3"/>
    <p:sldLayoutId id="2147483805" r:id="rId4"/>
    <p:sldLayoutId id="2147483787" r:id="rId5"/>
    <p:sldLayoutId id="2147483773" r:id="rId6"/>
    <p:sldLayoutId id="2147483804" r:id="rId7"/>
    <p:sldLayoutId id="2147483802" r:id="rId8"/>
    <p:sldLayoutId id="2147483803" r:id="rId9"/>
    <p:sldLayoutId id="2147483808" r:id="rId10"/>
    <p:sldLayoutId id="2147483775" r:id="rId11"/>
    <p:sldLayoutId id="2147483807" r:id="rId12"/>
    <p:sldLayoutId id="2147483776" r:id="rId13"/>
    <p:sldLayoutId id="2147483810" r:id="rId14"/>
    <p:sldLayoutId id="2147483809" r:id="rId15"/>
    <p:sldLayoutId id="2147483788" r:id="rId16"/>
    <p:sldLayoutId id="2147483789" r:id="rId17"/>
    <p:sldLayoutId id="2147483790" r:id="rId18"/>
    <p:sldLayoutId id="2147483791" r:id="rId19"/>
    <p:sldLayoutId id="2147483792" r:id="rId20"/>
    <p:sldLayoutId id="2147483793" r:id="rId21"/>
    <p:sldLayoutId id="2147483799" r:id="rId22"/>
    <p:sldLayoutId id="2147483800" r:id="rId23"/>
    <p:sldLayoutId id="2147483795" r:id="rId24"/>
    <p:sldLayoutId id="2147483796" r:id="rId25"/>
    <p:sldLayoutId id="2147483797" r:id="rId26"/>
    <p:sldLayoutId id="2147483798" r:id="rId27"/>
    <p:sldLayoutId id="2147483783" r:id="rId28"/>
    <p:sldLayoutId id="2147483784" r:id="rId29"/>
    <p:sldLayoutId id="2147483785" r:id="rId30"/>
    <p:sldLayoutId id="2147483811" r:id="rId31"/>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userDrawn="1">
          <p15:clr>
            <a:srgbClr val="F26B43"/>
          </p15:clr>
        </p15:guide>
        <p15:guide id="2" pos="7378" userDrawn="1">
          <p15:clr>
            <a:srgbClr val="F26B43"/>
          </p15:clr>
        </p15:guide>
        <p15:guide id="3" orient="horz" pos="890" userDrawn="1">
          <p15:clr>
            <a:srgbClr val="F26B43"/>
          </p15:clr>
        </p15:guide>
        <p15:guide id="5" orient="horz" pos="300" userDrawn="1">
          <p15:clr>
            <a:srgbClr val="F26B43"/>
          </p15:clr>
        </p15:guide>
        <p15:guide id="6" orient="horz" pos="374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slide" Target="slide28.xml"/><Relationship Id="rId13" Type="http://schemas.openxmlformats.org/officeDocument/2006/relationships/slide" Target="slide42.xml"/><Relationship Id="rId3" Type="http://schemas.openxmlformats.org/officeDocument/2006/relationships/notesSlide" Target="../notesSlides/notesSlide4.xml"/><Relationship Id="rId7" Type="http://schemas.openxmlformats.org/officeDocument/2006/relationships/slide" Target="slide7.xml"/><Relationship Id="rId12" Type="http://schemas.openxmlformats.org/officeDocument/2006/relationships/slide" Target="slide36.xml"/><Relationship Id="rId2" Type="http://schemas.openxmlformats.org/officeDocument/2006/relationships/slideLayout" Target="../slideLayouts/slideLayout12.xml"/><Relationship Id="rId1" Type="http://schemas.openxmlformats.org/officeDocument/2006/relationships/tags" Target="../tags/tag2.xml"/><Relationship Id="rId6" Type="http://schemas.openxmlformats.org/officeDocument/2006/relationships/slide" Target="slide5.xml"/><Relationship Id="rId11" Type="http://schemas.openxmlformats.org/officeDocument/2006/relationships/slide" Target="slide29.xml"/><Relationship Id="rId5" Type="http://schemas.openxmlformats.org/officeDocument/2006/relationships/image" Target="../media/image9.emf"/><Relationship Id="rId15" Type="http://schemas.openxmlformats.org/officeDocument/2006/relationships/slide" Target="slide50.xml"/><Relationship Id="rId10" Type="http://schemas.openxmlformats.org/officeDocument/2006/relationships/slide" Target="slide27.xml"/><Relationship Id="rId4" Type="http://schemas.openxmlformats.org/officeDocument/2006/relationships/oleObject" Target="../embeddings/oleObject1.bin"/><Relationship Id="rId9" Type="http://schemas.openxmlformats.org/officeDocument/2006/relationships/slide" Target="slide20.xml"/><Relationship Id="rId14" Type="http://schemas.openxmlformats.org/officeDocument/2006/relationships/slide" Target="slide34.xml"/></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sv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tags" Target="../tags/tag3.xml"/><Relationship Id="rId6" Type="http://schemas.openxmlformats.org/officeDocument/2006/relationships/image" Target="../media/image13.svg"/><Relationship Id="rId5" Type="http://schemas.openxmlformats.org/officeDocument/2006/relationships/image" Target="../media/image9.e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slideLayout" Target="../slideLayouts/slideLayout28.xml"/><Relationship Id="rId7" Type="http://schemas.openxmlformats.org/officeDocument/2006/relationships/image" Target="../media/image15.sv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14.svg"/><Relationship Id="rId5" Type="http://schemas.openxmlformats.org/officeDocument/2006/relationships/oleObject" Target="../embeddings/oleObject2.bin"/><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slideLayout" Target="../slideLayouts/slideLayout28.xml"/><Relationship Id="rId7" Type="http://schemas.openxmlformats.org/officeDocument/2006/relationships/image" Target="../media/image18.sv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17.svg"/><Relationship Id="rId5" Type="http://schemas.openxmlformats.org/officeDocument/2006/relationships/oleObject" Target="../embeddings/oleObject3.bin"/><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slideLayout" Target="../slideLayouts/slideLayout16.xml"/><Relationship Id="rId7" Type="http://schemas.openxmlformats.org/officeDocument/2006/relationships/image" Target="../media/image14.sv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20.emf"/><Relationship Id="rId11" Type="http://schemas.openxmlformats.org/officeDocument/2006/relationships/image" Target="../media/image16.svg"/><Relationship Id="rId5" Type="http://schemas.openxmlformats.org/officeDocument/2006/relationships/oleObject" Target="../embeddings/oleObject4.bin"/><Relationship Id="rId10" Type="http://schemas.openxmlformats.org/officeDocument/2006/relationships/image" Target="../media/image15.svg"/><Relationship Id="rId4" Type="http://schemas.openxmlformats.org/officeDocument/2006/relationships/notesSlide" Target="../notesSlides/notesSlide10.xml"/><Relationship Id="rId9" Type="http://schemas.openxmlformats.org/officeDocument/2006/relationships/image" Target="../media/image22.svg"/></Relationships>
</file>

<file path=ppt/slides/_rels/slide11.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slideLayout" Target="../slideLayouts/slideLayout28.xml"/><Relationship Id="rId7" Type="http://schemas.openxmlformats.org/officeDocument/2006/relationships/image" Target="../media/image24.sv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23.emf"/><Relationship Id="rId5" Type="http://schemas.openxmlformats.org/officeDocument/2006/relationships/oleObject" Target="../embeddings/oleObject5.bin"/><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3.xml"/><Relationship Id="rId1" Type="http://schemas.openxmlformats.org/officeDocument/2006/relationships/slideLayout" Target="../slideLayouts/slideLayout28.xml"/><Relationship Id="rId4" Type="http://schemas.openxmlformats.org/officeDocument/2006/relationships/image" Target="../media/image25.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26.sv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23.emf"/><Relationship Id="rId5" Type="http://schemas.openxmlformats.org/officeDocument/2006/relationships/oleObject" Target="../embeddings/oleObject6.bin"/><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8.xml"/><Relationship Id="rId7" Type="http://schemas.openxmlformats.org/officeDocument/2006/relationships/image" Target="../media/image27.sv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23.emf"/><Relationship Id="rId5" Type="http://schemas.openxmlformats.org/officeDocument/2006/relationships/oleObject" Target="../embeddings/oleObject6.bin"/><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23.emf"/><Relationship Id="rId5" Type="http://schemas.openxmlformats.org/officeDocument/2006/relationships/oleObject" Target="../embeddings/oleObject6.bin"/><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19.xml"/><Relationship Id="rId1" Type="http://schemas.openxmlformats.org/officeDocument/2006/relationships/slideLayout" Target="../slideLayouts/slideLayout29.xml"/><Relationship Id="rId4" Type="http://schemas.openxmlformats.org/officeDocument/2006/relationships/image" Target="../media/image12.sv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8.xml"/><Relationship Id="rId1" Type="http://schemas.openxmlformats.org/officeDocument/2006/relationships/tags" Target="../tags/tag18.xml"/><Relationship Id="rId5" Type="http://schemas.openxmlformats.org/officeDocument/2006/relationships/image" Target="../media/image19.svg"/><Relationship Id="rId4" Type="http://schemas.openxmlformats.org/officeDocument/2006/relationships/image" Target="../media/image29.jp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2.xml"/><Relationship Id="rId1" Type="http://schemas.openxmlformats.org/officeDocument/2006/relationships/tags" Target="../tags/tag19.xml"/><Relationship Id="rId6" Type="http://schemas.openxmlformats.org/officeDocument/2006/relationships/image" Target="../media/image31.svg"/><Relationship Id="rId5" Type="http://schemas.microsoft.com/office/2007/relationships/hdphoto" Target="../media/hdphoto1.wdp"/><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9.xml"/><Relationship Id="rId1" Type="http://schemas.openxmlformats.org/officeDocument/2006/relationships/tags" Target="../tags/tag20.xml"/><Relationship Id="rId6" Type="http://schemas.openxmlformats.org/officeDocument/2006/relationships/image" Target="../media/image33.svg"/><Relationship Id="rId5" Type="http://schemas.openxmlformats.org/officeDocument/2006/relationships/image" Target="../media/image12.sv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8" Type="http://schemas.openxmlformats.org/officeDocument/2006/relationships/notesSlide" Target="../notesSlides/notesSlide23.xml"/><Relationship Id="rId3" Type="http://schemas.openxmlformats.org/officeDocument/2006/relationships/tags" Target="../tags/tag23.xml"/><Relationship Id="rId7" Type="http://schemas.openxmlformats.org/officeDocument/2006/relationships/slideLayout" Target="../slideLayouts/slideLayout28.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11" Type="http://schemas.openxmlformats.org/officeDocument/2006/relationships/image" Target="../media/image35.jpeg"/><Relationship Id="rId5" Type="http://schemas.openxmlformats.org/officeDocument/2006/relationships/tags" Target="../tags/tag25.xml"/><Relationship Id="rId10" Type="http://schemas.openxmlformats.org/officeDocument/2006/relationships/image" Target="../media/image34.emf"/><Relationship Id="rId4" Type="http://schemas.openxmlformats.org/officeDocument/2006/relationships/tags" Target="../tags/tag24.xml"/><Relationship Id="rId9" Type="http://schemas.openxmlformats.org/officeDocument/2006/relationships/oleObject" Target="../embeddings/oleObject7.bin"/></Relationships>
</file>

<file path=ppt/slides/_rels/slide24.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slideLayout" Target="../slideLayouts/slideLayout12.xml"/><Relationship Id="rId7" Type="http://schemas.openxmlformats.org/officeDocument/2006/relationships/oleObject" Target="../embeddings/oleObject8.bin"/><Relationship Id="rId2" Type="http://schemas.openxmlformats.org/officeDocument/2006/relationships/tags" Target="../tags/tag28.xml"/><Relationship Id="rId1" Type="http://schemas.openxmlformats.org/officeDocument/2006/relationships/tags" Target="../tags/tag27.xml"/><Relationship Id="rId6" Type="http://schemas.microsoft.com/office/2007/relationships/hdphoto" Target="../media/hdphoto1.wdp"/><Relationship Id="rId5" Type="http://schemas.openxmlformats.org/officeDocument/2006/relationships/image" Target="../media/image30.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tags" Target="../tags/tag31.xml"/><Relationship Id="rId7" Type="http://schemas.openxmlformats.org/officeDocument/2006/relationships/image" Target="../media/image37.jpe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notesSlide" Target="../notesSlides/notesSlide25.xml"/><Relationship Id="rId5" Type="http://schemas.openxmlformats.org/officeDocument/2006/relationships/slideLayout" Target="../slideLayouts/slideLayout28.xml"/><Relationship Id="rId4" Type="http://schemas.openxmlformats.org/officeDocument/2006/relationships/tags" Target="../tags/tag3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8.xml"/><Relationship Id="rId1" Type="http://schemas.openxmlformats.org/officeDocument/2006/relationships/tags" Target="../tags/tag33.xml"/><Relationship Id="rId6" Type="http://schemas.openxmlformats.org/officeDocument/2006/relationships/image" Target="../media/image28.svg"/><Relationship Id="rId5" Type="http://schemas.openxmlformats.org/officeDocument/2006/relationships/image" Target="../media/image40.svg"/><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7.xml"/><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slideLayout" Target="../slideLayouts/slideLayout28.xml"/><Relationship Id="rId7" Type="http://schemas.openxmlformats.org/officeDocument/2006/relationships/image" Target="../media/image41.sv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image" Target="../media/image9.emf"/><Relationship Id="rId5" Type="http://schemas.openxmlformats.org/officeDocument/2006/relationships/oleObject" Target="../embeddings/oleObject9.bin"/><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slideLayout" Target="../slideLayouts/slideLayout28.xml"/><Relationship Id="rId7" Type="http://schemas.openxmlformats.org/officeDocument/2006/relationships/image" Target="../media/image14.svg"/><Relationship Id="rId12" Type="http://schemas.openxmlformats.org/officeDocument/2006/relationships/image" Target="../media/image46.sv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image" Target="../media/image43.emf"/><Relationship Id="rId11" Type="http://schemas.openxmlformats.org/officeDocument/2006/relationships/image" Target="../media/image45.svg"/><Relationship Id="rId5" Type="http://schemas.openxmlformats.org/officeDocument/2006/relationships/oleObject" Target="../embeddings/oleObject10.bin"/><Relationship Id="rId10" Type="http://schemas.openxmlformats.org/officeDocument/2006/relationships/image" Target="../media/image44.svg"/><Relationship Id="rId4" Type="http://schemas.openxmlformats.org/officeDocument/2006/relationships/notesSlide" Target="../notesSlides/notesSlide29.xml"/><Relationship Id="rId9" Type="http://schemas.openxmlformats.org/officeDocument/2006/relationships/image" Target="../media/image22.sv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image" Target="../media/image34.emf"/><Relationship Id="rId5" Type="http://schemas.openxmlformats.org/officeDocument/2006/relationships/oleObject" Target="../embeddings/oleObject11.bin"/><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8.xml"/><Relationship Id="rId1" Type="http://schemas.openxmlformats.org/officeDocument/2006/relationships/tags" Target="../tags/tag40.xml"/><Relationship Id="rId5" Type="http://schemas.openxmlformats.org/officeDocument/2006/relationships/image" Target="../media/image23.emf"/><Relationship Id="rId4" Type="http://schemas.openxmlformats.org/officeDocument/2006/relationships/oleObject" Target="../embeddings/oleObject12.bin"/></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image" Target="../media/image23.emf"/><Relationship Id="rId5" Type="http://schemas.openxmlformats.org/officeDocument/2006/relationships/oleObject" Target="../embeddings/oleObject13.bin"/><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8.xml"/><Relationship Id="rId7" Type="http://schemas.openxmlformats.org/officeDocument/2006/relationships/image" Target="../media/image29.jp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image" Target="../media/image9.emf"/><Relationship Id="rId5" Type="http://schemas.openxmlformats.org/officeDocument/2006/relationships/oleObject" Target="../embeddings/oleObject14.bin"/><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6.xml"/><Relationship Id="rId1" Type="http://schemas.openxmlformats.org/officeDocument/2006/relationships/tags" Target="../tags/tag45.xml"/><Relationship Id="rId5" Type="http://schemas.openxmlformats.org/officeDocument/2006/relationships/image" Target="../media/image47.emf"/><Relationship Id="rId4" Type="http://schemas.openxmlformats.org/officeDocument/2006/relationships/oleObject" Target="../embeddings/oleObject15.bin"/></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1.xml"/><Relationship Id="rId1" Type="http://schemas.openxmlformats.org/officeDocument/2006/relationships/tags" Target="../tags/tag46.xml"/><Relationship Id="rId4" Type="http://schemas.openxmlformats.org/officeDocument/2006/relationships/chart" Target="../charts/chart1.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1.xml"/><Relationship Id="rId1" Type="http://schemas.openxmlformats.org/officeDocument/2006/relationships/tags" Target="../tags/tag47.xml"/><Relationship Id="rId4" Type="http://schemas.openxmlformats.org/officeDocument/2006/relationships/chart" Target="../charts/char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1.xml"/><Relationship Id="rId1" Type="http://schemas.openxmlformats.org/officeDocument/2006/relationships/tags" Target="../tags/tag48.xml"/><Relationship Id="rId4" Type="http://schemas.openxmlformats.org/officeDocument/2006/relationships/chart" Target="../charts/chart3.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1.xml"/><Relationship Id="rId1" Type="http://schemas.openxmlformats.org/officeDocument/2006/relationships/tags" Target="../tags/tag49.xml"/><Relationship Id="rId4" Type="http://schemas.openxmlformats.org/officeDocument/2006/relationships/chart" Target="../charts/chart4.xml"/></Relationships>
</file>

<file path=ppt/slides/_rels/slide40.xml.rels><?xml version="1.0" encoding="UTF-8" standalone="yes"?>
<Relationships xmlns="http://schemas.openxmlformats.org/package/2006/relationships"><Relationship Id="rId8" Type="http://schemas.openxmlformats.org/officeDocument/2006/relationships/chart" Target="../charts/chart7.xml"/><Relationship Id="rId3" Type="http://schemas.openxmlformats.org/officeDocument/2006/relationships/tags" Target="../tags/tag52.xml"/><Relationship Id="rId7" Type="http://schemas.openxmlformats.org/officeDocument/2006/relationships/chart" Target="../charts/chart6.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chart" Target="../charts/chart5.xml"/><Relationship Id="rId5" Type="http://schemas.openxmlformats.org/officeDocument/2006/relationships/notesSlide" Target="../notesSlides/notesSlide40.xml"/><Relationship Id="rId4" Type="http://schemas.openxmlformats.org/officeDocument/2006/relationships/slideLayout" Target="../slideLayouts/slideLayout28.xml"/></Relationships>
</file>

<file path=ppt/slides/_rels/slide41.xml.rels><?xml version="1.0" encoding="UTF-8" standalone="yes"?>
<Relationships xmlns="http://schemas.openxmlformats.org/package/2006/relationships"><Relationship Id="rId8" Type="http://schemas.openxmlformats.org/officeDocument/2006/relationships/chart" Target="../charts/chart8.xml"/><Relationship Id="rId13" Type="http://schemas.openxmlformats.org/officeDocument/2006/relationships/chart" Target="../charts/chart11.xml"/><Relationship Id="rId3" Type="http://schemas.openxmlformats.org/officeDocument/2006/relationships/tags" Target="../tags/tag55.xml"/><Relationship Id="rId7" Type="http://schemas.openxmlformats.org/officeDocument/2006/relationships/notesSlide" Target="../notesSlides/notesSlide41.xml"/><Relationship Id="rId12" Type="http://schemas.openxmlformats.org/officeDocument/2006/relationships/chart" Target="../charts/chart10.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slideLayout" Target="../slideLayouts/slideLayout28.xml"/><Relationship Id="rId11" Type="http://schemas.openxmlformats.org/officeDocument/2006/relationships/chart" Target="../charts/chart9.xml"/><Relationship Id="rId5" Type="http://schemas.openxmlformats.org/officeDocument/2006/relationships/tags" Target="../tags/tag57.xml"/><Relationship Id="rId10" Type="http://schemas.openxmlformats.org/officeDocument/2006/relationships/image" Target="../media/image36.emf"/><Relationship Id="rId4" Type="http://schemas.openxmlformats.org/officeDocument/2006/relationships/tags" Target="../tags/tag56.xml"/><Relationship Id="rId9" Type="http://schemas.openxmlformats.org/officeDocument/2006/relationships/oleObject" Target="../embeddings/oleObject16.bin"/></Relationships>
</file>

<file path=ppt/slides/_rels/slide42.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slideLayout" Target="../slideLayouts/slideLayout28.xml"/><Relationship Id="rId7" Type="http://schemas.openxmlformats.org/officeDocument/2006/relationships/image" Target="../media/image22.svg"/><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image" Target="../media/image34.emf"/><Relationship Id="rId5" Type="http://schemas.openxmlformats.org/officeDocument/2006/relationships/oleObject" Target="../embeddings/oleObject17.bin"/><Relationship Id="rId4" Type="http://schemas.openxmlformats.org/officeDocument/2006/relationships/notesSlide" Target="../notesSlides/notesSlide42.xml"/><Relationship Id="rId9" Type="http://schemas.openxmlformats.org/officeDocument/2006/relationships/image" Target="../media/image21.svg"/></Relationships>
</file>

<file path=ppt/slides/_rels/slide4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slideLayout" Target="../slideLayouts/slideLayout28.xml"/><Relationship Id="rId7" Type="http://schemas.openxmlformats.org/officeDocument/2006/relationships/image" Target="../media/image22.svg"/><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image" Target="../media/image34.emf"/><Relationship Id="rId5" Type="http://schemas.openxmlformats.org/officeDocument/2006/relationships/oleObject" Target="../embeddings/oleObject18.bin"/><Relationship Id="rId10" Type="http://schemas.openxmlformats.org/officeDocument/2006/relationships/image" Target="../media/image48.svg"/><Relationship Id="rId4" Type="http://schemas.openxmlformats.org/officeDocument/2006/relationships/notesSlide" Target="../notesSlides/notesSlide43.xml"/><Relationship Id="rId9" Type="http://schemas.openxmlformats.org/officeDocument/2006/relationships/image" Target="../media/image49.sv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50.svg"/><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image" Target="../media/image34.emf"/><Relationship Id="rId5" Type="http://schemas.openxmlformats.org/officeDocument/2006/relationships/oleObject" Target="../embeddings/oleObject19.bin"/><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8.xml"/><Relationship Id="rId7" Type="http://schemas.openxmlformats.org/officeDocument/2006/relationships/image" Target="../media/image51.sv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image" Target="../media/image34.emf"/><Relationship Id="rId5" Type="http://schemas.openxmlformats.org/officeDocument/2006/relationships/oleObject" Target="../embeddings/oleObject19.bin"/><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slideLayout" Target="../slideLayouts/slideLayout28.xml"/><Relationship Id="rId7" Type="http://schemas.openxmlformats.org/officeDocument/2006/relationships/image" Target="../media/image34.emf"/><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oleObject" Target="../embeddings/oleObject19.bin"/><Relationship Id="rId5" Type="http://schemas.openxmlformats.org/officeDocument/2006/relationships/image" Target="../media/image52.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slideLayout" Target="../slideLayouts/slideLayout12.xml"/><Relationship Id="rId7" Type="http://schemas.openxmlformats.org/officeDocument/2006/relationships/image" Target="../media/image54.emf"/><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oleObject" Target="../embeddings/oleObject20.bin"/><Relationship Id="rId5" Type="http://schemas.openxmlformats.org/officeDocument/2006/relationships/image" Target="../media/image53.svg"/><Relationship Id="rId4" Type="http://schemas.openxmlformats.org/officeDocument/2006/relationships/notesSlide" Target="../notesSlides/notesSlide47.xml"/><Relationship Id="rId9" Type="http://schemas.openxmlformats.org/officeDocument/2006/relationships/image" Target="../media/image56.sv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8.xml"/><Relationship Id="rId1" Type="http://schemas.openxmlformats.org/officeDocument/2006/relationships/tags" Target="../tags/tag70.xml"/><Relationship Id="rId6" Type="http://schemas.openxmlformats.org/officeDocument/2006/relationships/image" Target="../media/image58.svg"/><Relationship Id="rId5" Type="http://schemas.openxmlformats.org/officeDocument/2006/relationships/image" Target="../media/image57.emf"/><Relationship Id="rId4" Type="http://schemas.openxmlformats.org/officeDocument/2006/relationships/oleObject" Target="../embeddings/oleObject21.bin"/></Relationships>
</file>

<file path=ppt/slides/_rels/slide49.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tags" Target="../tags/tag73.xml"/><Relationship Id="rId7" Type="http://schemas.openxmlformats.org/officeDocument/2006/relationships/image" Target="../media/image47.emf"/><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oleObject" Target="../embeddings/oleObject22.bin"/><Relationship Id="rId5" Type="http://schemas.openxmlformats.org/officeDocument/2006/relationships/notesSlide" Target="../notesSlides/notesSlide49.xml"/><Relationship Id="rId10" Type="http://schemas.openxmlformats.org/officeDocument/2006/relationships/image" Target="../media/image61.svg"/><Relationship Id="rId4" Type="http://schemas.openxmlformats.org/officeDocument/2006/relationships/slideLayout" Target="../slideLayouts/slideLayout28.xml"/><Relationship Id="rId9" Type="http://schemas.openxmlformats.org/officeDocument/2006/relationships/image" Target="../media/image60.svg"/></Relationships>
</file>

<file path=ppt/slides/_rels/slide50.xml.rels><?xml version="1.0" encoding="UTF-8" standalone="yes"?>
<Relationships xmlns="http://schemas.openxmlformats.org/package/2006/relationships"><Relationship Id="rId3" Type="http://schemas.openxmlformats.org/officeDocument/2006/relationships/image" Target="../media/image62.svg"/><Relationship Id="rId7" Type="http://schemas.openxmlformats.org/officeDocument/2006/relationships/hyperlink" Target="https://brand.boehringer-ingelheim.com/document/54" TargetMode="External"/><Relationship Id="rId2" Type="http://schemas.openxmlformats.org/officeDocument/2006/relationships/notesSlide" Target="../notesSlides/notesSlide50.xml"/><Relationship Id="rId1" Type="http://schemas.openxmlformats.org/officeDocument/2006/relationships/slideLayout" Target="../slideLayouts/slideLayout12.xml"/><Relationship Id="rId6" Type="http://schemas.openxmlformats.org/officeDocument/2006/relationships/hyperlink" Target="https://brand.boehringer-ingelheim.com/document/67" TargetMode="External"/><Relationship Id="rId5" Type="http://schemas.openxmlformats.org/officeDocument/2006/relationships/hyperlink" Target="https://brand.boehringer-ingelheim.com/document/52" TargetMode="External"/><Relationship Id="rId4" Type="http://schemas.openxmlformats.org/officeDocument/2006/relationships/hyperlink" Target="https://brand.boehringer-ingelheim.com/" TargetMode="Externa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tags" Target="../tags/tag3.xml"/><Relationship Id="rId6" Type="http://schemas.openxmlformats.org/officeDocument/2006/relationships/image" Target="../media/image13.svg"/><Relationship Id="rId5" Type="http://schemas.openxmlformats.org/officeDocument/2006/relationships/image" Target="../media/image9.emf"/><Relationship Id="rId4" Type="http://schemas.openxmlformats.org/officeDocument/2006/relationships/oleObject" Target="../embeddings/oleObject1.bin"/></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slideLayout" Target="../slideLayouts/slideLayout28.xml"/><Relationship Id="rId7" Type="http://schemas.openxmlformats.org/officeDocument/2006/relationships/image" Target="../media/image15.sv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14.svg"/><Relationship Id="rId5" Type="http://schemas.openxmlformats.org/officeDocument/2006/relationships/oleObject" Target="../embeddings/oleObject2.bin"/><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58D385-2EA6-3F0D-16F5-2956D67D6C56}"/>
              </a:ext>
            </a:extLst>
          </p:cNvPr>
          <p:cNvSpPr>
            <a:spLocks noGrp="1"/>
          </p:cNvSpPr>
          <p:nvPr>
            <p:ph type="ctrTitle"/>
          </p:nvPr>
        </p:nvSpPr>
        <p:spPr bwMode="gray"/>
        <p:txBody>
          <a:bodyPr/>
          <a:lstStyle/>
          <a:p>
            <a:r>
              <a:rPr lang="en-US" dirty="0"/>
              <a:t>PPT Master</a:t>
            </a:r>
          </a:p>
        </p:txBody>
      </p:sp>
      <p:sp>
        <p:nvSpPr>
          <p:cNvPr id="3" name="Untertitel 2">
            <a:extLst>
              <a:ext uri="{FF2B5EF4-FFF2-40B4-BE49-F238E27FC236}">
                <a16:creationId xmlns:a16="http://schemas.microsoft.com/office/drawing/2014/main" id="{45C50EFA-4175-FAFF-E630-C430B3055E6F}"/>
              </a:ext>
            </a:extLst>
          </p:cNvPr>
          <p:cNvSpPr>
            <a:spLocks noGrp="1"/>
          </p:cNvSpPr>
          <p:nvPr>
            <p:ph type="subTitle" idx="1"/>
          </p:nvPr>
        </p:nvSpPr>
        <p:spPr bwMode="gray"/>
        <p:txBody>
          <a:bodyPr/>
          <a:lstStyle/>
          <a:p>
            <a:r>
              <a:rPr lang="en-US" dirty="0"/>
              <a:t>For Subbrands</a:t>
            </a:r>
          </a:p>
        </p:txBody>
      </p:sp>
      <p:sp>
        <p:nvSpPr>
          <p:cNvPr id="4" name="Fußzeilenplatzhalter 3">
            <a:extLst>
              <a:ext uri="{FF2B5EF4-FFF2-40B4-BE49-F238E27FC236}">
                <a16:creationId xmlns:a16="http://schemas.microsoft.com/office/drawing/2014/main" id="{DD90FFBB-AB53-0E6B-0ACA-F56A439BB24E}"/>
              </a:ext>
            </a:extLst>
          </p:cNvPr>
          <p:cNvSpPr>
            <a:spLocks noGrp="1"/>
          </p:cNvSpPr>
          <p:nvPr>
            <p:ph type="ftr" sz="quarter" idx="19"/>
          </p:nvPr>
        </p:nvSpPr>
        <p:spPr bwMode="gray"/>
        <p:txBody>
          <a:bodyPr/>
          <a:lstStyle/>
          <a:p>
            <a:r>
              <a:rPr lang="en-US" dirty="0"/>
              <a:t>Slide library    |     ONLY FOR INTERNAL USE</a:t>
            </a:r>
          </a:p>
        </p:txBody>
      </p:sp>
      <p:pic>
        <p:nvPicPr>
          <p:cNvPr id="6" name="Grafik 5">
            <a:extLst>
              <a:ext uri="{FF2B5EF4-FFF2-40B4-BE49-F238E27FC236}">
                <a16:creationId xmlns:a16="http://schemas.microsoft.com/office/drawing/2014/main" id="{F059BDFE-78E4-36BB-CD7B-1CCFD63108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bwMode="gray">
          <a:xfrm>
            <a:off x="6240016" y="1556792"/>
            <a:ext cx="4896002" cy="4896000"/>
          </a:xfrm>
          <a:prstGeom prst="rect">
            <a:avLst/>
          </a:prstGeom>
        </p:spPr>
      </p:pic>
    </p:spTree>
    <p:extLst>
      <p:ext uri="{BB962C8B-B14F-4D97-AF65-F5344CB8AC3E}">
        <p14:creationId xmlns:p14="http://schemas.microsoft.com/office/powerpoint/2010/main" val="39090871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44E88656-8885-6046-CFFB-2F30CCB5A46A}"/>
              </a:ext>
            </a:extLst>
          </p:cNvPr>
          <p:cNvSpPr/>
          <p:nvPr/>
        </p:nvSpPr>
        <p:spPr bwMode="gray">
          <a:xfrm>
            <a:off x="0" y="0"/>
            <a:ext cx="12192000" cy="6858000"/>
          </a:xfrm>
          <a:prstGeom prst="rect">
            <a:avLst/>
          </a:prstGeom>
          <a:solidFill>
            <a:srgbClr val="D2F2F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2" name="Titel 1">
            <a:extLst>
              <a:ext uri="{FF2B5EF4-FFF2-40B4-BE49-F238E27FC236}">
                <a16:creationId xmlns:a16="http://schemas.microsoft.com/office/drawing/2014/main" id="{0D58D385-2EA6-3F0D-16F5-2956D67D6C56}"/>
              </a:ext>
            </a:extLst>
          </p:cNvPr>
          <p:cNvSpPr>
            <a:spLocks noGrp="1"/>
          </p:cNvSpPr>
          <p:nvPr>
            <p:ph type="ctrTitle"/>
          </p:nvPr>
        </p:nvSpPr>
        <p:spPr bwMode="gray">
          <a:xfrm>
            <a:off x="479425" y="2637000"/>
            <a:ext cx="8280755" cy="1584000"/>
          </a:xfrm>
        </p:spPr>
        <p:txBody>
          <a:bodyPr/>
          <a:lstStyle/>
          <a:p>
            <a:r>
              <a:rPr lang="en-US" dirty="0"/>
              <a:t>Title</a:t>
            </a:r>
          </a:p>
        </p:txBody>
      </p:sp>
      <p:sp>
        <p:nvSpPr>
          <p:cNvPr id="3" name="Untertitel 2">
            <a:extLst>
              <a:ext uri="{FF2B5EF4-FFF2-40B4-BE49-F238E27FC236}">
                <a16:creationId xmlns:a16="http://schemas.microsoft.com/office/drawing/2014/main" id="{45C50EFA-4175-FAFF-E630-C430B3055E6F}"/>
              </a:ext>
            </a:extLst>
          </p:cNvPr>
          <p:cNvSpPr>
            <a:spLocks noGrp="1"/>
          </p:cNvSpPr>
          <p:nvPr>
            <p:ph type="subTitle" idx="1"/>
          </p:nvPr>
        </p:nvSpPr>
        <p:spPr bwMode="gray">
          <a:xfrm>
            <a:off x="479425" y="4437120"/>
            <a:ext cx="8281375" cy="936000"/>
          </a:xfrm>
        </p:spPr>
        <p:txBody>
          <a:bodyPr/>
          <a:lstStyle/>
          <a:p>
            <a:r>
              <a:rPr lang="en-US" dirty="0"/>
              <a:t>Optional Subtitle</a:t>
            </a:r>
          </a:p>
        </p:txBody>
      </p:sp>
      <p:pic>
        <p:nvPicPr>
          <p:cNvPr id="7" name="Grafik 6">
            <a:extLst>
              <a:ext uri="{FF2B5EF4-FFF2-40B4-BE49-F238E27FC236}">
                <a16:creationId xmlns:a16="http://schemas.microsoft.com/office/drawing/2014/main" id="{FCD167DC-E3C0-B487-CC8B-48611074E2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9425" y="476250"/>
            <a:ext cx="2664247" cy="468908"/>
          </a:xfrm>
          <a:prstGeom prst="rect">
            <a:avLst/>
          </a:prstGeom>
        </p:spPr>
      </p:pic>
      <p:sp>
        <p:nvSpPr>
          <p:cNvPr id="8" name="Untertitel 2">
            <a:extLst>
              <a:ext uri="{FF2B5EF4-FFF2-40B4-BE49-F238E27FC236}">
                <a16:creationId xmlns:a16="http://schemas.microsoft.com/office/drawing/2014/main" id="{2E646370-6FAE-6DB0-CF1C-6DA0F0329E1E}"/>
              </a:ext>
            </a:extLst>
          </p:cNvPr>
          <p:cNvSpPr txBox="1">
            <a:spLocks/>
          </p:cNvSpPr>
          <p:nvPr/>
        </p:nvSpPr>
        <p:spPr bwMode="gray">
          <a:xfrm>
            <a:off x="10961790" y="457010"/>
            <a:ext cx="740951" cy="343698"/>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2400"/>
              </a:spcAft>
              <a:buFont typeface="Arial" panose="020B0604020202020204" pitchFamily="34" charset="0"/>
              <a:buNone/>
              <a:defRPr sz="2400" b="0" kern="1200">
                <a:solidFill>
                  <a:schemeClr val="bg2"/>
                </a:solidFill>
                <a:latin typeface="+mj-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2pPr>
            <a:lvl3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3pPr>
            <a:lvl4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4pPr>
            <a:lvl5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9pPr>
          </a:lstStyle>
          <a:p>
            <a:r>
              <a:rPr lang="en-US" sz="1200" dirty="0">
                <a:latin typeface="Boehringer Forward Head Md" panose="02000500000000020000" pitchFamily="2" charset="77"/>
              </a:rPr>
              <a:t>Employee</a:t>
            </a:r>
            <a:br>
              <a:rPr lang="en-US" sz="1200" dirty="0">
                <a:latin typeface="Boehringer Forward Head Md" panose="02000500000000020000" pitchFamily="2" charset="77"/>
              </a:rPr>
            </a:br>
            <a:r>
              <a:rPr lang="en-US" sz="1200" dirty="0">
                <a:latin typeface="Boehringer Forward Head Md" panose="02000500000000020000" pitchFamily="2" charset="77"/>
              </a:rPr>
              <a:t>Insurance</a:t>
            </a:r>
          </a:p>
        </p:txBody>
      </p:sp>
      <p:pic>
        <p:nvPicPr>
          <p:cNvPr id="9" name="Grafik 8">
            <a:extLst>
              <a:ext uri="{FF2B5EF4-FFF2-40B4-BE49-F238E27FC236}">
                <a16:creationId xmlns:a16="http://schemas.microsoft.com/office/drawing/2014/main" id="{271E763C-4916-3B13-7081-BB4E41D4A7D8}"/>
              </a:ext>
            </a:extLst>
          </p:cNvPr>
          <p:cNvPicPr>
            <a:picLocks noChangeAspect="1"/>
          </p:cNvPicPr>
          <p:nvPr/>
        </p:nvPicPr>
        <p:blipFill rotWithShape="1">
          <a:blip>
            <a:extLst>
              <a:ext uri="{96DAC541-7B7A-43D3-8B79-37D633B846F1}">
                <asvg:svgBlip xmlns:asvg="http://schemas.microsoft.com/office/drawing/2016/SVG/main" r:embed="rId4"/>
              </a:ext>
            </a:extLst>
          </a:blip>
          <a:srcRect l="16010" t="9216" r="12393"/>
          <a:stretch/>
        </p:blipFill>
        <p:spPr>
          <a:xfrm>
            <a:off x="6924092" y="3447426"/>
            <a:ext cx="4781046" cy="3410574"/>
          </a:xfrm>
          <a:prstGeom prst="rect">
            <a:avLst/>
          </a:prstGeom>
        </p:spPr>
      </p:pic>
    </p:spTree>
    <p:extLst>
      <p:ext uri="{BB962C8B-B14F-4D97-AF65-F5344CB8AC3E}">
        <p14:creationId xmlns:p14="http://schemas.microsoft.com/office/powerpoint/2010/main" val="3288430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44E88656-8885-6046-CFFB-2F30CCB5A46A}"/>
              </a:ext>
            </a:extLst>
          </p:cNvPr>
          <p:cNvSpPr/>
          <p:nvPr/>
        </p:nvSpPr>
        <p:spPr bwMode="gray">
          <a:xfrm>
            <a:off x="0" y="0"/>
            <a:ext cx="12192000" cy="6858000"/>
          </a:xfrm>
          <a:prstGeom prst="rect">
            <a:avLst/>
          </a:prstGeom>
          <a:solidFill>
            <a:srgbClr val="FBF9AA"/>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2" name="Titel 1">
            <a:extLst>
              <a:ext uri="{FF2B5EF4-FFF2-40B4-BE49-F238E27FC236}">
                <a16:creationId xmlns:a16="http://schemas.microsoft.com/office/drawing/2014/main" id="{0D58D385-2EA6-3F0D-16F5-2956D67D6C56}"/>
              </a:ext>
            </a:extLst>
          </p:cNvPr>
          <p:cNvSpPr>
            <a:spLocks noGrp="1"/>
          </p:cNvSpPr>
          <p:nvPr>
            <p:ph type="ctrTitle"/>
          </p:nvPr>
        </p:nvSpPr>
        <p:spPr bwMode="gray">
          <a:xfrm>
            <a:off x="479425" y="2637000"/>
            <a:ext cx="8280755" cy="1584000"/>
          </a:xfrm>
        </p:spPr>
        <p:txBody>
          <a:bodyPr/>
          <a:lstStyle/>
          <a:p>
            <a:r>
              <a:rPr lang="en-US" dirty="0"/>
              <a:t>BI 宠物竞争者生态 2026</a:t>
            </a:r>
          </a:p>
        </p:txBody>
      </p:sp>
      <p:sp>
        <p:nvSpPr>
          <p:cNvPr id="3" name="Untertitel 2">
            <a:extLst>
              <a:ext uri="{FF2B5EF4-FFF2-40B4-BE49-F238E27FC236}">
                <a16:creationId xmlns:a16="http://schemas.microsoft.com/office/drawing/2014/main" id="{45C50EFA-4175-FAFF-E630-C430B3055E6F}"/>
              </a:ext>
            </a:extLst>
          </p:cNvPr>
          <p:cNvSpPr>
            <a:spLocks noGrp="1"/>
          </p:cNvSpPr>
          <p:nvPr>
            <p:ph type="subTitle" idx="1"/>
          </p:nvPr>
        </p:nvSpPr>
        <p:spPr bwMode="gray">
          <a:xfrm>
            <a:off x="479425" y="4437120"/>
            <a:ext cx="8281375" cy="936000"/>
          </a:xfrm>
        </p:spPr>
        <p:txBody>
          <a:bodyPr/>
          <a:lstStyle/>
          <a:p>
            <a:r>
              <a:rPr lang="en-US" dirty="0"/>
              <a:t>Boehringer Ingelheim Pet Competitor Ecosystem
市场趋势 · 竞品动态 · BI对策 · 行业洞察</a:t>
            </a:r>
          </a:p>
        </p:txBody>
      </p:sp>
      <p:sp>
        <p:nvSpPr>
          <p:cNvPr id="4" name="Fußzeilenplatzhalter 3">
            <a:extLst>
              <a:ext uri="{FF2B5EF4-FFF2-40B4-BE49-F238E27FC236}">
                <a16:creationId xmlns:a16="http://schemas.microsoft.com/office/drawing/2014/main" id="{DD90FFBB-AB53-0E6B-0ACA-F56A439BB24E}"/>
              </a:ext>
            </a:extLst>
          </p:cNvPr>
          <p:cNvSpPr>
            <a:spLocks noGrp="1"/>
          </p:cNvSpPr>
          <p:nvPr>
            <p:ph type="ftr" sz="quarter" idx="19"/>
          </p:nvPr>
        </p:nvSpPr>
        <p:spPr bwMode="gray">
          <a:xfrm>
            <a:off x="479936" y="6165328"/>
            <a:ext cx="5040000" cy="216000"/>
          </a:xfrm>
        </p:spPr>
        <p:txBody>
          <a:bodyPr/>
          <a:lstStyle/>
          <a:p>
            <a:r>
              <a:rPr lang="en-US" dirty="0"/>
              <a:t>数据截至：2026年5月13日  |  非官方披露数据仅供内部使用</a:t>
            </a:r>
          </a:p>
        </p:txBody>
      </p:sp>
      <p:pic>
        <p:nvPicPr>
          <p:cNvPr id="7" name="Grafik 6">
            <a:extLst>
              <a:ext uri="{FF2B5EF4-FFF2-40B4-BE49-F238E27FC236}">
                <a16:creationId xmlns:a16="http://schemas.microsoft.com/office/drawing/2014/main" id="{FCD167DC-E3C0-B487-CC8B-48611074E2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9425" y="476250"/>
            <a:ext cx="2664247" cy="468908"/>
          </a:xfrm>
          <a:prstGeom prst="rect">
            <a:avLst/>
          </a:prstGeom>
        </p:spPr>
      </p:pic>
      <p:sp>
        <p:nvSpPr>
          <p:cNvPr id="6" name="Untertitel 2">
            <a:extLst>
              <a:ext uri="{FF2B5EF4-FFF2-40B4-BE49-F238E27FC236}">
                <a16:creationId xmlns:a16="http://schemas.microsoft.com/office/drawing/2014/main" id="{890F7279-C579-ACBF-3666-7A346C761073}"/>
              </a:ext>
            </a:extLst>
          </p:cNvPr>
          <p:cNvSpPr txBox="1">
            <a:spLocks/>
          </p:cNvSpPr>
          <p:nvPr/>
        </p:nvSpPr>
        <p:spPr bwMode="gray">
          <a:xfrm>
            <a:off x="10961790" y="457010"/>
            <a:ext cx="750785" cy="343698"/>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2400"/>
              </a:spcAft>
              <a:buFont typeface="Arial" panose="020B0604020202020204" pitchFamily="34" charset="0"/>
              <a:buNone/>
              <a:defRPr sz="2400" b="0" kern="1200">
                <a:solidFill>
                  <a:schemeClr val="bg2"/>
                </a:solidFill>
                <a:latin typeface="+mj-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2pPr>
            <a:lvl3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3pPr>
            <a:lvl4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4pPr>
            <a:lvl5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9pPr>
          </a:lstStyle>
          <a:p>
            <a:r>
              <a:rPr lang="en-US" sz="1200" dirty="0">
                <a:latin typeface="Boehringer Forward Head Md" panose="02000500000000020000" pitchFamily="2" charset="77"/>
              </a:rPr>
              <a:t>Corporate</a:t>
            </a:r>
            <a:br>
              <a:rPr lang="en-US" sz="1200" dirty="0">
                <a:latin typeface="Boehringer Forward Head Md" panose="02000500000000020000" pitchFamily="2" charset="77"/>
              </a:rPr>
            </a:br>
            <a:r>
              <a:rPr lang="en-US" sz="1200" dirty="0">
                <a:latin typeface="Boehringer Forward Head Md" panose="02000500000000020000" pitchFamily="2" charset="77"/>
              </a:rPr>
              <a:t>Insurance</a:t>
            </a:r>
          </a:p>
        </p:txBody>
      </p:sp>
      <p:pic>
        <p:nvPicPr>
          <p:cNvPr id="9" name="Grafik 8">
            <a:extLst>
              <a:ext uri="{FF2B5EF4-FFF2-40B4-BE49-F238E27FC236}">
                <a16:creationId xmlns:a16="http://schemas.microsoft.com/office/drawing/2014/main" id="{58112128-470B-A75F-521B-A3131078B987}"/>
              </a:ext>
            </a:extLst>
          </p:cNvPr>
          <p:cNvPicPr>
            <a:picLocks noChangeAspect="1"/>
          </p:cNvPicPr>
          <p:nvPr/>
        </p:nvPicPr>
        <p:blipFill rotWithShape="1">
          <a:blip>
            <a:extLst>
              <a:ext uri="{96DAC541-7B7A-43D3-8B79-37D633B846F1}">
                <asvg:svgBlip xmlns:asvg="http://schemas.microsoft.com/office/drawing/2016/SVG/main" r:embed="rId4"/>
              </a:ext>
            </a:extLst>
          </a:blip>
          <a:srcRect l="15390" t="12509" r="13272" b="7609"/>
          <a:stretch/>
        </p:blipFill>
        <p:spPr>
          <a:xfrm>
            <a:off x="4979876" y="1748502"/>
            <a:ext cx="6840760" cy="4308790"/>
          </a:xfrm>
          <a:prstGeom prst="rect">
            <a:avLst/>
          </a:prstGeom>
        </p:spPr>
      </p:pic>
    </p:spTree>
    <p:extLst>
      <p:ext uri="{BB962C8B-B14F-4D97-AF65-F5344CB8AC3E}">
        <p14:creationId xmlns:p14="http://schemas.microsoft.com/office/powerpoint/2010/main" val="741861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65F324EC-A7A4-4682-A32A-EE0E6F2C60A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5" name="Objekt 4" hidden="1">
                        <a:extLst>
                          <a:ext uri="{FF2B5EF4-FFF2-40B4-BE49-F238E27FC236}">
                            <a16:creationId xmlns:a16="http://schemas.microsoft.com/office/drawing/2014/main" id="{65F324EC-A7A4-4682-A32A-EE0E6F2C60A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Titel 11">
            <a:extLst>
              <a:ext uri="{FF2B5EF4-FFF2-40B4-BE49-F238E27FC236}">
                <a16:creationId xmlns:a16="http://schemas.microsoft.com/office/drawing/2014/main" id="{EF00454D-657F-78A6-995C-80B605D5D1BF}"/>
              </a:ext>
            </a:extLst>
          </p:cNvPr>
          <p:cNvSpPr>
            <a:spLocks noGrp="1"/>
          </p:cNvSpPr>
          <p:nvPr>
            <p:ph type="title"/>
          </p:nvPr>
        </p:nvSpPr>
        <p:spPr>
          <a:xfrm>
            <a:off x="479424" y="477000"/>
            <a:ext cx="11233151" cy="720000"/>
          </a:xfrm>
        </p:spPr>
        <p:txBody>
          <a:bodyPr/>
          <a:lstStyle/>
          <a:p>
            <a:r>
              <a:rPr lang="en-US" dirty="0"/>
              <a:t>Links to sections</a:t>
            </a:r>
            <a:endParaRPr lang="de-DE" dirty="0"/>
          </a:p>
        </p:txBody>
      </p:sp>
      <p:sp>
        <p:nvSpPr>
          <p:cNvPr id="6" name="Textplatzhalter 5">
            <a:extLst>
              <a:ext uri="{FF2B5EF4-FFF2-40B4-BE49-F238E27FC236}">
                <a16:creationId xmlns:a16="http://schemas.microsoft.com/office/drawing/2014/main" id="{FEF49448-1537-2164-8E32-3600C577DA29}"/>
              </a:ext>
            </a:extLst>
          </p:cNvPr>
          <p:cNvSpPr>
            <a:spLocks noGrp="1"/>
          </p:cNvSpPr>
          <p:nvPr>
            <p:ph type="body" sz="quarter" idx="13"/>
          </p:nvPr>
        </p:nvSpPr>
        <p:spPr bwMode="invGray">
          <a:xfrm>
            <a:off x="480000" y="5805280"/>
            <a:ext cx="11232000" cy="144000"/>
          </a:xfrm>
        </p:spPr>
        <p:txBody>
          <a:bodyPr/>
          <a:lstStyle/>
          <a:p>
            <a:r>
              <a:rPr lang="en-US" dirty="0"/>
              <a:t> </a:t>
            </a:r>
          </a:p>
        </p:txBody>
      </p:sp>
      <p:sp>
        <p:nvSpPr>
          <p:cNvPr id="9" name="Fußzeilenplatzhalter 8">
            <a:extLst>
              <a:ext uri="{FF2B5EF4-FFF2-40B4-BE49-F238E27FC236}">
                <a16:creationId xmlns:a16="http://schemas.microsoft.com/office/drawing/2014/main" id="{B517E76A-6995-B607-D498-BB77A1483377}"/>
              </a:ext>
            </a:extLst>
          </p:cNvPr>
          <p:cNvSpPr>
            <a:spLocks noGrp="1"/>
          </p:cNvSpPr>
          <p:nvPr>
            <p:ph type="ftr" sz="quarter" idx="14"/>
          </p:nvPr>
        </p:nvSpPr>
        <p:spPr bwMode="invGray">
          <a:xfrm>
            <a:off x="6312024" y="6246836"/>
            <a:ext cx="5040560" cy="288000"/>
          </a:xfrm>
        </p:spPr>
        <p:txBody>
          <a:bodyPr/>
          <a:lstStyle/>
          <a:p>
            <a:r>
              <a:rPr lang="en-US" dirty="0"/>
              <a:t>Slide library    |     ONLY FOR INTERNAL USE</a:t>
            </a:r>
          </a:p>
        </p:txBody>
      </p:sp>
      <p:sp>
        <p:nvSpPr>
          <p:cNvPr id="10" name="Foliennummernplatzhalter 9">
            <a:extLst>
              <a:ext uri="{FF2B5EF4-FFF2-40B4-BE49-F238E27FC236}">
                <a16:creationId xmlns:a16="http://schemas.microsoft.com/office/drawing/2014/main" id="{1A7ED42A-B6BC-61A0-740A-F13FBAA45042}"/>
              </a:ext>
            </a:extLst>
          </p:cNvPr>
          <p:cNvSpPr>
            <a:spLocks noGrp="1"/>
          </p:cNvSpPr>
          <p:nvPr>
            <p:ph type="sldNum" sz="quarter" idx="15"/>
          </p:nvPr>
        </p:nvSpPr>
        <p:spPr bwMode="invGray">
          <a:xfrm>
            <a:off x="11424592" y="6246836"/>
            <a:ext cx="288000" cy="288000"/>
          </a:xfrm>
        </p:spPr>
        <p:txBody>
          <a:bodyPr/>
          <a:lstStyle/>
          <a:p>
            <a:fld id="{8FF9B0DE-3FEB-4AA0-B465-B80EF7C1333D}" type="slidenum">
              <a:rPr lang="en-US" smtClean="0"/>
              <a:pPr/>
              <a:t>4</a:t>
            </a:fld>
            <a:endParaRPr lang="en-US" dirty="0"/>
          </a:p>
        </p:txBody>
      </p:sp>
      <p:sp>
        <p:nvSpPr>
          <p:cNvPr id="45" name="Textplatzhalter 8">
            <a:hlinkClick r:id="rId6" action="ppaction://hlinksldjump"/>
            <a:extLst>
              <a:ext uri="{FF2B5EF4-FFF2-40B4-BE49-F238E27FC236}">
                <a16:creationId xmlns:a16="http://schemas.microsoft.com/office/drawing/2014/main" id="{A069869E-6FDE-2D7E-9792-655F06459D52}"/>
              </a:ext>
            </a:extLst>
          </p:cNvPr>
          <p:cNvSpPr txBox="1">
            <a:spLocks/>
          </p:cNvSpPr>
          <p:nvPr/>
        </p:nvSpPr>
        <p:spPr bwMode="gray">
          <a:xfrm>
            <a:off x="479481" y="1413264"/>
            <a:ext cx="1800000" cy="540000"/>
          </a:xfrm>
          <a:prstGeom prst="rect">
            <a:avLst/>
          </a:prstGeom>
          <a:solidFill>
            <a:schemeClr val="accent1">
              <a:alpha val="0"/>
            </a:schemeClr>
          </a:solid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01</a:t>
            </a:r>
          </a:p>
        </p:txBody>
      </p:sp>
      <p:sp>
        <p:nvSpPr>
          <p:cNvPr id="46" name="Textplatzhalter 2">
            <a:hlinkClick r:id="rId6" action="ppaction://hlinksldjump"/>
            <a:extLst>
              <a:ext uri="{FF2B5EF4-FFF2-40B4-BE49-F238E27FC236}">
                <a16:creationId xmlns:a16="http://schemas.microsoft.com/office/drawing/2014/main" id="{2F732AC3-8F5E-AE00-6574-5FD8A1DE79C6}"/>
              </a:ext>
            </a:extLst>
          </p:cNvPr>
          <p:cNvSpPr txBox="1">
            <a:spLocks/>
          </p:cNvSpPr>
          <p:nvPr/>
        </p:nvSpPr>
        <p:spPr bwMode="invGray">
          <a:xfrm>
            <a:off x="479376" y="1989408"/>
            <a:ext cx="1800000" cy="720000"/>
          </a:xfrm>
          <a:prstGeom prst="rect">
            <a:avLst/>
          </a:prstGeom>
          <a:solidFill>
            <a:schemeClr val="accent1">
              <a:alpha val="0"/>
            </a:schemeClr>
          </a:solidFill>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Chapter with illustrations</a:t>
            </a:r>
          </a:p>
        </p:txBody>
      </p:sp>
      <p:sp>
        <p:nvSpPr>
          <p:cNvPr id="48" name="Textplatzhalter 8">
            <a:hlinkClick r:id="rId7" action="ppaction://hlinksldjump"/>
            <a:extLst>
              <a:ext uri="{FF2B5EF4-FFF2-40B4-BE49-F238E27FC236}">
                <a16:creationId xmlns:a16="http://schemas.microsoft.com/office/drawing/2014/main" id="{3EF0A0E8-FCB6-8DC7-4F79-E458E6DC8476}"/>
              </a:ext>
            </a:extLst>
          </p:cNvPr>
          <p:cNvSpPr txBox="1">
            <a:spLocks/>
          </p:cNvSpPr>
          <p:nvPr/>
        </p:nvSpPr>
        <p:spPr bwMode="gray">
          <a:xfrm>
            <a:off x="2567849" y="1413264"/>
            <a:ext cx="1800000" cy="540000"/>
          </a:xfrm>
          <a:prstGeom prst="rect">
            <a:avLst/>
          </a:prstGeom>
          <a:solidFill>
            <a:schemeClr val="accent1">
              <a:alpha val="0"/>
            </a:schemeClr>
          </a:solid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02</a:t>
            </a:r>
          </a:p>
        </p:txBody>
      </p:sp>
      <p:sp>
        <p:nvSpPr>
          <p:cNvPr id="115" name="Textplatzhalter 2">
            <a:hlinkClick r:id="rId7" action="ppaction://hlinksldjump"/>
            <a:extLst>
              <a:ext uri="{FF2B5EF4-FFF2-40B4-BE49-F238E27FC236}">
                <a16:creationId xmlns:a16="http://schemas.microsoft.com/office/drawing/2014/main" id="{A58764AA-FFA4-6FA8-CD48-AC515EB85392}"/>
              </a:ext>
            </a:extLst>
          </p:cNvPr>
          <p:cNvSpPr txBox="1">
            <a:spLocks/>
          </p:cNvSpPr>
          <p:nvPr/>
        </p:nvSpPr>
        <p:spPr bwMode="invGray">
          <a:xfrm>
            <a:off x="2567744" y="1989408"/>
            <a:ext cx="1800000" cy="720000"/>
          </a:xfrm>
          <a:prstGeom prst="rect">
            <a:avLst/>
          </a:prstGeom>
          <a:solidFill>
            <a:schemeClr val="accent1">
              <a:alpha val="0"/>
            </a:schemeClr>
          </a:solidFill>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Text </a:t>
            </a:r>
            <a:br>
              <a:rPr lang="en-US" dirty="0"/>
            </a:br>
            <a:r>
              <a:rPr lang="en-US" dirty="0"/>
              <a:t>elements</a:t>
            </a:r>
          </a:p>
        </p:txBody>
      </p:sp>
      <p:sp>
        <p:nvSpPr>
          <p:cNvPr id="117" name="Textplatzhalter 8">
            <a:hlinkClick r:id="rId8" action="ppaction://hlinksldjump"/>
            <a:extLst>
              <a:ext uri="{FF2B5EF4-FFF2-40B4-BE49-F238E27FC236}">
                <a16:creationId xmlns:a16="http://schemas.microsoft.com/office/drawing/2014/main" id="{7B4AFC59-04D5-8AC6-B8E4-9DDE1527634F}"/>
              </a:ext>
            </a:extLst>
          </p:cNvPr>
          <p:cNvSpPr txBox="1">
            <a:spLocks/>
          </p:cNvSpPr>
          <p:nvPr/>
        </p:nvSpPr>
        <p:spPr bwMode="gray">
          <a:xfrm>
            <a:off x="4656180" y="1413264"/>
            <a:ext cx="1800000" cy="540000"/>
          </a:xfrm>
          <a:prstGeom prst="rect">
            <a:avLst/>
          </a:prstGeom>
          <a:solidFill>
            <a:schemeClr val="accent1">
              <a:alpha val="0"/>
            </a:schemeClr>
          </a:solid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03</a:t>
            </a:r>
          </a:p>
        </p:txBody>
      </p:sp>
      <p:sp>
        <p:nvSpPr>
          <p:cNvPr id="118" name="Textplatzhalter 2">
            <a:hlinkClick r:id="rId8" action="ppaction://hlinksldjump"/>
            <a:extLst>
              <a:ext uri="{FF2B5EF4-FFF2-40B4-BE49-F238E27FC236}">
                <a16:creationId xmlns:a16="http://schemas.microsoft.com/office/drawing/2014/main" id="{E5D5A12E-D991-EC97-838D-635EE558EF5D}"/>
              </a:ext>
            </a:extLst>
          </p:cNvPr>
          <p:cNvSpPr txBox="1">
            <a:spLocks/>
          </p:cNvSpPr>
          <p:nvPr/>
        </p:nvSpPr>
        <p:spPr bwMode="invGray">
          <a:xfrm>
            <a:off x="4656075" y="1989408"/>
            <a:ext cx="1800000" cy="720000"/>
          </a:xfrm>
          <a:prstGeom prst="rect">
            <a:avLst/>
          </a:prstGeom>
          <a:solidFill>
            <a:schemeClr val="accent1">
              <a:alpha val="0"/>
            </a:schemeClr>
          </a:solidFill>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Relationship</a:t>
            </a:r>
            <a:br>
              <a:rPr lang="en-US" dirty="0"/>
            </a:br>
            <a:r>
              <a:rPr lang="en-US" dirty="0"/>
              <a:t>and comparison</a:t>
            </a:r>
          </a:p>
        </p:txBody>
      </p:sp>
      <p:sp>
        <p:nvSpPr>
          <p:cNvPr id="138" name="Textplatzhalter 8">
            <a:hlinkClick r:id="rId9" action="ppaction://hlinksldjump"/>
            <a:extLst>
              <a:ext uri="{FF2B5EF4-FFF2-40B4-BE49-F238E27FC236}">
                <a16:creationId xmlns:a16="http://schemas.microsoft.com/office/drawing/2014/main" id="{B75B6B3A-9A6E-CE72-CC7A-448C1780E4B7}"/>
              </a:ext>
            </a:extLst>
          </p:cNvPr>
          <p:cNvSpPr txBox="1">
            <a:spLocks/>
          </p:cNvSpPr>
          <p:nvPr/>
        </p:nvSpPr>
        <p:spPr bwMode="gray">
          <a:xfrm>
            <a:off x="6744272" y="1413264"/>
            <a:ext cx="1800000" cy="540000"/>
          </a:xfrm>
          <a:prstGeom prst="rect">
            <a:avLst/>
          </a:prstGeom>
          <a:solidFill>
            <a:schemeClr val="accent1">
              <a:alpha val="0"/>
            </a:schemeClr>
          </a:solid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04</a:t>
            </a:r>
          </a:p>
        </p:txBody>
      </p:sp>
      <p:sp>
        <p:nvSpPr>
          <p:cNvPr id="139" name="Textplatzhalter 2">
            <a:hlinkClick r:id="rId9" action="ppaction://hlinksldjump"/>
            <a:extLst>
              <a:ext uri="{FF2B5EF4-FFF2-40B4-BE49-F238E27FC236}">
                <a16:creationId xmlns:a16="http://schemas.microsoft.com/office/drawing/2014/main" id="{633CC8B2-117E-D901-7684-DD7F291BAC63}"/>
              </a:ext>
            </a:extLst>
          </p:cNvPr>
          <p:cNvSpPr txBox="1">
            <a:spLocks/>
          </p:cNvSpPr>
          <p:nvPr/>
        </p:nvSpPr>
        <p:spPr bwMode="invGray">
          <a:xfrm>
            <a:off x="6744167" y="1989408"/>
            <a:ext cx="1800000" cy="720000"/>
          </a:xfrm>
          <a:prstGeom prst="rect">
            <a:avLst/>
          </a:prstGeom>
          <a:solidFill>
            <a:schemeClr val="accent1">
              <a:alpha val="0"/>
            </a:schemeClr>
          </a:solidFill>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Images</a:t>
            </a:r>
          </a:p>
        </p:txBody>
      </p:sp>
      <p:sp>
        <p:nvSpPr>
          <p:cNvPr id="141" name="Textplatzhalter 8">
            <a:hlinkClick r:id="rId10" action="ppaction://hlinksldjump"/>
            <a:extLst>
              <a:ext uri="{FF2B5EF4-FFF2-40B4-BE49-F238E27FC236}">
                <a16:creationId xmlns:a16="http://schemas.microsoft.com/office/drawing/2014/main" id="{8BFF8194-8303-CDC7-B996-DEE9BD08E1E4}"/>
              </a:ext>
            </a:extLst>
          </p:cNvPr>
          <p:cNvSpPr txBox="1">
            <a:spLocks/>
          </p:cNvSpPr>
          <p:nvPr/>
        </p:nvSpPr>
        <p:spPr bwMode="gray">
          <a:xfrm>
            <a:off x="8832504" y="1413264"/>
            <a:ext cx="1800000" cy="540000"/>
          </a:xfrm>
          <a:prstGeom prst="rect">
            <a:avLst/>
          </a:prstGeom>
          <a:solidFill>
            <a:schemeClr val="accent1">
              <a:alpha val="0"/>
            </a:schemeClr>
          </a:solid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05</a:t>
            </a:r>
          </a:p>
        </p:txBody>
      </p:sp>
      <p:sp>
        <p:nvSpPr>
          <p:cNvPr id="142" name="Textplatzhalter 2">
            <a:hlinkClick r:id="rId10" action="ppaction://hlinksldjump"/>
            <a:extLst>
              <a:ext uri="{FF2B5EF4-FFF2-40B4-BE49-F238E27FC236}">
                <a16:creationId xmlns:a16="http://schemas.microsoft.com/office/drawing/2014/main" id="{9D5AAE7B-6F1F-2F5D-0102-9139872A7157}"/>
              </a:ext>
            </a:extLst>
          </p:cNvPr>
          <p:cNvSpPr txBox="1">
            <a:spLocks/>
          </p:cNvSpPr>
          <p:nvPr/>
        </p:nvSpPr>
        <p:spPr bwMode="invGray">
          <a:xfrm>
            <a:off x="8832504" y="1989408"/>
            <a:ext cx="1800000" cy="720000"/>
          </a:xfrm>
          <a:prstGeom prst="rect">
            <a:avLst/>
          </a:prstGeom>
          <a:solidFill>
            <a:schemeClr val="accent1">
              <a:alpha val="0"/>
            </a:schemeClr>
          </a:solidFill>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Processes</a:t>
            </a:r>
            <a:br>
              <a:rPr lang="en-US" dirty="0"/>
            </a:br>
            <a:r>
              <a:rPr lang="en-US" dirty="0"/>
              <a:t>and phases</a:t>
            </a:r>
          </a:p>
        </p:txBody>
      </p:sp>
      <p:sp>
        <p:nvSpPr>
          <p:cNvPr id="144" name="Textplatzhalter 8">
            <a:hlinkClick r:id="rId11" action="ppaction://hlinksldjump"/>
            <a:extLst>
              <a:ext uri="{FF2B5EF4-FFF2-40B4-BE49-F238E27FC236}">
                <a16:creationId xmlns:a16="http://schemas.microsoft.com/office/drawing/2014/main" id="{86022F8F-7D20-A83F-4A6B-BD1D4315E019}"/>
              </a:ext>
            </a:extLst>
          </p:cNvPr>
          <p:cNvSpPr txBox="1">
            <a:spLocks/>
          </p:cNvSpPr>
          <p:nvPr/>
        </p:nvSpPr>
        <p:spPr bwMode="gray">
          <a:xfrm>
            <a:off x="479376" y="2997196"/>
            <a:ext cx="1800000" cy="540000"/>
          </a:xfrm>
          <a:prstGeom prst="rect">
            <a:avLst/>
          </a:prstGeom>
          <a:solidFill>
            <a:schemeClr val="accent1">
              <a:alpha val="0"/>
            </a:schemeClr>
          </a:solid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06</a:t>
            </a:r>
          </a:p>
        </p:txBody>
      </p:sp>
      <p:sp>
        <p:nvSpPr>
          <p:cNvPr id="145" name="Textplatzhalter 2">
            <a:hlinkClick r:id="rId11" action="ppaction://hlinksldjump"/>
            <a:extLst>
              <a:ext uri="{FF2B5EF4-FFF2-40B4-BE49-F238E27FC236}">
                <a16:creationId xmlns:a16="http://schemas.microsoft.com/office/drawing/2014/main" id="{578307A2-F0D2-BE41-7213-56C66FC45117}"/>
              </a:ext>
            </a:extLst>
          </p:cNvPr>
          <p:cNvSpPr txBox="1">
            <a:spLocks/>
          </p:cNvSpPr>
          <p:nvPr/>
        </p:nvSpPr>
        <p:spPr bwMode="invGray">
          <a:xfrm>
            <a:off x="479376" y="3573340"/>
            <a:ext cx="1800000" cy="720000"/>
          </a:xfrm>
          <a:prstGeom prst="rect">
            <a:avLst/>
          </a:prstGeom>
          <a:solidFill>
            <a:schemeClr val="accent1">
              <a:alpha val="0"/>
            </a:schemeClr>
          </a:solidFill>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Project plans</a:t>
            </a:r>
            <a:br>
              <a:rPr lang="en-US" dirty="0"/>
            </a:br>
            <a:r>
              <a:rPr lang="en-US" dirty="0"/>
              <a:t>and timelines</a:t>
            </a:r>
          </a:p>
        </p:txBody>
      </p:sp>
      <p:sp>
        <p:nvSpPr>
          <p:cNvPr id="146" name="Textplatzhalter 8">
            <a:hlinkClick r:id="rId12" action="ppaction://hlinksldjump"/>
            <a:extLst>
              <a:ext uri="{FF2B5EF4-FFF2-40B4-BE49-F238E27FC236}">
                <a16:creationId xmlns:a16="http://schemas.microsoft.com/office/drawing/2014/main" id="{A0548ADE-233E-96C6-FA1B-6037C726F119}"/>
              </a:ext>
            </a:extLst>
          </p:cNvPr>
          <p:cNvSpPr txBox="1">
            <a:spLocks/>
          </p:cNvSpPr>
          <p:nvPr/>
        </p:nvSpPr>
        <p:spPr bwMode="gray">
          <a:xfrm>
            <a:off x="6744167" y="2997196"/>
            <a:ext cx="1800000" cy="540000"/>
          </a:xfrm>
          <a:prstGeom prst="rect">
            <a:avLst/>
          </a:prstGeom>
          <a:solidFill>
            <a:schemeClr val="accent1">
              <a:alpha val="0"/>
            </a:schemeClr>
          </a:solid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09</a:t>
            </a:r>
          </a:p>
        </p:txBody>
      </p:sp>
      <p:sp>
        <p:nvSpPr>
          <p:cNvPr id="147" name="Textplatzhalter 2">
            <a:hlinkClick r:id="rId12" action="ppaction://hlinksldjump"/>
            <a:extLst>
              <a:ext uri="{FF2B5EF4-FFF2-40B4-BE49-F238E27FC236}">
                <a16:creationId xmlns:a16="http://schemas.microsoft.com/office/drawing/2014/main" id="{6D4613B2-D178-8F4F-B569-692CC3AA550D}"/>
              </a:ext>
            </a:extLst>
          </p:cNvPr>
          <p:cNvSpPr txBox="1">
            <a:spLocks/>
          </p:cNvSpPr>
          <p:nvPr/>
        </p:nvSpPr>
        <p:spPr bwMode="invGray">
          <a:xfrm>
            <a:off x="6744167" y="3573340"/>
            <a:ext cx="1800000" cy="720000"/>
          </a:xfrm>
          <a:prstGeom prst="rect">
            <a:avLst/>
          </a:prstGeom>
          <a:solidFill>
            <a:schemeClr val="accent1">
              <a:alpha val="0"/>
            </a:schemeClr>
          </a:solidFill>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Data</a:t>
            </a:r>
            <a:br>
              <a:rPr lang="en-US" dirty="0"/>
            </a:br>
            <a:r>
              <a:rPr lang="en-US" dirty="0"/>
              <a:t>visualization</a:t>
            </a:r>
          </a:p>
        </p:txBody>
      </p:sp>
      <p:sp>
        <p:nvSpPr>
          <p:cNvPr id="149" name="Textplatzhalter 8">
            <a:hlinkClick r:id="" action="ppaction://noaction"/>
            <a:extLst>
              <a:ext uri="{FF2B5EF4-FFF2-40B4-BE49-F238E27FC236}">
                <a16:creationId xmlns:a16="http://schemas.microsoft.com/office/drawing/2014/main" id="{B32A643D-1381-0F5D-4E45-A74B153062C0}"/>
              </a:ext>
            </a:extLst>
          </p:cNvPr>
          <p:cNvSpPr txBox="1">
            <a:spLocks/>
          </p:cNvSpPr>
          <p:nvPr/>
        </p:nvSpPr>
        <p:spPr bwMode="gray">
          <a:xfrm>
            <a:off x="8832504" y="2997196"/>
            <a:ext cx="1800000" cy="540000"/>
          </a:xfrm>
          <a:prstGeom prst="rect">
            <a:avLst/>
          </a:prstGeom>
          <a:solidFill>
            <a:schemeClr val="accent1">
              <a:alpha val="0"/>
            </a:schemeClr>
          </a:solid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10</a:t>
            </a:r>
          </a:p>
        </p:txBody>
      </p:sp>
      <p:sp>
        <p:nvSpPr>
          <p:cNvPr id="150" name="Textplatzhalter 2">
            <a:hlinkClick r:id="" action="ppaction://noaction"/>
            <a:extLst>
              <a:ext uri="{FF2B5EF4-FFF2-40B4-BE49-F238E27FC236}">
                <a16:creationId xmlns:a16="http://schemas.microsoft.com/office/drawing/2014/main" id="{810B4B07-4F68-EED6-A936-CAD37844D6A0}"/>
              </a:ext>
            </a:extLst>
          </p:cNvPr>
          <p:cNvSpPr txBox="1">
            <a:spLocks/>
          </p:cNvSpPr>
          <p:nvPr/>
        </p:nvSpPr>
        <p:spPr bwMode="invGray">
          <a:xfrm>
            <a:off x="8832504" y="3573340"/>
            <a:ext cx="1800000" cy="720000"/>
          </a:xfrm>
          <a:prstGeom prst="rect">
            <a:avLst/>
          </a:prstGeom>
          <a:solidFill>
            <a:schemeClr val="accent1">
              <a:alpha val="0"/>
            </a:schemeClr>
          </a:solidFill>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Maps</a:t>
            </a:r>
          </a:p>
        </p:txBody>
      </p:sp>
      <p:sp>
        <p:nvSpPr>
          <p:cNvPr id="151" name="Textplatzhalter 8">
            <a:hlinkClick r:id="rId13" action="ppaction://hlinksldjump"/>
            <a:extLst>
              <a:ext uri="{FF2B5EF4-FFF2-40B4-BE49-F238E27FC236}">
                <a16:creationId xmlns:a16="http://schemas.microsoft.com/office/drawing/2014/main" id="{7CA4837D-7DA9-84CF-1896-9332808C4272}"/>
              </a:ext>
            </a:extLst>
          </p:cNvPr>
          <p:cNvSpPr txBox="1">
            <a:spLocks/>
          </p:cNvSpPr>
          <p:nvPr/>
        </p:nvSpPr>
        <p:spPr bwMode="gray">
          <a:xfrm>
            <a:off x="479376" y="4581128"/>
            <a:ext cx="1800000" cy="540000"/>
          </a:xfrm>
          <a:prstGeom prst="rect">
            <a:avLst/>
          </a:prstGeom>
          <a:solidFill>
            <a:schemeClr val="accent1">
              <a:alpha val="0"/>
            </a:schemeClr>
          </a:solid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11</a:t>
            </a:r>
          </a:p>
        </p:txBody>
      </p:sp>
      <p:sp>
        <p:nvSpPr>
          <p:cNvPr id="152" name="Textplatzhalter 2">
            <a:hlinkClick r:id="rId13" action="ppaction://hlinksldjump"/>
            <a:extLst>
              <a:ext uri="{FF2B5EF4-FFF2-40B4-BE49-F238E27FC236}">
                <a16:creationId xmlns:a16="http://schemas.microsoft.com/office/drawing/2014/main" id="{E007CDD4-C4A9-3340-A096-92BFE5EED595}"/>
              </a:ext>
            </a:extLst>
          </p:cNvPr>
          <p:cNvSpPr txBox="1">
            <a:spLocks/>
          </p:cNvSpPr>
          <p:nvPr/>
        </p:nvSpPr>
        <p:spPr bwMode="invGray">
          <a:xfrm>
            <a:off x="479376" y="5157272"/>
            <a:ext cx="1800000" cy="720000"/>
          </a:xfrm>
          <a:prstGeom prst="rect">
            <a:avLst/>
          </a:prstGeom>
          <a:solidFill>
            <a:schemeClr val="accent1">
              <a:alpha val="0"/>
            </a:schemeClr>
          </a:solidFill>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Static </a:t>
            </a:r>
            <a:br>
              <a:rPr lang="en-US" dirty="0"/>
            </a:br>
            <a:r>
              <a:rPr lang="en-US" dirty="0"/>
              <a:t>elements</a:t>
            </a:r>
          </a:p>
        </p:txBody>
      </p:sp>
      <p:sp>
        <p:nvSpPr>
          <p:cNvPr id="13" name="Textplatzhalter 8">
            <a:hlinkClick r:id="" action="ppaction://noaction"/>
            <a:extLst>
              <a:ext uri="{FF2B5EF4-FFF2-40B4-BE49-F238E27FC236}">
                <a16:creationId xmlns:a16="http://schemas.microsoft.com/office/drawing/2014/main" id="{698D31D2-9BFA-7A3C-2F06-0BC7FDFE1242}"/>
              </a:ext>
            </a:extLst>
          </p:cNvPr>
          <p:cNvSpPr txBox="1">
            <a:spLocks/>
          </p:cNvSpPr>
          <p:nvPr/>
        </p:nvSpPr>
        <p:spPr bwMode="gray">
          <a:xfrm>
            <a:off x="2567812" y="2997196"/>
            <a:ext cx="1800000" cy="540000"/>
          </a:xfrm>
          <a:prstGeom prst="rect">
            <a:avLst/>
          </a:prstGeom>
          <a:solidFill>
            <a:schemeClr val="accent1">
              <a:alpha val="0"/>
            </a:schemeClr>
          </a:solid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07</a:t>
            </a:r>
          </a:p>
        </p:txBody>
      </p:sp>
      <p:sp>
        <p:nvSpPr>
          <p:cNvPr id="14" name="Textplatzhalter 2">
            <a:hlinkClick r:id="" action="ppaction://noaction"/>
            <a:extLst>
              <a:ext uri="{FF2B5EF4-FFF2-40B4-BE49-F238E27FC236}">
                <a16:creationId xmlns:a16="http://schemas.microsoft.com/office/drawing/2014/main" id="{28F63BD6-A899-EC72-160D-BBD1DCB2C842}"/>
              </a:ext>
            </a:extLst>
          </p:cNvPr>
          <p:cNvSpPr txBox="1">
            <a:spLocks/>
          </p:cNvSpPr>
          <p:nvPr/>
        </p:nvSpPr>
        <p:spPr bwMode="invGray">
          <a:xfrm>
            <a:off x="2567707" y="3573340"/>
            <a:ext cx="1800000" cy="720000"/>
          </a:xfrm>
          <a:prstGeom prst="rect">
            <a:avLst/>
          </a:prstGeom>
          <a:solidFill>
            <a:schemeClr val="accent1">
              <a:alpha val="0"/>
            </a:schemeClr>
          </a:solidFill>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Organization</a:t>
            </a:r>
          </a:p>
        </p:txBody>
      </p:sp>
      <p:sp>
        <p:nvSpPr>
          <p:cNvPr id="15" name="Textplatzhalter 8">
            <a:hlinkClick r:id="rId14" action="ppaction://hlinksldjump"/>
            <a:extLst>
              <a:ext uri="{FF2B5EF4-FFF2-40B4-BE49-F238E27FC236}">
                <a16:creationId xmlns:a16="http://schemas.microsoft.com/office/drawing/2014/main" id="{F34C7127-995E-203C-1F50-E00964B91375}"/>
              </a:ext>
            </a:extLst>
          </p:cNvPr>
          <p:cNvSpPr txBox="1">
            <a:spLocks/>
          </p:cNvSpPr>
          <p:nvPr/>
        </p:nvSpPr>
        <p:spPr bwMode="gray">
          <a:xfrm>
            <a:off x="4655904" y="2997196"/>
            <a:ext cx="1800000" cy="540000"/>
          </a:xfrm>
          <a:prstGeom prst="rect">
            <a:avLst/>
          </a:prstGeom>
          <a:solidFill>
            <a:schemeClr val="accent1">
              <a:alpha val="0"/>
            </a:schemeClr>
          </a:solid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08</a:t>
            </a:r>
          </a:p>
        </p:txBody>
      </p:sp>
      <p:sp>
        <p:nvSpPr>
          <p:cNvPr id="16" name="Textplatzhalter 2">
            <a:hlinkClick r:id="rId14" action="ppaction://hlinksldjump"/>
            <a:extLst>
              <a:ext uri="{FF2B5EF4-FFF2-40B4-BE49-F238E27FC236}">
                <a16:creationId xmlns:a16="http://schemas.microsoft.com/office/drawing/2014/main" id="{146BA291-1BA5-8A63-0F32-8BC12FF81B66}"/>
              </a:ext>
            </a:extLst>
          </p:cNvPr>
          <p:cNvSpPr txBox="1">
            <a:spLocks/>
          </p:cNvSpPr>
          <p:nvPr/>
        </p:nvSpPr>
        <p:spPr bwMode="invGray">
          <a:xfrm>
            <a:off x="4655904" y="3573340"/>
            <a:ext cx="1800000" cy="720000"/>
          </a:xfrm>
          <a:prstGeom prst="rect">
            <a:avLst/>
          </a:prstGeom>
          <a:solidFill>
            <a:schemeClr val="accent1">
              <a:alpha val="0"/>
            </a:schemeClr>
          </a:solidFill>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Tables</a:t>
            </a:r>
          </a:p>
        </p:txBody>
      </p:sp>
      <p:sp>
        <p:nvSpPr>
          <p:cNvPr id="18" name="Textplatzhalter 8">
            <a:hlinkClick r:id="" action="ppaction://noaction"/>
            <a:extLst>
              <a:ext uri="{FF2B5EF4-FFF2-40B4-BE49-F238E27FC236}">
                <a16:creationId xmlns:a16="http://schemas.microsoft.com/office/drawing/2014/main" id="{13605D06-FD25-B70F-CFC1-D7793C3641AA}"/>
              </a:ext>
            </a:extLst>
          </p:cNvPr>
          <p:cNvSpPr txBox="1">
            <a:spLocks/>
          </p:cNvSpPr>
          <p:nvPr/>
        </p:nvSpPr>
        <p:spPr bwMode="gray">
          <a:xfrm>
            <a:off x="2567707" y="4581128"/>
            <a:ext cx="1800000" cy="540000"/>
          </a:xfrm>
          <a:prstGeom prst="rect">
            <a:avLst/>
          </a:prstGeom>
          <a:solidFill>
            <a:schemeClr val="accent1">
              <a:alpha val="0"/>
            </a:schemeClr>
          </a:solid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12</a:t>
            </a:r>
          </a:p>
        </p:txBody>
      </p:sp>
      <p:sp>
        <p:nvSpPr>
          <p:cNvPr id="19" name="Textplatzhalter 2">
            <a:hlinkClick r:id="" action="ppaction://noaction"/>
            <a:extLst>
              <a:ext uri="{FF2B5EF4-FFF2-40B4-BE49-F238E27FC236}">
                <a16:creationId xmlns:a16="http://schemas.microsoft.com/office/drawing/2014/main" id="{A0BC577A-BC3D-CB36-2536-CA4206C9BD01}"/>
              </a:ext>
            </a:extLst>
          </p:cNvPr>
          <p:cNvSpPr txBox="1">
            <a:spLocks/>
          </p:cNvSpPr>
          <p:nvPr/>
        </p:nvSpPr>
        <p:spPr bwMode="invGray">
          <a:xfrm>
            <a:off x="2567707" y="5157272"/>
            <a:ext cx="1800000" cy="720000"/>
          </a:xfrm>
          <a:prstGeom prst="rect">
            <a:avLst/>
          </a:prstGeom>
          <a:solidFill>
            <a:schemeClr val="accent1">
              <a:alpha val="0"/>
            </a:schemeClr>
          </a:solidFill>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Dynamic </a:t>
            </a:r>
            <a:br>
              <a:rPr lang="en-US" dirty="0"/>
            </a:br>
            <a:r>
              <a:rPr lang="en-US" dirty="0"/>
              <a:t>elements</a:t>
            </a:r>
          </a:p>
        </p:txBody>
      </p:sp>
      <p:sp>
        <p:nvSpPr>
          <p:cNvPr id="20" name="Textplatzhalter 8">
            <a:hlinkClick r:id="rId15" action="ppaction://hlinksldjump"/>
            <a:extLst>
              <a:ext uri="{FF2B5EF4-FFF2-40B4-BE49-F238E27FC236}">
                <a16:creationId xmlns:a16="http://schemas.microsoft.com/office/drawing/2014/main" id="{CBECDBBD-81EA-C9B4-61BC-FD216736174E}"/>
              </a:ext>
            </a:extLst>
          </p:cNvPr>
          <p:cNvSpPr txBox="1">
            <a:spLocks/>
          </p:cNvSpPr>
          <p:nvPr/>
        </p:nvSpPr>
        <p:spPr bwMode="gray">
          <a:xfrm>
            <a:off x="4655904" y="4581128"/>
            <a:ext cx="1800000" cy="540000"/>
          </a:xfrm>
          <a:prstGeom prst="rect">
            <a:avLst/>
          </a:prstGeom>
          <a:solidFill>
            <a:schemeClr val="accent1">
              <a:alpha val="0"/>
            </a:schemeClr>
          </a:solid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13</a:t>
            </a:r>
          </a:p>
        </p:txBody>
      </p:sp>
      <p:sp>
        <p:nvSpPr>
          <p:cNvPr id="21" name="Textplatzhalter 2">
            <a:hlinkClick r:id="rId15" action="ppaction://hlinksldjump"/>
            <a:extLst>
              <a:ext uri="{FF2B5EF4-FFF2-40B4-BE49-F238E27FC236}">
                <a16:creationId xmlns:a16="http://schemas.microsoft.com/office/drawing/2014/main" id="{06C3A4EB-1C27-F698-D17A-E5FD495D8A56}"/>
              </a:ext>
            </a:extLst>
          </p:cNvPr>
          <p:cNvSpPr txBox="1">
            <a:spLocks/>
          </p:cNvSpPr>
          <p:nvPr/>
        </p:nvSpPr>
        <p:spPr bwMode="invGray">
          <a:xfrm>
            <a:off x="4655904" y="5157272"/>
            <a:ext cx="1800000" cy="720000"/>
          </a:xfrm>
          <a:prstGeom prst="rect">
            <a:avLst/>
          </a:prstGeom>
          <a:solidFill>
            <a:schemeClr val="accent1">
              <a:alpha val="0"/>
            </a:schemeClr>
          </a:solidFill>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Title slides with internal branding</a:t>
            </a:r>
          </a:p>
        </p:txBody>
      </p:sp>
      <p:sp>
        <p:nvSpPr>
          <p:cNvPr id="2" name="Textplatzhalter 8">
            <a:hlinkClick r:id="rId15" action="ppaction://hlinksldjump"/>
            <a:extLst>
              <a:ext uri="{FF2B5EF4-FFF2-40B4-BE49-F238E27FC236}">
                <a16:creationId xmlns:a16="http://schemas.microsoft.com/office/drawing/2014/main" id="{0D097E3F-5CEE-691F-4376-053A4E3D1D02}"/>
              </a:ext>
            </a:extLst>
          </p:cNvPr>
          <p:cNvSpPr txBox="1">
            <a:spLocks/>
          </p:cNvSpPr>
          <p:nvPr/>
        </p:nvSpPr>
        <p:spPr bwMode="gray">
          <a:xfrm>
            <a:off x="6744167" y="4581128"/>
            <a:ext cx="1944000" cy="540000"/>
          </a:xfrm>
          <a:prstGeom prst="rect">
            <a:avLst/>
          </a:prstGeom>
          <a:solidFill>
            <a:schemeClr val="accent1">
              <a:alpha val="0"/>
            </a:schemeClr>
          </a:solid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14</a:t>
            </a:r>
          </a:p>
        </p:txBody>
      </p:sp>
      <p:sp>
        <p:nvSpPr>
          <p:cNvPr id="3" name="Textplatzhalter 2">
            <a:hlinkClick r:id="rId15" action="ppaction://hlinksldjump"/>
            <a:extLst>
              <a:ext uri="{FF2B5EF4-FFF2-40B4-BE49-F238E27FC236}">
                <a16:creationId xmlns:a16="http://schemas.microsoft.com/office/drawing/2014/main" id="{985BD65B-6612-32FF-B8CC-DCFCDE6303F3}"/>
              </a:ext>
            </a:extLst>
          </p:cNvPr>
          <p:cNvSpPr txBox="1">
            <a:spLocks/>
          </p:cNvSpPr>
          <p:nvPr/>
        </p:nvSpPr>
        <p:spPr bwMode="invGray">
          <a:xfrm>
            <a:off x="6744166" y="5157272"/>
            <a:ext cx="1944000" cy="720000"/>
          </a:xfrm>
          <a:prstGeom prst="rect">
            <a:avLst/>
          </a:prstGeom>
          <a:solidFill>
            <a:schemeClr val="accent1">
              <a:alpha val="0"/>
            </a:schemeClr>
          </a:solidFill>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Images, Illustrations and Icons</a:t>
            </a:r>
          </a:p>
        </p:txBody>
      </p:sp>
    </p:spTree>
    <p:extLst>
      <p:ext uri="{BB962C8B-B14F-4D97-AF65-F5344CB8AC3E}">
        <p14:creationId xmlns:p14="http://schemas.microsoft.com/office/powerpoint/2010/main" val="759219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a:extLst>
              <a:ext uri="{FF2B5EF4-FFF2-40B4-BE49-F238E27FC236}">
                <a16:creationId xmlns:a16="http://schemas.microsoft.com/office/drawing/2014/main" id="{7867D6EB-FB6D-CD8E-1EAB-2C7733796DE0}"/>
              </a:ext>
            </a:extLst>
          </p:cNvPr>
          <p:cNvSpPr>
            <a:spLocks noGrp="1"/>
          </p:cNvSpPr>
          <p:nvPr>
            <p:ph type="title"/>
          </p:nvPr>
        </p:nvSpPr>
        <p:spPr bwMode="gray">
          <a:xfrm>
            <a:off x="479424" y="1412874"/>
            <a:ext cx="7632701" cy="1799861"/>
          </a:xfrm>
        </p:spPr>
        <p:txBody>
          <a:bodyPr/>
          <a:lstStyle/>
          <a:p>
            <a:r>
              <a:rPr lang="en-US" dirty="0"/>
              <a:t>Name of the current chapter</a:t>
            </a:r>
          </a:p>
        </p:txBody>
      </p:sp>
      <p:sp>
        <p:nvSpPr>
          <p:cNvPr id="9" name="Untertitel 8">
            <a:extLst>
              <a:ext uri="{FF2B5EF4-FFF2-40B4-BE49-F238E27FC236}">
                <a16:creationId xmlns:a16="http://schemas.microsoft.com/office/drawing/2014/main" id="{07BC3701-570B-A06E-7567-9E2E706FE193}"/>
              </a:ext>
            </a:extLst>
          </p:cNvPr>
          <p:cNvSpPr>
            <a:spLocks noGrp="1"/>
          </p:cNvSpPr>
          <p:nvPr>
            <p:ph type="subTitle" idx="14"/>
          </p:nvPr>
        </p:nvSpPr>
        <p:spPr bwMode="invGray">
          <a:xfrm>
            <a:off x="479424" y="3573016"/>
            <a:ext cx="7632701" cy="792088"/>
          </a:xfrm>
        </p:spPr>
        <p:txBody>
          <a:bodyPr/>
          <a:lstStyle/>
          <a:p>
            <a:r>
              <a:rPr lang="en-US" dirty="0"/>
              <a:t>Optional short description</a:t>
            </a:r>
          </a:p>
        </p:txBody>
      </p:sp>
      <p:sp>
        <p:nvSpPr>
          <p:cNvPr id="10" name="Foliennummernplatzhalter 9">
            <a:extLst>
              <a:ext uri="{FF2B5EF4-FFF2-40B4-BE49-F238E27FC236}">
                <a16:creationId xmlns:a16="http://schemas.microsoft.com/office/drawing/2014/main" id="{D10C84FA-F217-3580-6504-F4478089A1F6}"/>
              </a:ext>
            </a:extLst>
          </p:cNvPr>
          <p:cNvSpPr>
            <a:spLocks noGrp="1"/>
          </p:cNvSpPr>
          <p:nvPr>
            <p:ph type="sldNum" sz="quarter" idx="16"/>
          </p:nvPr>
        </p:nvSpPr>
        <p:spPr bwMode="invGray">
          <a:xfrm>
            <a:off x="11424592" y="6246836"/>
            <a:ext cx="288000" cy="288000"/>
          </a:xfrm>
        </p:spPr>
        <p:txBody>
          <a:bodyPr/>
          <a:lstStyle/>
          <a:p>
            <a:fld id="{8FF9B0DE-3FEB-4AA0-B465-B80EF7C1333D}" type="slidenum">
              <a:rPr lang="en-US" smtClean="0"/>
              <a:pPr/>
              <a:t>5</a:t>
            </a:fld>
            <a:endParaRPr lang="en-US" dirty="0"/>
          </a:p>
        </p:txBody>
      </p:sp>
      <p:sp>
        <p:nvSpPr>
          <p:cNvPr id="5" name="Fußzeilenplatzhalter 4">
            <a:extLst>
              <a:ext uri="{FF2B5EF4-FFF2-40B4-BE49-F238E27FC236}">
                <a16:creationId xmlns:a16="http://schemas.microsoft.com/office/drawing/2014/main" id="{8B00B131-A0A4-3024-CF0D-C1EBA8B5C475}"/>
              </a:ext>
            </a:extLst>
          </p:cNvPr>
          <p:cNvSpPr>
            <a:spLocks noGrp="1"/>
          </p:cNvSpPr>
          <p:nvPr>
            <p:ph type="ftr" sz="quarter" idx="19"/>
          </p:nvPr>
        </p:nvSpPr>
        <p:spPr bwMode="invGray">
          <a:xfrm>
            <a:off x="6312024" y="6246836"/>
            <a:ext cx="5040560" cy="288000"/>
          </a:xfrm>
        </p:spPr>
        <p:txBody>
          <a:bodyPr/>
          <a:lstStyle/>
          <a:p>
            <a:r>
              <a:rPr lang="en-US" dirty="0"/>
              <a:t>Slide library    |     ONLY FOR INTERNAL USE</a:t>
            </a:r>
          </a:p>
        </p:txBody>
      </p:sp>
      <p:pic>
        <p:nvPicPr>
          <p:cNvPr id="3" name="Grafik 2">
            <a:extLst>
              <a:ext uri="{FF2B5EF4-FFF2-40B4-BE49-F238E27FC236}">
                <a16:creationId xmlns:a16="http://schemas.microsoft.com/office/drawing/2014/main" id="{A138D1E9-BEC1-9B87-BCB6-5E0E9E8478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30558" y="1647044"/>
            <a:ext cx="3996444" cy="3996444"/>
          </a:xfrm>
          <a:prstGeom prst="rect">
            <a:avLst/>
          </a:prstGeom>
        </p:spPr>
      </p:pic>
    </p:spTree>
    <p:extLst>
      <p:ext uri="{BB962C8B-B14F-4D97-AF65-F5344CB8AC3E}">
        <p14:creationId xmlns:p14="http://schemas.microsoft.com/office/powerpoint/2010/main" val="1015185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A9EC5CFE-E473-EBD0-E1B4-E4B2B4C061CD}"/>
              </a:ext>
            </a:extLst>
          </p:cNvPr>
          <p:cNvSpPr/>
          <p:nvPr/>
        </p:nvSpPr>
        <p:spPr bwMode="gray">
          <a:xfrm>
            <a:off x="0" y="0"/>
            <a:ext cx="12192000" cy="6858000"/>
          </a:xfrm>
          <a:prstGeom prst="rect">
            <a:avLst/>
          </a:prstGeom>
          <a:solidFill>
            <a:srgbClr val="C5C3E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pic>
        <p:nvPicPr>
          <p:cNvPr id="14" name="Grafik 13">
            <a:extLst>
              <a:ext uri="{FF2B5EF4-FFF2-40B4-BE49-F238E27FC236}">
                <a16:creationId xmlns:a16="http://schemas.microsoft.com/office/drawing/2014/main" id="{ADC91B03-7FE6-7021-D0A6-2FDF62A07CBA}"/>
              </a:ext>
            </a:extLst>
          </p:cNvPr>
          <p:cNvPicPr>
            <a:picLocks noChangeAspect="1"/>
          </p:cNvPicPr>
          <p:nvPr/>
        </p:nvPicPr>
        <p:blipFill rotWithShape="1">
          <a:blip>
            <a:extLst>
              <a:ext uri="{96DAC541-7B7A-43D3-8B79-37D633B846F1}">
                <asvg:svgBlip xmlns:asvg="http://schemas.microsoft.com/office/drawing/2016/SVG/main" r:embed="rId3"/>
              </a:ext>
            </a:extLst>
          </a:blip>
          <a:srcRect l="21624" r="19352"/>
          <a:stretch/>
        </p:blipFill>
        <p:spPr>
          <a:xfrm>
            <a:off x="6312024" y="1254392"/>
            <a:ext cx="5879976" cy="5603609"/>
          </a:xfrm>
          <a:prstGeom prst="rect">
            <a:avLst/>
          </a:prstGeom>
        </p:spPr>
      </p:pic>
      <p:sp>
        <p:nvSpPr>
          <p:cNvPr id="8" name="Titel 7">
            <a:extLst>
              <a:ext uri="{FF2B5EF4-FFF2-40B4-BE49-F238E27FC236}">
                <a16:creationId xmlns:a16="http://schemas.microsoft.com/office/drawing/2014/main" id="{7867D6EB-FB6D-CD8E-1EAB-2C7733796DE0}"/>
              </a:ext>
            </a:extLst>
          </p:cNvPr>
          <p:cNvSpPr>
            <a:spLocks noGrp="1"/>
          </p:cNvSpPr>
          <p:nvPr>
            <p:ph type="title"/>
          </p:nvPr>
        </p:nvSpPr>
        <p:spPr>
          <a:xfrm>
            <a:off x="479424" y="1412874"/>
            <a:ext cx="7632701" cy="1799861"/>
          </a:xfrm>
        </p:spPr>
        <p:txBody>
          <a:bodyPr/>
          <a:lstStyle/>
          <a:p>
            <a:r>
              <a:rPr lang="en-US" dirty="0">
                <a:solidFill>
                  <a:srgbClr val="5D4495"/>
                </a:solidFill>
              </a:rPr>
              <a:t>This is a specific </a:t>
            </a:r>
            <a:br>
              <a:rPr lang="en-US" dirty="0">
                <a:solidFill>
                  <a:srgbClr val="5D4495"/>
                </a:solidFill>
              </a:rPr>
            </a:br>
            <a:r>
              <a:rPr lang="en-US" dirty="0">
                <a:solidFill>
                  <a:srgbClr val="5D4495"/>
                </a:solidFill>
              </a:rPr>
              <a:t>section in 2 lines</a:t>
            </a:r>
          </a:p>
        </p:txBody>
      </p:sp>
      <p:sp>
        <p:nvSpPr>
          <p:cNvPr id="9" name="Untertitel 8">
            <a:extLst>
              <a:ext uri="{FF2B5EF4-FFF2-40B4-BE49-F238E27FC236}">
                <a16:creationId xmlns:a16="http://schemas.microsoft.com/office/drawing/2014/main" id="{07BC3701-570B-A06E-7567-9E2E706FE193}"/>
              </a:ext>
            </a:extLst>
          </p:cNvPr>
          <p:cNvSpPr>
            <a:spLocks noGrp="1"/>
          </p:cNvSpPr>
          <p:nvPr>
            <p:ph type="subTitle" idx="14"/>
          </p:nvPr>
        </p:nvSpPr>
        <p:spPr>
          <a:xfrm>
            <a:off x="479424" y="3573016"/>
            <a:ext cx="7632701" cy="792088"/>
          </a:xfrm>
        </p:spPr>
        <p:txBody>
          <a:bodyPr/>
          <a:lstStyle/>
          <a:p>
            <a:r>
              <a:rPr lang="en-US" dirty="0"/>
              <a:t>Optional short description</a:t>
            </a:r>
          </a:p>
        </p:txBody>
      </p:sp>
      <p:sp>
        <p:nvSpPr>
          <p:cNvPr id="3" name="Foliennummernplatzhalter 2">
            <a:extLst>
              <a:ext uri="{FF2B5EF4-FFF2-40B4-BE49-F238E27FC236}">
                <a16:creationId xmlns:a16="http://schemas.microsoft.com/office/drawing/2014/main" id="{9E2F64C8-2492-7D1F-CB7A-AFDA21F4C588}"/>
              </a:ext>
            </a:extLst>
          </p:cNvPr>
          <p:cNvSpPr>
            <a:spLocks noGrp="1"/>
          </p:cNvSpPr>
          <p:nvPr>
            <p:ph type="sldNum" sz="quarter" idx="16"/>
          </p:nvPr>
        </p:nvSpPr>
        <p:spPr>
          <a:xfrm>
            <a:off x="11424592" y="6246836"/>
            <a:ext cx="288000" cy="288000"/>
          </a:xfrm>
        </p:spPr>
        <p:txBody>
          <a:bodyPr/>
          <a:lstStyle/>
          <a:p>
            <a:fld id="{8FF9B0DE-3FEB-4AA0-B465-B80EF7C1333D}" type="slidenum">
              <a:rPr lang="en-US" smtClean="0"/>
              <a:pPr/>
              <a:t>6</a:t>
            </a:fld>
            <a:endParaRPr lang="en-US" dirty="0"/>
          </a:p>
        </p:txBody>
      </p:sp>
      <p:sp>
        <p:nvSpPr>
          <p:cNvPr id="5" name="Fußzeilenplatzhalter 4">
            <a:extLst>
              <a:ext uri="{FF2B5EF4-FFF2-40B4-BE49-F238E27FC236}">
                <a16:creationId xmlns:a16="http://schemas.microsoft.com/office/drawing/2014/main" id="{8B00B131-A0A4-3024-CF0D-C1EBA8B5C475}"/>
              </a:ext>
            </a:extLst>
          </p:cNvPr>
          <p:cNvSpPr>
            <a:spLocks noGrp="1"/>
          </p:cNvSpPr>
          <p:nvPr>
            <p:ph type="ftr" sz="quarter" idx="19"/>
          </p:nvPr>
        </p:nvSpPr>
        <p:spPr>
          <a:xfrm>
            <a:off x="6312024" y="6246836"/>
            <a:ext cx="5040560" cy="288000"/>
          </a:xfrm>
        </p:spPr>
        <p:txBody>
          <a:bodyPr/>
          <a:lstStyle/>
          <a:p>
            <a:r>
              <a:rPr lang="en-US" dirty="0"/>
              <a:t>Slide library    |     ONLY FOR INTERNAL USE</a:t>
            </a:r>
          </a:p>
        </p:txBody>
      </p:sp>
      <p:pic>
        <p:nvPicPr>
          <p:cNvPr id="4" name="Grafik 3">
            <a:extLst>
              <a:ext uri="{FF2B5EF4-FFF2-40B4-BE49-F238E27FC236}">
                <a16:creationId xmlns:a16="http://schemas.microsoft.com/office/drawing/2014/main" id="{B5F62FED-B4FA-E573-B2AE-B61F027E57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2012268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65F324EC-A7A4-4682-A32A-EE0E6F2C60A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5" name="Objekt 4" hidden="1">
                        <a:extLst>
                          <a:ext uri="{FF2B5EF4-FFF2-40B4-BE49-F238E27FC236}">
                            <a16:creationId xmlns:a16="http://schemas.microsoft.com/office/drawing/2014/main" id="{65F324EC-A7A4-4682-A32A-EE0E6F2C60A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extplatzhalter 5">
            <a:extLst>
              <a:ext uri="{FF2B5EF4-FFF2-40B4-BE49-F238E27FC236}">
                <a16:creationId xmlns:a16="http://schemas.microsoft.com/office/drawing/2014/main" id="{FEF49448-1537-2164-8E32-3600C577DA29}"/>
              </a:ext>
            </a:extLst>
          </p:cNvPr>
          <p:cNvSpPr>
            <a:spLocks noGrp="1"/>
          </p:cNvSpPr>
          <p:nvPr>
            <p:ph type="body" sz="quarter" idx="13"/>
          </p:nvPr>
        </p:nvSpPr>
        <p:spPr bwMode="invGray"/>
        <p:txBody>
          <a:bodyPr/>
          <a:lstStyle/>
          <a:p>
            <a:endParaRPr lang="en-US" dirty="0"/>
          </a:p>
        </p:txBody>
      </p:sp>
      <p:sp>
        <p:nvSpPr>
          <p:cNvPr id="45" name="Textplatzhalter 8">
            <a:extLst>
              <a:ext uri="{FF2B5EF4-FFF2-40B4-BE49-F238E27FC236}">
                <a16:creationId xmlns:a16="http://schemas.microsoft.com/office/drawing/2014/main" id="{A069869E-6FDE-2D7E-9792-655F06459D52}"/>
              </a:ext>
            </a:extLst>
          </p:cNvPr>
          <p:cNvSpPr txBox="1">
            <a:spLocks/>
          </p:cNvSpPr>
          <p:nvPr/>
        </p:nvSpPr>
        <p:spPr bwMode="gray">
          <a:xfrm>
            <a:off x="479481" y="911078"/>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01</a:t>
            </a:r>
          </a:p>
        </p:txBody>
      </p:sp>
      <p:sp>
        <p:nvSpPr>
          <p:cNvPr id="46" name="Textplatzhalter 2">
            <a:extLst>
              <a:ext uri="{FF2B5EF4-FFF2-40B4-BE49-F238E27FC236}">
                <a16:creationId xmlns:a16="http://schemas.microsoft.com/office/drawing/2014/main" id="{2F732AC3-8F5E-AE00-6574-5FD8A1DE79C6}"/>
              </a:ext>
            </a:extLst>
          </p:cNvPr>
          <p:cNvSpPr txBox="1">
            <a:spLocks/>
          </p:cNvSpPr>
          <p:nvPr/>
        </p:nvSpPr>
        <p:spPr bwMode="invGray">
          <a:xfrm>
            <a:off x="479376" y="1630750"/>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消费分层与价格敏感</a:t>
            </a:r>
            <a:br>
              <a:rPr lang="en-US" dirty="0"/>
            </a:br>
            <a:r>
              <a:rPr lang="en-US" dirty="0"/>
              <a:t>宠主比价、复购和大促行为增强，高端外资品牌</a:t>
            </a:r>
          </a:p>
        </p:txBody>
      </p:sp>
      <p:sp>
        <p:nvSpPr>
          <p:cNvPr id="48" name="Textplatzhalter 8">
            <a:extLst>
              <a:ext uri="{FF2B5EF4-FFF2-40B4-BE49-F238E27FC236}">
                <a16:creationId xmlns:a16="http://schemas.microsoft.com/office/drawing/2014/main" id="{3EF0A0E8-FCB6-8DC7-4F79-E458E6DC8476}"/>
              </a:ext>
            </a:extLst>
          </p:cNvPr>
          <p:cNvSpPr txBox="1">
            <a:spLocks/>
          </p:cNvSpPr>
          <p:nvPr/>
        </p:nvSpPr>
        <p:spPr bwMode="gray">
          <a:xfrm>
            <a:off x="3035901" y="911078"/>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02</a:t>
            </a:r>
          </a:p>
        </p:txBody>
      </p:sp>
      <p:sp>
        <p:nvSpPr>
          <p:cNvPr id="115" name="Textplatzhalter 2">
            <a:extLst>
              <a:ext uri="{FF2B5EF4-FFF2-40B4-BE49-F238E27FC236}">
                <a16:creationId xmlns:a16="http://schemas.microsoft.com/office/drawing/2014/main" id="{A58764AA-FFA4-6FA8-CD48-AC515EB85392}"/>
              </a:ext>
            </a:extLst>
          </p:cNvPr>
          <p:cNvSpPr txBox="1">
            <a:spLocks/>
          </p:cNvSpPr>
          <p:nvPr/>
        </p:nvSpPr>
        <p:spPr bwMode="invGray">
          <a:xfrm>
            <a:off x="3035796" y="1630750"/>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创新与便利性共同驱动</a:t>
            </a:r>
            <a:br>
              <a:rPr lang="en-US" dirty="0"/>
            </a:br>
            <a:r>
              <a:rPr lang="en-US" dirty="0"/>
              <a:t>长效、省心、内外同驱、猫友好剂型</a:t>
            </a:r>
          </a:p>
        </p:txBody>
      </p:sp>
      <p:sp>
        <p:nvSpPr>
          <p:cNvPr id="117" name="Textplatzhalter 8">
            <a:extLst>
              <a:ext uri="{FF2B5EF4-FFF2-40B4-BE49-F238E27FC236}">
                <a16:creationId xmlns:a16="http://schemas.microsoft.com/office/drawing/2014/main" id="{7B4AFC59-04D5-8AC6-B8E4-9DDE1527634F}"/>
              </a:ext>
            </a:extLst>
          </p:cNvPr>
          <p:cNvSpPr txBox="1">
            <a:spLocks/>
          </p:cNvSpPr>
          <p:nvPr/>
        </p:nvSpPr>
        <p:spPr bwMode="gray">
          <a:xfrm>
            <a:off x="5592197" y="911078"/>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03</a:t>
            </a:r>
          </a:p>
        </p:txBody>
      </p:sp>
      <p:sp>
        <p:nvSpPr>
          <p:cNvPr id="118" name="Textplatzhalter 2">
            <a:extLst>
              <a:ext uri="{FF2B5EF4-FFF2-40B4-BE49-F238E27FC236}">
                <a16:creationId xmlns:a16="http://schemas.microsoft.com/office/drawing/2014/main" id="{E5D5A12E-D991-EC97-838D-635EE558EF5D}"/>
              </a:ext>
            </a:extLst>
          </p:cNvPr>
          <p:cNvSpPr txBox="1">
            <a:spLocks/>
          </p:cNvSpPr>
          <p:nvPr/>
        </p:nvSpPr>
        <p:spPr bwMode="invGray">
          <a:xfrm>
            <a:off x="5592092" y="1630750"/>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中国市场进入运营战</a:t>
            </a:r>
            <a:br>
              <a:rPr lang="en-US" dirty="0"/>
            </a:br>
            <a:r>
              <a:rPr lang="en-US" dirty="0"/>
              <a:t>医院专业背书、电商搜索卡位、私域复购提醒</a:t>
            </a:r>
          </a:p>
        </p:txBody>
      </p:sp>
      <p:sp>
        <p:nvSpPr>
          <p:cNvPr id="138" name="Textplatzhalter 8">
            <a:extLst>
              <a:ext uri="{FF2B5EF4-FFF2-40B4-BE49-F238E27FC236}">
                <a16:creationId xmlns:a16="http://schemas.microsoft.com/office/drawing/2014/main" id="{B75B6B3A-9A6E-CE72-CC7A-448C1780E4B7}"/>
              </a:ext>
            </a:extLst>
          </p:cNvPr>
          <p:cNvSpPr txBox="1">
            <a:spLocks/>
          </p:cNvSpPr>
          <p:nvPr/>
        </p:nvSpPr>
        <p:spPr bwMode="gray">
          <a:xfrm>
            <a:off x="479481" y="2637888"/>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04</a:t>
            </a:r>
          </a:p>
        </p:txBody>
      </p:sp>
      <p:sp>
        <p:nvSpPr>
          <p:cNvPr id="139" name="Textplatzhalter 2">
            <a:extLst>
              <a:ext uri="{FF2B5EF4-FFF2-40B4-BE49-F238E27FC236}">
                <a16:creationId xmlns:a16="http://schemas.microsoft.com/office/drawing/2014/main" id="{633CC8B2-117E-D901-7684-DD7F291BAC63}"/>
              </a:ext>
            </a:extLst>
          </p:cNvPr>
          <p:cNvSpPr txBox="1">
            <a:spLocks/>
          </p:cNvSpPr>
          <p:nvPr/>
        </p:nvSpPr>
        <p:spPr bwMode="invGray">
          <a:xfrm>
            <a:off x="479376" y="3357560"/>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硕腾 Zoetis</a:t>
            </a:r>
            <a:br>
              <a:rPr lang="en-US" dirty="0"/>
            </a:br>
            <a:r>
              <a:rPr lang="en-US" dirty="0"/>
              <a:t>Q1营收22.62亿美元 / +3% YoY / 国际+17% / 美国宠物-11%</a:t>
            </a:r>
          </a:p>
        </p:txBody>
      </p:sp>
      <p:sp>
        <p:nvSpPr>
          <p:cNvPr id="141" name="Textplatzhalter 8">
            <a:extLst>
              <a:ext uri="{FF2B5EF4-FFF2-40B4-BE49-F238E27FC236}">
                <a16:creationId xmlns:a16="http://schemas.microsoft.com/office/drawing/2014/main" id="{8BFF8194-8303-CDC7-B996-DEE9BD08E1E4}"/>
              </a:ext>
            </a:extLst>
          </p:cNvPr>
          <p:cNvSpPr txBox="1">
            <a:spLocks/>
          </p:cNvSpPr>
          <p:nvPr/>
        </p:nvSpPr>
        <p:spPr bwMode="gray">
          <a:xfrm>
            <a:off x="3035901" y="2637888"/>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05</a:t>
            </a:r>
          </a:p>
        </p:txBody>
      </p:sp>
      <p:sp>
        <p:nvSpPr>
          <p:cNvPr id="142" name="Textplatzhalter 2">
            <a:extLst>
              <a:ext uri="{FF2B5EF4-FFF2-40B4-BE49-F238E27FC236}">
                <a16:creationId xmlns:a16="http://schemas.microsoft.com/office/drawing/2014/main" id="{9D5AAE7B-6F1F-2F5D-0102-9139872A7157}"/>
              </a:ext>
            </a:extLst>
          </p:cNvPr>
          <p:cNvSpPr txBox="1">
            <a:spLocks/>
          </p:cNvSpPr>
          <p:nvPr/>
        </p:nvSpPr>
        <p:spPr bwMode="invGray">
          <a:xfrm>
            <a:off x="3035796" y="3357560"/>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礼蓝 Elanco</a:t>
            </a:r>
            <a:br>
              <a:rPr lang="en-US" dirty="0"/>
            </a:br>
            <a:r>
              <a:rPr lang="en-US" dirty="0"/>
              <a:t>Q1营收13.71亿美元 / +15% YoY / Zenrelia/Credelio Quattro放量</a:t>
            </a:r>
          </a:p>
        </p:txBody>
      </p:sp>
      <p:sp>
        <p:nvSpPr>
          <p:cNvPr id="144" name="Textplatzhalter 8">
            <a:extLst>
              <a:ext uri="{FF2B5EF4-FFF2-40B4-BE49-F238E27FC236}">
                <a16:creationId xmlns:a16="http://schemas.microsoft.com/office/drawing/2014/main" id="{86022F8F-7D20-A83F-4A6B-BD1D4315E019}"/>
              </a:ext>
            </a:extLst>
          </p:cNvPr>
          <p:cNvSpPr txBox="1">
            <a:spLocks/>
          </p:cNvSpPr>
          <p:nvPr/>
        </p:nvSpPr>
        <p:spPr bwMode="gray">
          <a:xfrm>
            <a:off x="5592197" y="2637888"/>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06</a:t>
            </a:r>
          </a:p>
        </p:txBody>
      </p:sp>
      <p:sp>
        <p:nvSpPr>
          <p:cNvPr id="145" name="Textplatzhalter 2">
            <a:extLst>
              <a:ext uri="{FF2B5EF4-FFF2-40B4-BE49-F238E27FC236}">
                <a16:creationId xmlns:a16="http://schemas.microsoft.com/office/drawing/2014/main" id="{578307A2-F0D2-BE41-7213-56C66FC45117}"/>
              </a:ext>
            </a:extLst>
          </p:cNvPr>
          <p:cNvSpPr txBox="1">
            <a:spLocks/>
          </p:cNvSpPr>
          <p:nvPr/>
        </p:nvSpPr>
        <p:spPr bwMode="invGray">
          <a:xfrm>
            <a:off x="5592092" y="3357560"/>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默沙东 MSD</a:t>
            </a:r>
            <a:br>
              <a:rPr lang="en-US" dirty="0"/>
            </a:br>
            <a:r>
              <a:rPr lang="en-US" dirty="0"/>
              <a:t>Q1营收18亿美元 / +13% YoY / 多元化组合稳健</a:t>
            </a:r>
          </a:p>
        </p:txBody>
      </p:sp>
      <p:sp>
        <p:nvSpPr>
          <p:cNvPr id="146" name="Textplatzhalter 8">
            <a:extLst>
              <a:ext uri="{FF2B5EF4-FFF2-40B4-BE49-F238E27FC236}">
                <a16:creationId xmlns:a16="http://schemas.microsoft.com/office/drawing/2014/main" id="{A0548ADE-233E-96C6-FA1B-6037C726F119}"/>
              </a:ext>
            </a:extLst>
          </p:cNvPr>
          <p:cNvSpPr txBox="1">
            <a:spLocks/>
          </p:cNvSpPr>
          <p:nvPr/>
        </p:nvSpPr>
        <p:spPr bwMode="gray">
          <a:xfrm>
            <a:off x="479481" y="4365592"/>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07</a:t>
            </a:r>
          </a:p>
        </p:txBody>
      </p:sp>
      <p:sp>
        <p:nvSpPr>
          <p:cNvPr id="147" name="Textplatzhalter 2">
            <a:extLst>
              <a:ext uri="{FF2B5EF4-FFF2-40B4-BE49-F238E27FC236}">
                <a16:creationId xmlns:a16="http://schemas.microsoft.com/office/drawing/2014/main" id="{6D4613B2-D178-8F4F-B569-692CC3AA550D}"/>
              </a:ext>
            </a:extLst>
          </p:cNvPr>
          <p:cNvSpPr txBox="1">
            <a:spLocks/>
          </p:cNvSpPr>
          <p:nvPr/>
        </p:nvSpPr>
        <p:spPr bwMode="invGray">
          <a:xfrm>
            <a:off x="479376" y="5085264"/>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海正动保 *</a:t>
            </a:r>
            <a:br>
              <a:rPr lang="en-US" dirty="0"/>
            </a:br>
            <a:r>
              <a:rPr lang="en-US" dirty="0"/>
              <a:t>海乐妙、海乐旺等形成国产矩阵 / 出海、处方粮与药粮联动</a:t>
            </a:r>
          </a:p>
        </p:txBody>
      </p:sp>
      <p:sp>
        <p:nvSpPr>
          <p:cNvPr id="149" name="Textplatzhalter 8">
            <a:extLst>
              <a:ext uri="{FF2B5EF4-FFF2-40B4-BE49-F238E27FC236}">
                <a16:creationId xmlns:a16="http://schemas.microsoft.com/office/drawing/2014/main" id="{B32A643D-1381-0F5D-4E45-A74B153062C0}"/>
              </a:ext>
            </a:extLst>
          </p:cNvPr>
          <p:cNvSpPr txBox="1">
            <a:spLocks/>
          </p:cNvSpPr>
          <p:nvPr/>
        </p:nvSpPr>
        <p:spPr bwMode="gray">
          <a:xfrm>
            <a:off x="3035901" y="4365592"/>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08</a:t>
            </a:r>
          </a:p>
        </p:txBody>
      </p:sp>
      <p:sp>
        <p:nvSpPr>
          <p:cNvPr id="150" name="Textplatzhalter 2">
            <a:extLst>
              <a:ext uri="{FF2B5EF4-FFF2-40B4-BE49-F238E27FC236}">
                <a16:creationId xmlns:a16="http://schemas.microsoft.com/office/drawing/2014/main" id="{810B4B07-4F68-EED6-A936-CAD37844D6A0}"/>
              </a:ext>
            </a:extLst>
          </p:cNvPr>
          <p:cNvSpPr txBox="1">
            <a:spLocks/>
          </p:cNvSpPr>
          <p:nvPr/>
        </p:nvSpPr>
        <p:spPr bwMode="invGray">
          <a:xfrm>
            <a:off x="3035796" y="5085264"/>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瑞普/普莱柯</a:t>
            </a:r>
            <a:br>
              <a:rPr lang="en-US" dirty="0"/>
            </a:br>
            <a:r>
              <a:rPr lang="en-US" dirty="0"/>
              <a:t>恩倍多/倍宠恩等以性价比切入 / 电商速度和下沉渠道压力</a:t>
            </a:r>
          </a:p>
        </p:txBody>
      </p:sp>
      <p:sp>
        <p:nvSpPr>
          <p:cNvPr id="151" name="Textplatzhalter 8">
            <a:extLst>
              <a:ext uri="{FF2B5EF4-FFF2-40B4-BE49-F238E27FC236}">
                <a16:creationId xmlns:a16="http://schemas.microsoft.com/office/drawing/2014/main" id="{7CA4837D-7DA9-84CF-1896-9332808C4272}"/>
              </a:ext>
            </a:extLst>
          </p:cNvPr>
          <p:cNvSpPr txBox="1">
            <a:spLocks/>
          </p:cNvSpPr>
          <p:nvPr/>
        </p:nvSpPr>
        <p:spPr bwMode="gray">
          <a:xfrm>
            <a:off x="5592197" y="4365592"/>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09</a:t>
            </a:r>
          </a:p>
        </p:txBody>
      </p:sp>
      <p:sp>
        <p:nvSpPr>
          <p:cNvPr id="152" name="Textplatzhalter 2">
            <a:extLst>
              <a:ext uri="{FF2B5EF4-FFF2-40B4-BE49-F238E27FC236}">
                <a16:creationId xmlns:a16="http://schemas.microsoft.com/office/drawing/2014/main" id="{E007CDD4-C4A9-3340-A096-92BFE5EED595}"/>
              </a:ext>
            </a:extLst>
          </p:cNvPr>
          <p:cNvSpPr txBox="1">
            <a:spLocks/>
          </p:cNvSpPr>
          <p:nvPr/>
        </p:nvSpPr>
        <p:spPr bwMode="invGray">
          <a:xfrm>
            <a:off x="5592092" y="5085264"/>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竞争焦点</a:t>
            </a:r>
            <a:br>
              <a:rPr lang="en-US" dirty="0"/>
            </a:br>
            <a:r>
              <a:rPr lang="en-US" dirty="0"/>
              <a:t>从单品疗效转向专业信任、渠道效率、价盘管理和复购能力的竞争</a:t>
            </a:r>
          </a:p>
        </p:txBody>
      </p:sp>
      <p:pic>
        <p:nvPicPr>
          <p:cNvPr id="3" name="Grafik 2">
            <a:extLst>
              <a:ext uri="{FF2B5EF4-FFF2-40B4-BE49-F238E27FC236}">
                <a16:creationId xmlns:a16="http://schemas.microsoft.com/office/drawing/2014/main" id="{8BAF75CE-8A7A-C7FA-566F-97A83B56F17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bwMode="gray">
          <a:xfrm>
            <a:off x="8652284" y="2780928"/>
            <a:ext cx="3168352" cy="3168352"/>
          </a:xfrm>
          <a:prstGeom prst="rect">
            <a:avLst/>
          </a:prstGeom>
        </p:spPr>
      </p:pic>
      <p:sp>
        <p:nvSpPr>
          <p:cNvPr id="9" name="Fußzeilenplatzhalter 8">
            <a:extLst>
              <a:ext uri="{FF2B5EF4-FFF2-40B4-BE49-F238E27FC236}">
                <a16:creationId xmlns:a16="http://schemas.microsoft.com/office/drawing/2014/main" id="{B517E76A-6995-B607-D498-BB77A1483377}"/>
              </a:ext>
            </a:extLst>
          </p:cNvPr>
          <p:cNvSpPr>
            <a:spLocks noGrp="1"/>
          </p:cNvSpPr>
          <p:nvPr>
            <p:ph type="ftr" sz="quarter" idx="14"/>
          </p:nvPr>
        </p:nvSpPr>
        <p:spPr bwMode="invGray"/>
        <p:txBody>
          <a:bodyPr/>
          <a:lstStyle/>
          <a:p>
            <a:r>
              <a:rPr lang="en-US" dirty="0"/>
              <a:t>数据来源：Zoetis / Elanco / Merck Q1 2026官方财报；公开资料与市场观察  |  Data: May 2026</a:t>
            </a:r>
          </a:p>
        </p:txBody>
      </p:sp>
      <p:sp>
        <p:nvSpPr>
          <p:cNvPr id="10" name="Foliennummernplatzhalter 9">
            <a:extLst>
              <a:ext uri="{FF2B5EF4-FFF2-40B4-BE49-F238E27FC236}">
                <a16:creationId xmlns:a16="http://schemas.microsoft.com/office/drawing/2014/main" id="{1A7ED42A-B6BC-61A0-740A-F13FBAA45042}"/>
              </a:ext>
            </a:extLst>
          </p:cNvPr>
          <p:cNvSpPr>
            <a:spLocks noGrp="1"/>
          </p:cNvSpPr>
          <p:nvPr>
            <p:ph type="sldNum" sz="quarter" idx="15"/>
          </p:nvPr>
        </p:nvSpPr>
        <p:spPr bwMode="invGray"/>
        <p:txBody>
          <a:bodyPr/>
          <a:lstStyle/>
          <a:p>
            <a:fld id="{8FF9B0DE-3FEB-4AA0-B465-B80EF7C1333D}" type="slidenum">
              <a:rPr lang="en-US" smtClean="0"/>
              <a:pPr/>
              <a:t>7</a:t>
            </a:fld>
            <a:endParaRPr lang="en-US" dirty="0"/>
          </a:p>
        </p:txBody>
      </p:sp>
    </p:spTree>
    <p:extLst>
      <p:ext uri="{BB962C8B-B14F-4D97-AF65-F5344CB8AC3E}">
        <p14:creationId xmlns:p14="http://schemas.microsoft.com/office/powerpoint/2010/main" val="2663600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platzhalter 2">
            <a:extLst>
              <a:ext uri="{FF2B5EF4-FFF2-40B4-BE49-F238E27FC236}">
                <a16:creationId xmlns:a16="http://schemas.microsoft.com/office/drawing/2014/main" id="{DFC6DCB7-0319-02AB-A9FB-4C76C779C334}"/>
              </a:ext>
            </a:extLst>
          </p:cNvPr>
          <p:cNvSpPr txBox="1">
            <a:spLocks/>
          </p:cNvSpPr>
          <p:nvPr/>
        </p:nvSpPr>
        <p:spPr bwMode="gray">
          <a:xfrm>
            <a:off x="4332288" y="2132856"/>
            <a:ext cx="3527908" cy="3672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 驱虫药市场挑战</a:t>
            </a:r>
          </a:p>
          <a:p>
            <a:pPr marL="0" indent="0">
              <a:buNone/>
            </a:pPr>
            <a:r>
              <a:rPr lang="en-US" dirty="0"/>
              <a:t>索来多（Seresto）项圈：口服/外用双重防护</a:t>
            </a:r>
          </a:p>
          <a:p>
            <a:r>
              <a:rPr lang="en-US" dirty="0"/>
              <a:t>项圈缓释技术，持续8个月防护，覆盖蜱虫、跳蚤、螨虫</a:t>
            </a:r>
          </a:p>
        </p:txBody>
      </p:sp>
      <p:sp>
        <p:nvSpPr>
          <p:cNvPr id="5" name="Textplatzhalter 2">
            <a:extLst>
              <a:ext uri="{FF2B5EF4-FFF2-40B4-BE49-F238E27FC236}">
                <a16:creationId xmlns:a16="http://schemas.microsoft.com/office/drawing/2014/main" id="{AB80CFFF-C73F-1EB0-5866-0C6A6C1AA31E}"/>
              </a:ext>
            </a:extLst>
          </p:cNvPr>
          <p:cNvSpPr txBox="1">
            <a:spLocks/>
          </p:cNvSpPr>
          <p:nvPr/>
        </p:nvSpPr>
        <p:spPr bwMode="gray">
          <a:xfrm>
            <a:off x="479473" y="2132856"/>
            <a:ext cx="3564299" cy="3672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利润预警：宠主削减开支、减少就诊，高端宠物护理承压
中国驱虫药市场国产品牌性价比优势持续蚕食外资份额</a:t>
            </a:r>
          </a:p>
          <a:p>
            <a:pPr marL="0" indent="0">
              <a:buNone/>
            </a:pPr>
            <a:r>
              <a:rPr lang="en-US" dirty="0"/>
              <a:t>猫用妙宠爱（Simparica Trio）：三重配方，内外同驱</a:t>
            </a:r>
          </a:p>
          <a:p>
            <a:r>
              <a:rPr lang="en-US" dirty="0"/>
              <a:t>项圈缓释技术，持续8个月防护，覆盖蜱虫、跳蚤、螨虫</a:t>
            </a:r>
          </a:p>
        </p:txBody>
      </p:sp>
      <p:graphicFrame>
        <p:nvGraphicFramePr>
          <p:cNvPr id="19458" name="Rectangle 2" hidden="1"/>
          <p:cNvGraphicFramePr>
            <a:graphicFrameLocks/>
          </p:cNvGraphicFramePr>
          <p:nvPr>
            <p:custDataLst>
              <p:tags r:id="rId1"/>
            </p:custDataLst>
          </p:nvPr>
        </p:nvGraphicFramePr>
        <p:xfrm>
          <a:off x="1524000" y="0"/>
          <a:ext cx="158750" cy="158750"/>
        </p:xfrm>
        <a:graphic>
          <a:graphicData uri="http://schemas.openxmlformats.org/presentationml/2006/ole">
            <mc:AlternateContent xmlns:mc="http://schemas.openxmlformats.org/markup-compatibility/2006">
              <mc:Choice xmlns:v="urn:schemas-microsoft-com:vml" Requires="v">
                <p:oleObj name="think-cell Folie" r:id="rId5" imgW="0" imgH="0" progId="TCLayout.ActiveDocument.1">
                  <p:embed/>
                </p:oleObj>
              </mc:Choice>
              <mc:Fallback>
                <p:oleObj name="think-cell Folie" r:id="rId5" imgW="0" imgH="0" progId="TCLayout.ActiveDocument.1">
                  <p:embed/>
                  <p:pic>
                    <p:nvPicPr>
                      <p:cNvPr id="19458" name="Rectangle 2"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52400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2" name="Rectangle 17" hidden="1"/>
          <p:cNvSpPr>
            <a:spLocks noChangeArrowheads="1"/>
          </p:cNvSpPr>
          <p:nvPr>
            <p:custDataLst>
              <p:tags r:id="rId2"/>
            </p:custDataLst>
          </p:nvPr>
        </p:nvSpPr>
        <p:spPr bwMode="gray">
          <a:xfrm>
            <a:off x="1524000" y="0"/>
            <a:ext cx="158750" cy="158750"/>
          </a:xfrm>
          <a:prstGeom prst="rect">
            <a:avLst/>
          </a:prstGeom>
          <a:solidFill>
            <a:schemeClr val="bg2"/>
          </a:solidFill>
          <a:ln w="12700" algn="ctr">
            <a:solidFill>
              <a:schemeClr val="tx1"/>
            </a:solidFill>
            <a:miter lim="800000"/>
            <a:headEnd/>
            <a:tailEnd/>
          </a:ln>
        </p:spPr>
        <p:txBody>
          <a:bodyPr wrap="none" lIns="0" tIns="0" rIns="0" bIns="0" anchor="ctr"/>
          <a:lstStyle/>
          <a:p>
            <a:pPr algn="ctr">
              <a:lnSpc>
                <a:spcPct val="100000"/>
              </a:lnSpc>
              <a:buClrTx/>
              <a:buSzTx/>
              <a:buFontTx/>
              <a:buNone/>
            </a:pPr>
            <a:r>
              <a:rPr lang="en-US" sz="2200" dirty="0">
                <a:latin typeface="Arial" pitchFamily="34" charset="0"/>
              </a:rPr>
              <a:t> </a:t>
            </a:r>
          </a:p>
        </p:txBody>
      </p:sp>
      <p:sp>
        <p:nvSpPr>
          <p:cNvPr id="10" name="Titel 9">
            <a:extLst>
              <a:ext uri="{FF2B5EF4-FFF2-40B4-BE49-F238E27FC236}">
                <a16:creationId xmlns:a16="http://schemas.microsoft.com/office/drawing/2014/main" id="{15C1856A-879E-64FA-6FFF-369CD3759927}"/>
              </a:ext>
            </a:extLst>
          </p:cNvPr>
          <p:cNvSpPr>
            <a:spLocks noGrp="1"/>
          </p:cNvSpPr>
          <p:nvPr>
            <p:ph type="title"/>
          </p:nvPr>
        </p:nvSpPr>
        <p:spPr bwMode="gray">
          <a:xfrm>
            <a:off x="479424" y="477000"/>
            <a:ext cx="11233151" cy="720000"/>
          </a:xfrm>
        </p:spPr>
        <p:txBody>
          <a:bodyPr vert="horz"/>
          <a:lstStyle/>
          <a:p>
            <a:r>
              <a:rPr lang="en-US" dirty="0"/>
              <a:t>竞品分析：硕腾 Zoetis 驱虫药 | Zoetis Parasiticide Portfolio</a:t>
            </a:r>
          </a:p>
        </p:txBody>
      </p:sp>
      <p:sp>
        <p:nvSpPr>
          <p:cNvPr id="19" name="Textplatzhalter 18">
            <a:extLst>
              <a:ext uri="{FF2B5EF4-FFF2-40B4-BE49-F238E27FC236}">
                <a16:creationId xmlns:a16="http://schemas.microsoft.com/office/drawing/2014/main" id="{B893B8E4-F62E-9D2E-ED32-EDA82EF518F8}"/>
              </a:ext>
            </a:extLst>
          </p:cNvPr>
          <p:cNvSpPr>
            <a:spLocks noGrp="1"/>
          </p:cNvSpPr>
          <p:nvPr>
            <p:ph type="body" sz="quarter" idx="13"/>
          </p:nvPr>
        </p:nvSpPr>
        <p:spPr bwMode="gray"/>
        <p:txBody>
          <a:bodyPr/>
          <a:lstStyle/>
          <a:p>
            <a:endParaRPr lang="en-US" dirty="0"/>
          </a:p>
        </p:txBody>
      </p:sp>
      <p:sp>
        <p:nvSpPr>
          <p:cNvPr id="14" name="Fußzeilenplatzhalter 13">
            <a:extLst>
              <a:ext uri="{FF2B5EF4-FFF2-40B4-BE49-F238E27FC236}">
                <a16:creationId xmlns:a16="http://schemas.microsoft.com/office/drawing/2014/main" id="{2D0D66A2-ECA7-02B9-88CD-3E372DB91827}"/>
              </a:ext>
            </a:extLst>
          </p:cNvPr>
          <p:cNvSpPr>
            <a:spLocks noGrp="1"/>
          </p:cNvSpPr>
          <p:nvPr>
            <p:ph type="ftr" sz="quarter" idx="10"/>
          </p:nvPr>
        </p:nvSpPr>
        <p:spPr bwMode="gray">
          <a:xfrm>
            <a:off x="6312024" y="6246836"/>
            <a:ext cx="5040560" cy="288000"/>
          </a:xfrm>
        </p:spPr>
        <p:txBody>
          <a:bodyPr/>
          <a:lstStyle/>
          <a:p>
            <a:r>
              <a:rPr lang="en-US" dirty="0"/>
              <a:t>数据来源：Zoetis Q1 2026官方财报、Zoetis中国大宠爱/妙宠爱公开资料  |  Data: May 2026</a:t>
            </a:r>
          </a:p>
        </p:txBody>
      </p:sp>
      <p:sp>
        <p:nvSpPr>
          <p:cNvPr id="15" name="Foliennummernplatzhalter 14">
            <a:extLst>
              <a:ext uri="{FF2B5EF4-FFF2-40B4-BE49-F238E27FC236}">
                <a16:creationId xmlns:a16="http://schemas.microsoft.com/office/drawing/2014/main" id="{128DF07C-F7C2-4E13-43FC-822690645555}"/>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8</a:t>
            </a:fld>
            <a:endParaRPr lang="en-US" dirty="0"/>
          </a:p>
        </p:txBody>
      </p:sp>
      <p:pic>
        <p:nvPicPr>
          <p:cNvPr id="4" name="Grafik 3">
            <a:extLst>
              <a:ext uri="{FF2B5EF4-FFF2-40B4-BE49-F238E27FC236}">
                <a16:creationId xmlns:a16="http://schemas.microsoft.com/office/drawing/2014/main" id="{5653DC92-710B-1DB8-3D1B-5F6DB7FF911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bwMode="gray">
          <a:xfrm>
            <a:off x="479376" y="1412776"/>
            <a:ext cx="576000" cy="576000"/>
          </a:xfrm>
          <a:prstGeom prst="rect">
            <a:avLst/>
          </a:prstGeom>
        </p:spPr>
      </p:pic>
      <p:sp>
        <p:nvSpPr>
          <p:cNvPr id="7" name="Textplatzhalter 2">
            <a:extLst>
              <a:ext uri="{FF2B5EF4-FFF2-40B4-BE49-F238E27FC236}">
                <a16:creationId xmlns:a16="http://schemas.microsoft.com/office/drawing/2014/main" id="{9791EEE0-4B83-12A9-CD3B-43BD159B3E5D}"/>
              </a:ext>
            </a:extLst>
          </p:cNvPr>
          <p:cNvSpPr txBox="1">
            <a:spLocks/>
          </p:cNvSpPr>
          <p:nvPr/>
        </p:nvSpPr>
        <p:spPr bwMode="gray">
          <a:xfrm>
            <a:off x="8148325" y="2132856"/>
            <a:ext cx="3564299" cy="3672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大宠爱/妙宠爱在中国核心是犬猫滴剂心智</a:t>
            </a:r>
          </a:p>
          <a:p>
            <a:pPr marL="0" indent="0">
              <a:buNone/>
            </a:pPr>
            <a:r>
              <a:rPr lang="en-US" dirty="0"/>
              <a:t>欣庞克+贝可乐：大宠爱家族延伸，覆盖更多适应症</a:t>
            </a:r>
          </a:p>
          <a:p>
            <a:r>
              <a:rPr lang="en-US" dirty="0"/>
              <a:t>项圈缓释技术，持续8个月防护，覆盖蜱虫、跳蚤、螨虫</a:t>
            </a:r>
          </a:p>
        </p:txBody>
      </p:sp>
      <p:pic>
        <p:nvPicPr>
          <p:cNvPr id="11" name="Grafik 10">
            <a:extLst>
              <a:ext uri="{FF2B5EF4-FFF2-40B4-BE49-F238E27FC236}">
                <a16:creationId xmlns:a16="http://schemas.microsoft.com/office/drawing/2014/main" id="{93D518F1-7A1C-460A-C9B4-C7BD3907C16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31804" y="1412776"/>
            <a:ext cx="576000" cy="576000"/>
          </a:xfrm>
          <a:prstGeom prst="rect">
            <a:avLst/>
          </a:prstGeom>
        </p:spPr>
      </p:pic>
      <p:pic>
        <p:nvPicPr>
          <p:cNvPr id="16" name="Grafik 15">
            <a:extLst>
              <a:ext uri="{FF2B5EF4-FFF2-40B4-BE49-F238E27FC236}">
                <a16:creationId xmlns:a16="http://schemas.microsoft.com/office/drawing/2014/main" id="{8A93AA28-13D5-2665-6FB4-B3C8CB1F3C3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48228" y="1412352"/>
            <a:ext cx="576000" cy="576000"/>
          </a:xfrm>
          <a:prstGeom prst="rect">
            <a:avLst/>
          </a:prstGeom>
        </p:spPr>
      </p:pic>
    </p:spTree>
    <p:extLst>
      <p:ext uri="{BB962C8B-B14F-4D97-AF65-F5344CB8AC3E}">
        <p14:creationId xmlns:p14="http://schemas.microsoft.com/office/powerpoint/2010/main" val="3849017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platzhalter 2">
            <a:extLst>
              <a:ext uri="{FF2B5EF4-FFF2-40B4-BE49-F238E27FC236}">
                <a16:creationId xmlns:a16="http://schemas.microsoft.com/office/drawing/2014/main" id="{DFC6DCB7-0319-02AB-A9FB-4C76C779C334}"/>
              </a:ext>
            </a:extLst>
          </p:cNvPr>
          <p:cNvSpPr txBox="1">
            <a:spLocks/>
          </p:cNvSpPr>
          <p:nvPr/>
        </p:nvSpPr>
        <p:spPr bwMode="gray">
          <a:xfrm>
            <a:off x="4332288" y="2709264"/>
            <a:ext cx="3527908" cy="3096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Integer facilisis blandit vestibulum, felis massa laoreet mi, vel venenatis lacus erat quis leo.</a:t>
            </a:r>
          </a:p>
          <a:p>
            <a:r>
              <a:rPr lang="en-US" dirty="0"/>
              <a:t>Nam velit nisl, mattis ac, fermen-tum nec, feugiat nec, neque</a:t>
            </a:r>
          </a:p>
        </p:txBody>
      </p:sp>
      <p:sp>
        <p:nvSpPr>
          <p:cNvPr id="5" name="Textplatzhalter 2">
            <a:extLst>
              <a:ext uri="{FF2B5EF4-FFF2-40B4-BE49-F238E27FC236}">
                <a16:creationId xmlns:a16="http://schemas.microsoft.com/office/drawing/2014/main" id="{AB80CFFF-C73F-1EB0-5866-0C6A6C1AA31E}"/>
              </a:ext>
            </a:extLst>
          </p:cNvPr>
          <p:cNvSpPr txBox="1">
            <a:spLocks/>
          </p:cNvSpPr>
          <p:nvPr/>
        </p:nvSpPr>
        <p:spPr bwMode="gray">
          <a:xfrm>
            <a:off x="479473" y="2709264"/>
            <a:ext cx="3564299" cy="3096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Integer facilisis blandit vestibulum, felis massa laoreet mi, vel venenatis lacus erat quis leo.</a:t>
            </a:r>
          </a:p>
          <a:p>
            <a:r>
              <a:rPr lang="en-US" dirty="0"/>
              <a:t>Nam velit nisl, mattis ac, fermen-tum nec, feugiat nec, neque</a:t>
            </a:r>
          </a:p>
        </p:txBody>
      </p:sp>
      <p:graphicFrame>
        <p:nvGraphicFramePr>
          <p:cNvPr id="19458" name="Rectangle 2" hidden="1"/>
          <p:cNvGraphicFramePr>
            <a:graphicFrameLocks/>
          </p:cNvGraphicFramePr>
          <p:nvPr>
            <p:custDataLst>
              <p:tags r:id="rId1"/>
            </p:custDataLst>
          </p:nvPr>
        </p:nvGraphicFramePr>
        <p:xfrm>
          <a:off x="1524000" y="0"/>
          <a:ext cx="158750" cy="158750"/>
        </p:xfrm>
        <a:graphic>
          <a:graphicData uri="http://schemas.openxmlformats.org/presentationml/2006/ole">
            <mc:AlternateContent xmlns:mc="http://schemas.openxmlformats.org/markup-compatibility/2006">
              <mc:Choice xmlns:v="urn:schemas-microsoft-com:vml" Requires="v">
                <p:oleObj name="think-cell Folie" r:id="rId5" imgW="0" imgH="0" progId="TCLayout.ActiveDocument.1">
                  <p:embed/>
                </p:oleObj>
              </mc:Choice>
              <mc:Fallback>
                <p:oleObj name="think-cell Folie" r:id="rId5" imgW="0" imgH="0" progId="TCLayout.ActiveDocument.1">
                  <p:embed/>
                  <p:pic>
                    <p:nvPicPr>
                      <p:cNvPr id="19458" name="Rectangle 2"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52400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2" name="Rectangle 17" hidden="1"/>
          <p:cNvSpPr>
            <a:spLocks noChangeArrowheads="1"/>
          </p:cNvSpPr>
          <p:nvPr>
            <p:custDataLst>
              <p:tags r:id="rId2"/>
            </p:custDataLst>
          </p:nvPr>
        </p:nvSpPr>
        <p:spPr bwMode="gray">
          <a:xfrm>
            <a:off x="1524000" y="0"/>
            <a:ext cx="158750" cy="158750"/>
          </a:xfrm>
          <a:prstGeom prst="rect">
            <a:avLst/>
          </a:prstGeom>
          <a:solidFill>
            <a:schemeClr val="bg2"/>
          </a:solidFill>
          <a:ln w="12700" algn="ctr">
            <a:solidFill>
              <a:schemeClr val="tx1"/>
            </a:solidFill>
            <a:miter lim="800000"/>
            <a:headEnd/>
            <a:tailEnd/>
          </a:ln>
        </p:spPr>
        <p:txBody>
          <a:bodyPr wrap="none" lIns="0" tIns="0" rIns="0" bIns="0" anchor="ctr"/>
          <a:lstStyle/>
          <a:p>
            <a:pPr algn="ctr">
              <a:lnSpc>
                <a:spcPct val="100000"/>
              </a:lnSpc>
              <a:buClrTx/>
              <a:buSzTx/>
              <a:buFontTx/>
              <a:buNone/>
            </a:pPr>
            <a:r>
              <a:rPr lang="en-US" sz="2200" dirty="0">
                <a:latin typeface="Arial" pitchFamily="34" charset="0"/>
              </a:rPr>
              <a:t> </a:t>
            </a:r>
          </a:p>
        </p:txBody>
      </p:sp>
      <p:sp>
        <p:nvSpPr>
          <p:cNvPr id="10" name="Titel 9">
            <a:extLst>
              <a:ext uri="{FF2B5EF4-FFF2-40B4-BE49-F238E27FC236}">
                <a16:creationId xmlns:a16="http://schemas.microsoft.com/office/drawing/2014/main" id="{15C1856A-879E-64FA-6FFF-369CD3759927}"/>
              </a:ext>
            </a:extLst>
          </p:cNvPr>
          <p:cNvSpPr>
            <a:spLocks noGrp="1"/>
          </p:cNvSpPr>
          <p:nvPr>
            <p:ph type="title"/>
          </p:nvPr>
        </p:nvSpPr>
        <p:spPr bwMode="gray">
          <a:xfrm>
            <a:off x="479424" y="477000"/>
            <a:ext cx="11233151" cy="720000"/>
          </a:xfrm>
        </p:spPr>
        <p:txBody>
          <a:bodyPr vert="horz"/>
          <a:lstStyle/>
          <a:p>
            <a:r>
              <a:rPr lang="en-US" dirty="0"/>
              <a:t>Texts with illustrations</a:t>
            </a:r>
          </a:p>
        </p:txBody>
      </p:sp>
      <p:sp>
        <p:nvSpPr>
          <p:cNvPr id="17" name="Textplatzhalter 16">
            <a:extLst>
              <a:ext uri="{FF2B5EF4-FFF2-40B4-BE49-F238E27FC236}">
                <a16:creationId xmlns:a16="http://schemas.microsoft.com/office/drawing/2014/main" id="{99F6ED85-E535-9565-E209-17D477E6E651}"/>
              </a:ext>
            </a:extLst>
          </p:cNvPr>
          <p:cNvSpPr>
            <a:spLocks noGrp="1"/>
          </p:cNvSpPr>
          <p:nvPr>
            <p:ph type="body" sz="quarter" idx="13"/>
          </p:nvPr>
        </p:nvSpPr>
        <p:spPr bwMode="gray"/>
        <p:txBody>
          <a:bodyPr/>
          <a:lstStyle/>
          <a:p>
            <a:endParaRPr lang="en-US" dirty="0"/>
          </a:p>
        </p:txBody>
      </p:sp>
      <p:sp>
        <p:nvSpPr>
          <p:cNvPr id="4" name="Fußzeilenplatzhalter 3">
            <a:extLst>
              <a:ext uri="{FF2B5EF4-FFF2-40B4-BE49-F238E27FC236}">
                <a16:creationId xmlns:a16="http://schemas.microsoft.com/office/drawing/2014/main" id="{E470B0A0-A61B-CE54-FC5D-3646803A14D3}"/>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11" name="Foliennummernplatzhalter 10">
            <a:extLst>
              <a:ext uri="{FF2B5EF4-FFF2-40B4-BE49-F238E27FC236}">
                <a16:creationId xmlns:a16="http://schemas.microsoft.com/office/drawing/2014/main" id="{79BBBA9E-D27D-DA97-F617-E459020EE4E0}"/>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9</a:t>
            </a:fld>
            <a:endParaRPr lang="en-US" dirty="0"/>
          </a:p>
        </p:txBody>
      </p:sp>
      <p:sp>
        <p:nvSpPr>
          <p:cNvPr id="7" name="Textplatzhalter 2">
            <a:extLst>
              <a:ext uri="{FF2B5EF4-FFF2-40B4-BE49-F238E27FC236}">
                <a16:creationId xmlns:a16="http://schemas.microsoft.com/office/drawing/2014/main" id="{9791EEE0-4B83-12A9-CD3B-43BD159B3E5D}"/>
              </a:ext>
            </a:extLst>
          </p:cNvPr>
          <p:cNvSpPr txBox="1">
            <a:spLocks/>
          </p:cNvSpPr>
          <p:nvPr/>
        </p:nvSpPr>
        <p:spPr bwMode="gray">
          <a:xfrm>
            <a:off x="8148325" y="2709264"/>
            <a:ext cx="3564299" cy="3096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Integer facilisis blandit vestibulum, felis massa laoreet mi, vel venenatis lacus erat quis leo.</a:t>
            </a:r>
          </a:p>
          <a:p>
            <a:r>
              <a:rPr lang="en-US" dirty="0"/>
              <a:t>Nam velit nisl, mattis ac, fermen-tum nec, feugiat nec, neque</a:t>
            </a:r>
          </a:p>
        </p:txBody>
      </p:sp>
      <p:pic>
        <p:nvPicPr>
          <p:cNvPr id="8" name="Grafik 7">
            <a:extLst>
              <a:ext uri="{FF2B5EF4-FFF2-40B4-BE49-F238E27FC236}">
                <a16:creationId xmlns:a16="http://schemas.microsoft.com/office/drawing/2014/main" id="{737368E1-480F-8280-0E92-947070288BE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bwMode="gray">
          <a:xfrm>
            <a:off x="479028" y="1412928"/>
            <a:ext cx="1080000" cy="1080000"/>
          </a:xfrm>
          <a:prstGeom prst="rect">
            <a:avLst/>
          </a:prstGeom>
        </p:spPr>
      </p:pic>
      <p:pic>
        <p:nvPicPr>
          <p:cNvPr id="9" name="Grafik 8">
            <a:extLst>
              <a:ext uri="{FF2B5EF4-FFF2-40B4-BE49-F238E27FC236}">
                <a16:creationId xmlns:a16="http://schemas.microsoft.com/office/drawing/2014/main" id="{1BD33CA0-1088-EC88-4F14-8C025D48642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31804" y="1418940"/>
            <a:ext cx="1080000" cy="1080000"/>
          </a:xfrm>
          <a:prstGeom prst="rect">
            <a:avLst/>
          </a:prstGeom>
        </p:spPr>
      </p:pic>
      <p:pic>
        <p:nvPicPr>
          <p:cNvPr id="16" name="Grafik 15">
            <a:extLst>
              <a:ext uri="{FF2B5EF4-FFF2-40B4-BE49-F238E27FC236}">
                <a16:creationId xmlns:a16="http://schemas.microsoft.com/office/drawing/2014/main" id="{7A1A1559-AB0C-8F4F-8CE2-05BCF1AEA4D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48228" y="1412760"/>
            <a:ext cx="1080000" cy="1080000"/>
          </a:xfrm>
          <a:prstGeom prst="rect">
            <a:avLst/>
          </a:prstGeom>
        </p:spPr>
      </p:pic>
    </p:spTree>
    <p:extLst>
      <p:ext uri="{BB962C8B-B14F-4D97-AF65-F5344CB8AC3E}">
        <p14:creationId xmlns:p14="http://schemas.microsoft.com/office/powerpoint/2010/main" val="11814570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platzhalter 2">
            <a:extLst>
              <a:ext uri="{FF2B5EF4-FFF2-40B4-BE49-F238E27FC236}">
                <a16:creationId xmlns:a16="http://schemas.microsoft.com/office/drawing/2014/main" id="{5B5D171F-4BD8-5113-8F12-A01BD09AFF48}"/>
              </a:ext>
            </a:extLst>
          </p:cNvPr>
          <p:cNvSpPr txBox="1">
            <a:spLocks/>
          </p:cNvSpPr>
          <p:nvPr/>
        </p:nvSpPr>
        <p:spPr bwMode="gray">
          <a:xfrm>
            <a:off x="479473" y="4509120"/>
            <a:ext cx="2268155" cy="1296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兽医医院</a:t>
            </a:r>
          </a:p>
          <a:p>
            <a:pPr marL="0" indent="0">
              <a:buNone/>
            </a:pPr>
            <a:r>
              <a:rPr lang="en-US" dirty="0"/>
              <a:t>专业入口 | 首购教育 | 教育主阵地×医生背书</a:t>
            </a:r>
          </a:p>
        </p:txBody>
      </p:sp>
      <p:sp>
        <p:nvSpPr>
          <p:cNvPr id="21" name="Textplatzhalter 2">
            <a:extLst>
              <a:ext uri="{FF2B5EF4-FFF2-40B4-BE49-F238E27FC236}">
                <a16:creationId xmlns:a16="http://schemas.microsoft.com/office/drawing/2014/main" id="{2C7C4FA7-7D63-9F5E-C114-9E7845074DD4}"/>
              </a:ext>
            </a:extLst>
          </p:cNvPr>
          <p:cNvSpPr txBox="1">
            <a:spLocks/>
          </p:cNvSpPr>
          <p:nvPr/>
        </p:nvSpPr>
        <p:spPr bwMode="gray">
          <a:xfrm>
            <a:off x="3035757" y="4509120"/>
            <a:ext cx="2268155" cy="1296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电商平台</a:t>
            </a:r>
          </a:p>
          <a:p>
            <a:pPr marL="0" indent="0">
              <a:buNone/>
            </a:pPr>
            <a:r>
              <a:rPr lang="en-US" dirty="0"/>
              <a:t>重要渠道 | 搜索/复购入口 | 搜索比价×内容转化</a:t>
            </a:r>
          </a:p>
        </p:txBody>
      </p:sp>
      <p:sp>
        <p:nvSpPr>
          <p:cNvPr id="14" name="Textplatzhalter 2">
            <a:extLst>
              <a:ext uri="{FF2B5EF4-FFF2-40B4-BE49-F238E27FC236}">
                <a16:creationId xmlns:a16="http://schemas.microsoft.com/office/drawing/2014/main" id="{08FBA17C-CD56-0304-2420-9C3427F1B5E5}"/>
              </a:ext>
            </a:extLst>
          </p:cNvPr>
          <p:cNvSpPr txBox="1">
            <a:spLocks/>
          </p:cNvSpPr>
          <p:nvPr/>
        </p:nvSpPr>
        <p:spPr bwMode="gray">
          <a:xfrm>
            <a:off x="479473" y="2132856"/>
            <a:ext cx="2268155" cy="1368152"/>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宠物店</a:t>
            </a:r>
          </a:p>
          <a:p>
            <a:pPr marL="0" indent="0">
              <a:buNone/>
            </a:pPr>
            <a:r>
              <a:rPr lang="en-US" dirty="0"/>
              <a:t>补充渠道 | 社区触点 | 即时购买×社区覆盖</a:t>
            </a:r>
          </a:p>
        </p:txBody>
      </p:sp>
      <p:sp>
        <p:nvSpPr>
          <p:cNvPr id="15" name="Textplatzhalter 2">
            <a:extLst>
              <a:ext uri="{FF2B5EF4-FFF2-40B4-BE49-F238E27FC236}">
                <a16:creationId xmlns:a16="http://schemas.microsoft.com/office/drawing/2014/main" id="{F3056462-B7B1-72F6-C9AE-BC98429ED38F}"/>
              </a:ext>
            </a:extLst>
          </p:cNvPr>
          <p:cNvSpPr txBox="1">
            <a:spLocks/>
          </p:cNvSpPr>
          <p:nvPr/>
        </p:nvSpPr>
        <p:spPr bwMode="gray">
          <a:xfrm>
            <a:off x="3035757" y="2132856"/>
            <a:ext cx="2268155" cy="1368152"/>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O2O平台</a:t>
            </a:r>
          </a:p>
          <a:p>
            <a:pPr marL="0" indent="0">
              <a:buNone/>
            </a:pPr>
            <a:r>
              <a:rPr lang="en-US" dirty="0"/>
              <a:t>增长场景 | 即时履约 | 即时需求×本地复购</a:t>
            </a:r>
          </a:p>
        </p:txBody>
      </p:sp>
      <p:sp>
        <p:nvSpPr>
          <p:cNvPr id="17" name="Textplatzhalter 2">
            <a:extLst>
              <a:ext uri="{FF2B5EF4-FFF2-40B4-BE49-F238E27FC236}">
                <a16:creationId xmlns:a16="http://schemas.microsoft.com/office/drawing/2014/main" id="{4AF81F67-5CCC-BC3A-3C3F-B72EB90DBE0D}"/>
              </a:ext>
            </a:extLst>
          </p:cNvPr>
          <p:cNvSpPr txBox="1">
            <a:spLocks/>
          </p:cNvSpPr>
          <p:nvPr/>
        </p:nvSpPr>
        <p:spPr bwMode="gray">
          <a:xfrm>
            <a:off x="5591944" y="2132856"/>
            <a:ext cx="2268155" cy="1368152"/>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私域/小程序</a:t>
            </a:r>
          </a:p>
          <a:p>
            <a:pPr marL="0" indent="0">
              <a:buNone/>
            </a:pPr>
            <a:r>
              <a:rPr lang="en-US" dirty="0"/>
              <a:t>复购闭环 | 会员运营 | 年度管理×数字提醒</a:t>
            </a:r>
          </a:p>
        </p:txBody>
      </p:sp>
      <p:graphicFrame>
        <p:nvGraphicFramePr>
          <p:cNvPr id="13" name="Objekt 12" hidden="1">
            <a:extLst>
              <a:ext uri="{FF2B5EF4-FFF2-40B4-BE49-F238E27FC236}">
                <a16:creationId xmlns:a16="http://schemas.microsoft.com/office/drawing/2014/main" id="{87D71856-DF29-40AF-94E7-F99F97ED8B0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 imgW="359" imgH="358" progId="TCLayout.ActiveDocument.1">
                  <p:embed/>
                </p:oleObj>
              </mc:Choice>
              <mc:Fallback>
                <p:oleObj name="think-cell Folie" r:id="rId5" imgW="359" imgH="358" progId="TCLayout.ActiveDocument.1">
                  <p:embed/>
                  <p:pic>
                    <p:nvPicPr>
                      <p:cNvPr id="13" name="Objekt 12" hidden="1">
                        <a:extLst>
                          <a:ext uri="{FF2B5EF4-FFF2-40B4-BE49-F238E27FC236}">
                            <a16:creationId xmlns:a16="http://schemas.microsoft.com/office/drawing/2014/main" id="{87D71856-DF29-40AF-94E7-F99F97ED8B0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2" name="Rechteck 11" hidden="1">
            <a:extLst>
              <a:ext uri="{FF2B5EF4-FFF2-40B4-BE49-F238E27FC236}">
                <a16:creationId xmlns:a16="http://schemas.microsoft.com/office/drawing/2014/main" id="{CC5C9ABD-5816-4376-9598-C824B3C318F0}"/>
              </a:ext>
            </a:extLst>
          </p:cNvPr>
          <p:cNvSpPr/>
          <p:nvPr>
            <p:custDataLst>
              <p:tags r:id="rId2"/>
            </p:custDataLst>
          </p:nvPr>
        </p:nvSpPr>
        <p:spPr>
          <a:xfrm>
            <a:off x="0" y="0"/>
            <a:ext cx="158750" cy="158750"/>
          </a:xfrm>
          <a:prstGeom prst="rect">
            <a:avLst/>
          </a:prstGeom>
          <a:no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3000" dirty="0">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8" name="Titel 7">
            <a:extLst>
              <a:ext uri="{FF2B5EF4-FFF2-40B4-BE49-F238E27FC236}">
                <a16:creationId xmlns:a16="http://schemas.microsoft.com/office/drawing/2014/main" id="{14F628CC-98D3-4BBC-39B2-46FD7635D7D8}"/>
              </a:ext>
            </a:extLst>
          </p:cNvPr>
          <p:cNvSpPr>
            <a:spLocks noGrp="1"/>
          </p:cNvSpPr>
          <p:nvPr>
            <p:ph type="title"/>
          </p:nvPr>
        </p:nvSpPr>
        <p:spPr bwMode="gray">
          <a:xfrm>
            <a:off x="479425" y="475421"/>
            <a:ext cx="7380288" cy="720000"/>
          </a:xfrm>
        </p:spPr>
        <p:txBody>
          <a:bodyPr/>
          <a:lstStyle/>
          <a:p>
            <a:r>
              <a:rPr lang="en-US" dirty="0"/>
              <a:t>渠道策略：四维闭环 | Channel Strategy</a:t>
            </a:r>
          </a:p>
        </p:txBody>
      </p:sp>
      <p:sp>
        <p:nvSpPr>
          <p:cNvPr id="20" name="Textplatzhalter 19">
            <a:extLst>
              <a:ext uri="{FF2B5EF4-FFF2-40B4-BE49-F238E27FC236}">
                <a16:creationId xmlns:a16="http://schemas.microsoft.com/office/drawing/2014/main" id="{0E292574-5D31-E9F8-930B-88DAA2F4A1C0}"/>
              </a:ext>
            </a:extLst>
          </p:cNvPr>
          <p:cNvSpPr>
            <a:spLocks noGrp="1"/>
          </p:cNvSpPr>
          <p:nvPr>
            <p:ph type="body" sz="quarter" idx="13"/>
          </p:nvPr>
        </p:nvSpPr>
        <p:spPr bwMode="gray"/>
        <p:txBody>
          <a:bodyPr/>
          <a:lstStyle/>
          <a:p>
            <a:endParaRPr lang="en-US" dirty="0"/>
          </a:p>
        </p:txBody>
      </p:sp>
      <p:sp>
        <p:nvSpPr>
          <p:cNvPr id="16" name="Inhaltsplatzhalter 15">
            <a:extLst>
              <a:ext uri="{FF2B5EF4-FFF2-40B4-BE49-F238E27FC236}">
                <a16:creationId xmlns:a16="http://schemas.microsoft.com/office/drawing/2014/main" id="{BF6A69FA-126A-B67C-55A4-AB067A407520}"/>
              </a:ext>
            </a:extLst>
          </p:cNvPr>
          <p:cNvSpPr>
            <a:spLocks noGrp="1"/>
          </p:cNvSpPr>
          <p:nvPr>
            <p:ph idx="16"/>
          </p:nvPr>
        </p:nvSpPr>
        <p:spPr bwMode="white">
          <a:xfrm>
            <a:off x="8904624" y="476670"/>
            <a:ext cx="2808000" cy="5472000"/>
          </a:xfrm>
        </p:spPr>
        <p:txBody>
          <a:bodyPr/>
          <a:lstStyle/>
          <a:p>
            <a:pPr marL="0" indent="0">
              <a:buNone/>
            </a:pPr>
            <a:r>
              <a:rPr lang="en-US" b="1" dirty="0"/>
              <a:t>兽医产品培训 | 幼宠首购合作 | 数字化驱虫档案</a:t>
            </a:r>
          </a:p>
          <a:p>
            <a:pPr marL="0" indent="0">
              <a:buNone/>
            </a:pPr>
            <a:r>
              <a:rPr lang="en-US" dirty="0"/>
              <a:t>Consetetur sadipscing elitr, sed diam nonumy eirmod tempor invidunt</a:t>
            </a:r>
          </a:p>
          <a:p>
            <a:r>
              <a:rPr lang="en-US" dirty="0"/>
              <a:t>线下：兽医医院专业背书+首购优惠；线上：电商搜索拦截+会员复购闭环</a:t>
            </a:r>
          </a:p>
          <a:p>
            <a:r>
              <a:rPr lang="en-US" dirty="0"/>
              <a:t>Nunc viverra imperdiet enim.</a:t>
            </a:r>
            <a:br>
              <a:rPr lang="en-US" dirty="0"/>
            </a:br>
            <a:r>
              <a:rPr lang="en-US" dirty="0"/>
              <a:t>线下兽医医院专业背书+首购优惠，线上电商搜索拦截+会员复购闭环 est. Vivamus a tellus</a:t>
            </a:r>
          </a:p>
        </p:txBody>
      </p:sp>
      <p:pic>
        <p:nvPicPr>
          <p:cNvPr id="19" name="Grafik 18">
            <a:extLst>
              <a:ext uri="{FF2B5EF4-FFF2-40B4-BE49-F238E27FC236}">
                <a16:creationId xmlns:a16="http://schemas.microsoft.com/office/drawing/2014/main" id="{8298BAFB-41F9-6982-6519-2FCCF537402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bwMode="gray">
          <a:xfrm>
            <a:off x="479376" y="1412776"/>
            <a:ext cx="576000" cy="576000"/>
          </a:xfrm>
          <a:prstGeom prst="rect">
            <a:avLst/>
          </a:prstGeom>
        </p:spPr>
      </p:pic>
      <p:pic>
        <p:nvPicPr>
          <p:cNvPr id="34" name="Grafik 33">
            <a:extLst>
              <a:ext uri="{FF2B5EF4-FFF2-40B4-BE49-F238E27FC236}">
                <a16:creationId xmlns:a16="http://schemas.microsoft.com/office/drawing/2014/main" id="{A67F9F57-58D8-7C85-C57E-487D241A10B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bwMode="gray">
          <a:xfrm>
            <a:off x="3035757" y="3789184"/>
            <a:ext cx="576000" cy="576000"/>
          </a:xfrm>
          <a:prstGeom prst="rect">
            <a:avLst/>
          </a:prstGeom>
        </p:spPr>
      </p:pic>
      <p:pic>
        <p:nvPicPr>
          <p:cNvPr id="35" name="Grafik 34">
            <a:extLst>
              <a:ext uri="{FF2B5EF4-FFF2-40B4-BE49-F238E27FC236}">
                <a16:creationId xmlns:a16="http://schemas.microsoft.com/office/drawing/2014/main" id="{A506C48B-6639-7746-F581-CB2AEDAF7F5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bwMode="gray">
          <a:xfrm>
            <a:off x="479473" y="3789184"/>
            <a:ext cx="576000" cy="576000"/>
          </a:xfrm>
          <a:prstGeom prst="rect">
            <a:avLst/>
          </a:prstGeom>
        </p:spPr>
      </p:pic>
      <p:sp>
        <p:nvSpPr>
          <p:cNvPr id="24" name="Fußzeilenplatzhalter 23">
            <a:extLst>
              <a:ext uri="{FF2B5EF4-FFF2-40B4-BE49-F238E27FC236}">
                <a16:creationId xmlns:a16="http://schemas.microsoft.com/office/drawing/2014/main" id="{D271044F-4A2F-5A99-B665-DAC5FB7BEC6B}"/>
              </a:ext>
            </a:extLst>
          </p:cNvPr>
          <p:cNvSpPr>
            <a:spLocks noGrp="1"/>
          </p:cNvSpPr>
          <p:nvPr>
            <p:ph type="ftr" sz="quarter" idx="19"/>
          </p:nvPr>
        </p:nvSpPr>
        <p:spPr bwMode="gray"/>
        <p:txBody>
          <a:bodyPr/>
          <a:lstStyle/>
          <a:p>
            <a:r>
              <a:rPr lang="en-US" dirty="0"/>
              <a:t>Slide library    |</a:t>
            </a:r>
            <a:br>
              <a:rPr lang="en-US" dirty="0"/>
            </a:br>
            <a:r>
              <a:rPr lang="en-US" dirty="0"/>
              <a:t>     ONLY FOR INTERNAL USE</a:t>
            </a:r>
          </a:p>
        </p:txBody>
      </p:sp>
      <p:sp>
        <p:nvSpPr>
          <p:cNvPr id="27" name="Foliennummernplatzhalter 26">
            <a:extLst>
              <a:ext uri="{FF2B5EF4-FFF2-40B4-BE49-F238E27FC236}">
                <a16:creationId xmlns:a16="http://schemas.microsoft.com/office/drawing/2014/main" id="{33F77D0C-58D5-A05E-EAE2-CD1053A1ADE3}"/>
              </a:ext>
            </a:extLst>
          </p:cNvPr>
          <p:cNvSpPr>
            <a:spLocks noGrp="1"/>
          </p:cNvSpPr>
          <p:nvPr>
            <p:ph type="sldNum" sz="quarter" idx="18"/>
          </p:nvPr>
        </p:nvSpPr>
        <p:spPr bwMode="gray"/>
        <p:txBody>
          <a:bodyPr/>
          <a:lstStyle/>
          <a:p>
            <a:fld id="{8FF9B0DE-3FEB-4AA0-B465-B80EF7C1333D}" type="slidenum">
              <a:rPr lang="en-US" smtClean="0"/>
              <a:pPr/>
              <a:t>10</a:t>
            </a:fld>
            <a:endParaRPr lang="en-US" dirty="0"/>
          </a:p>
        </p:txBody>
      </p:sp>
      <p:pic>
        <p:nvPicPr>
          <p:cNvPr id="3" name="Grafik 2">
            <a:extLst>
              <a:ext uri="{FF2B5EF4-FFF2-40B4-BE49-F238E27FC236}">
                <a16:creationId xmlns:a16="http://schemas.microsoft.com/office/drawing/2014/main" id="{755E58A8-1D8C-F776-7717-19DF03F7987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035757" y="1412776"/>
            <a:ext cx="576000" cy="576000"/>
          </a:xfrm>
          <a:prstGeom prst="rect">
            <a:avLst/>
          </a:prstGeom>
        </p:spPr>
      </p:pic>
      <p:pic>
        <p:nvPicPr>
          <p:cNvPr id="5" name="Grafik 4">
            <a:extLst>
              <a:ext uri="{FF2B5EF4-FFF2-40B4-BE49-F238E27FC236}">
                <a16:creationId xmlns:a16="http://schemas.microsoft.com/office/drawing/2014/main" id="{FE8A0B2E-5E58-437B-50C1-DB9F7815B30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595652" y="1412776"/>
            <a:ext cx="576000" cy="576000"/>
          </a:xfrm>
          <a:prstGeom prst="rect">
            <a:avLst/>
          </a:prstGeom>
        </p:spPr>
      </p:pic>
    </p:spTree>
    <p:extLst>
      <p:ext uri="{BB962C8B-B14F-4D97-AF65-F5344CB8AC3E}">
        <p14:creationId xmlns:p14="http://schemas.microsoft.com/office/powerpoint/2010/main" val="1006809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kt 2" hidden="1"/>
          <p:cNvGraphicFramePr>
            <a:graphicFrameLocks/>
          </p:cNvGraphicFramePr>
          <p:nvPr>
            <p:custDataLst>
              <p:tags r:id="rId1"/>
            </p:custDataLst>
          </p:nvPr>
        </p:nvGraphicFramePr>
        <p:xfrm>
          <a:off x="1525589" y="1589"/>
          <a:ext cx="1587" cy="1587"/>
        </p:xfrm>
        <a:graphic>
          <a:graphicData uri="http://schemas.openxmlformats.org/presentationml/2006/ole">
            <mc:AlternateContent xmlns:mc="http://schemas.openxmlformats.org/markup-compatibility/2006">
              <mc:Choice xmlns:v="urn:schemas-microsoft-com:vml" Requires="v">
                <p:oleObj name="think-cell Folie" r:id="rId5" imgW="360" imgH="360" progId="TCLayout.ActiveDocument.1">
                  <p:embed/>
                </p:oleObj>
              </mc:Choice>
              <mc:Fallback>
                <p:oleObj name="think-cell Folie" r:id="rId5" imgW="360" imgH="360" progId="TCLayout.ActiveDocument.1">
                  <p:embed/>
                  <p:pic>
                    <p:nvPicPr>
                      <p:cNvPr id="3" name="Objekt 2" hidden="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5589"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hteck 5" hidden="1">
            <a:extLst>
              <a:ext uri="{FF2B5EF4-FFF2-40B4-BE49-F238E27FC236}">
                <a16:creationId xmlns:a16="http://schemas.microsoft.com/office/drawing/2014/main" id="{F87E3E9D-265E-47FC-8392-D006D3EB1CF6}"/>
              </a:ext>
            </a:extLst>
          </p:cNvPr>
          <p:cNvSpPr/>
          <p:nvPr>
            <p:custDataLst>
              <p:tags r:id="rId2"/>
            </p:custDataLst>
          </p:nvPr>
        </p:nvSpPr>
        <p:spPr>
          <a:xfrm>
            <a:off x="0" y="0"/>
            <a:ext cx="158750" cy="15875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dirty="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14" name="Titel 13">
            <a:extLst>
              <a:ext uri="{FF2B5EF4-FFF2-40B4-BE49-F238E27FC236}">
                <a16:creationId xmlns:a16="http://schemas.microsoft.com/office/drawing/2014/main" id="{E99EBD63-63A5-5190-DE58-505E1A80FEAC}"/>
              </a:ext>
            </a:extLst>
          </p:cNvPr>
          <p:cNvSpPr>
            <a:spLocks noGrp="1"/>
          </p:cNvSpPr>
          <p:nvPr>
            <p:ph type="title"/>
          </p:nvPr>
        </p:nvSpPr>
        <p:spPr bwMode="gray">
          <a:xfrm>
            <a:off x="479424" y="477000"/>
            <a:ext cx="11233151" cy="720000"/>
          </a:xfrm>
        </p:spPr>
        <p:txBody>
          <a:bodyPr/>
          <a:lstStyle/>
          <a:p>
            <a:r>
              <a:rPr lang="en-US" dirty="0"/>
              <a:t>BI 下一步 | Action Items 2026</a:t>
            </a:r>
          </a:p>
        </p:txBody>
      </p:sp>
      <p:sp>
        <p:nvSpPr>
          <p:cNvPr id="16" name="Textplatzhalter 2">
            <a:extLst>
              <a:ext uri="{FF2B5EF4-FFF2-40B4-BE49-F238E27FC236}">
                <a16:creationId xmlns:a16="http://schemas.microsoft.com/office/drawing/2014/main" id="{1D6068DC-6E8B-D7A6-FBDD-DE835CA42A6F}"/>
              </a:ext>
            </a:extLst>
          </p:cNvPr>
          <p:cNvSpPr txBox="1">
            <a:spLocks/>
          </p:cNvSpPr>
          <p:nvPr/>
        </p:nvSpPr>
        <p:spPr bwMode="gray">
          <a:xfrm>
            <a:off x="4332288" y="1412775"/>
            <a:ext cx="3527908" cy="1728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P0 行动 | 年度驱虫管理 + 数字化闭环</a:t>
            </a:r>
          </a:p>
          <a:p>
            <a:pPr marL="0" indent="0">
              <a:buNone/>
            </a:pPr>
            <a:r>
              <a:rPr lang="en-US" dirty="0"/>
              <a:t>把超可信/博来恩等从单次购买升级为全生命周期预防方案
风险地图+提醒+AI问答+医院会员工具+一物一码追踪</a:t>
            </a:r>
          </a:p>
        </p:txBody>
      </p:sp>
      <p:sp>
        <p:nvSpPr>
          <p:cNvPr id="17" name="Textplatzhalter 2">
            <a:extLst>
              <a:ext uri="{FF2B5EF4-FFF2-40B4-BE49-F238E27FC236}">
                <a16:creationId xmlns:a16="http://schemas.microsoft.com/office/drawing/2014/main" id="{6A177523-F33D-CF62-AA39-B22B7EB60BE2}"/>
              </a:ext>
            </a:extLst>
          </p:cNvPr>
          <p:cNvSpPr txBox="1">
            <a:spLocks/>
          </p:cNvSpPr>
          <p:nvPr/>
        </p:nvSpPr>
        <p:spPr bwMode="gray">
          <a:xfrm>
            <a:off x="479473" y="1412775"/>
            <a:ext cx="3564299" cy="1728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P1 行动 | 产品组合分工 + 电商防守 + 价盘管理</a:t>
            </a:r>
          </a:p>
          <a:p>
            <a:pPr marL="0" indent="0">
              <a:buNone/>
            </a:pPr>
            <a:r>
              <a:rPr lang="en-US" dirty="0"/>
              <a:t>犬端突出高阶内外同驱和户外风险；猫端强调便利性、安全感和专业推荐
围绕竞品对比词、场景词建设合规内容和转化链路</a:t>
            </a:r>
          </a:p>
        </p:txBody>
      </p:sp>
      <p:sp>
        <p:nvSpPr>
          <p:cNvPr id="18" name="Textplatzhalter 2">
            <a:extLst>
              <a:ext uri="{FF2B5EF4-FFF2-40B4-BE49-F238E27FC236}">
                <a16:creationId xmlns:a16="http://schemas.microsoft.com/office/drawing/2014/main" id="{54CF967D-6519-9945-BF65-FEEC033ECF4C}"/>
              </a:ext>
            </a:extLst>
          </p:cNvPr>
          <p:cNvSpPr txBox="1">
            <a:spLocks/>
          </p:cNvSpPr>
          <p:nvPr/>
        </p:nvSpPr>
        <p:spPr bwMode="gray">
          <a:xfrm>
            <a:off x="8148325" y="1412775"/>
            <a:ext cx="3564299" cy="1728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P2 行动 | 兽医KOC共创 + 竞争格局观察</a:t>
            </a:r>
          </a:p>
          <a:p>
            <a:pPr marL="0" indent="0">
              <a:buNone/>
            </a:pPr>
            <a:r>
              <a:rPr lang="en-US" dirty="0"/>
              <a:t>硕腾：大宠爱/妙宠爱构成强猫狗驱虫心智，医生教育和慢病布局长期强势
礼蓝：可立奥、索来多项圈、拜宠清覆盖不同剂型</a:t>
            </a:r>
          </a:p>
        </p:txBody>
      </p:sp>
      <p:sp>
        <p:nvSpPr>
          <p:cNvPr id="20" name="Rechteck 19">
            <a:extLst>
              <a:ext uri="{FF2B5EF4-FFF2-40B4-BE49-F238E27FC236}">
                <a16:creationId xmlns:a16="http://schemas.microsoft.com/office/drawing/2014/main" id="{19CDB47A-C452-54C2-91E9-1056109ED690}"/>
              </a:ext>
            </a:extLst>
          </p:cNvPr>
          <p:cNvSpPr/>
          <p:nvPr/>
        </p:nvSpPr>
        <p:spPr bwMode="ltGray">
          <a:xfrm>
            <a:off x="0" y="3429000"/>
            <a:ext cx="12192000" cy="3429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pic>
        <p:nvPicPr>
          <p:cNvPr id="19" name="Grafik 18">
            <a:extLst>
              <a:ext uri="{FF2B5EF4-FFF2-40B4-BE49-F238E27FC236}">
                <a16:creationId xmlns:a16="http://schemas.microsoft.com/office/drawing/2014/main" id="{59647F4D-8D49-A2E5-B081-422AF218058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bwMode="gray">
          <a:xfrm>
            <a:off x="407432" y="3609084"/>
            <a:ext cx="576000" cy="576000"/>
          </a:xfrm>
          <a:prstGeom prst="rect">
            <a:avLst/>
          </a:prstGeom>
        </p:spPr>
      </p:pic>
      <p:sp>
        <p:nvSpPr>
          <p:cNvPr id="22" name="Textplatzhalter 2">
            <a:extLst>
              <a:ext uri="{FF2B5EF4-FFF2-40B4-BE49-F238E27FC236}">
                <a16:creationId xmlns:a16="http://schemas.microsoft.com/office/drawing/2014/main" id="{DA8E4287-B22F-5A5D-62EA-9C9866A817FA}"/>
              </a:ext>
            </a:extLst>
          </p:cNvPr>
          <p:cNvSpPr txBox="1">
            <a:spLocks/>
          </p:cNvSpPr>
          <p:nvPr/>
        </p:nvSpPr>
        <p:spPr bwMode="gray">
          <a:xfrm>
            <a:off x="479473" y="4293280"/>
            <a:ext cx="3564000" cy="1512000"/>
          </a:xfrm>
          <a:prstGeom prst="rect">
            <a:avLst/>
          </a:prstGeom>
        </p:spPr>
        <p:txBody>
          <a:bodyPr vert="horz" lIns="0" tIns="0" rIns="0" bIns="0" rtlCol="0" anchor="t"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b="1" dirty="0"/>
              <a:t>P0年度驱虫管理+数字化闭环</a:t>
            </a:r>
          </a:p>
          <a:p>
            <a:pPr marL="0" indent="0">
              <a:buNone/>
            </a:pPr>
            <a:r>
              <a:rPr lang="en-US" dirty="0"/>
              <a:t>院内首购+小程序复购+O2O服务联动</a:t>
            </a:r>
          </a:p>
        </p:txBody>
      </p:sp>
      <p:pic>
        <p:nvPicPr>
          <p:cNvPr id="23" name="Grafik 22">
            <a:extLst>
              <a:ext uri="{FF2B5EF4-FFF2-40B4-BE49-F238E27FC236}">
                <a16:creationId xmlns:a16="http://schemas.microsoft.com/office/drawing/2014/main" id="{7F552DB5-240E-459A-C970-F6B66B28D8A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bwMode="gray">
          <a:xfrm>
            <a:off x="4260159" y="3609084"/>
            <a:ext cx="576000" cy="576000"/>
          </a:xfrm>
          <a:prstGeom prst="rect">
            <a:avLst/>
          </a:prstGeom>
        </p:spPr>
      </p:pic>
      <p:sp>
        <p:nvSpPr>
          <p:cNvPr id="24" name="Textplatzhalter 2">
            <a:extLst>
              <a:ext uri="{FF2B5EF4-FFF2-40B4-BE49-F238E27FC236}">
                <a16:creationId xmlns:a16="http://schemas.microsoft.com/office/drawing/2014/main" id="{9210512B-E7C2-87AB-CCA3-3EAB4CD5A70A}"/>
              </a:ext>
            </a:extLst>
          </p:cNvPr>
          <p:cNvSpPr txBox="1">
            <a:spLocks/>
          </p:cNvSpPr>
          <p:nvPr/>
        </p:nvSpPr>
        <p:spPr bwMode="gray">
          <a:xfrm>
            <a:off x="4331804" y="4293280"/>
            <a:ext cx="3527909" cy="1512000"/>
          </a:xfrm>
          <a:prstGeom prst="rect">
            <a:avLst/>
          </a:prstGeom>
        </p:spPr>
        <p:txBody>
          <a:bodyPr vert="horz" lIns="0" tIns="0" rIns="0" bIns="0" rtlCol="0" anchor="t"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b="1" dirty="0"/>
              <a:t>P0年度驱虫管理+数字化闭环</a:t>
            </a:r>
          </a:p>
          <a:p>
            <a:pPr marL="0" indent="0">
              <a:buNone/>
            </a:pPr>
            <a:r>
              <a:rPr lang="en-US" dirty="0"/>
              <a:t>院内首购+小程序复购+O2O服务联动</a:t>
            </a:r>
          </a:p>
        </p:txBody>
      </p:sp>
      <p:pic>
        <p:nvPicPr>
          <p:cNvPr id="25" name="Grafik 24">
            <a:extLst>
              <a:ext uri="{FF2B5EF4-FFF2-40B4-BE49-F238E27FC236}">
                <a16:creationId xmlns:a16="http://schemas.microsoft.com/office/drawing/2014/main" id="{2B16ADE3-C4F9-354A-2ECC-84EB74F0540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bwMode="gray">
          <a:xfrm>
            <a:off x="8076583" y="3609084"/>
            <a:ext cx="576000" cy="576000"/>
          </a:xfrm>
          <a:prstGeom prst="rect">
            <a:avLst/>
          </a:prstGeom>
        </p:spPr>
      </p:pic>
      <p:sp>
        <p:nvSpPr>
          <p:cNvPr id="26" name="Textplatzhalter 2">
            <a:extLst>
              <a:ext uri="{FF2B5EF4-FFF2-40B4-BE49-F238E27FC236}">
                <a16:creationId xmlns:a16="http://schemas.microsoft.com/office/drawing/2014/main" id="{8B5E9EDC-7C0D-A43E-4444-C8B26669F6A3}"/>
              </a:ext>
            </a:extLst>
          </p:cNvPr>
          <p:cNvSpPr txBox="1">
            <a:spLocks/>
          </p:cNvSpPr>
          <p:nvPr/>
        </p:nvSpPr>
        <p:spPr bwMode="gray">
          <a:xfrm>
            <a:off x="8148624" y="4293280"/>
            <a:ext cx="3564000" cy="1512000"/>
          </a:xfrm>
          <a:prstGeom prst="rect">
            <a:avLst/>
          </a:prstGeom>
        </p:spPr>
        <p:txBody>
          <a:bodyPr vert="horz" lIns="0" tIns="0" rIns="0" bIns="0" rtlCol="0" anchor="t"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b="1" dirty="0"/>
              <a:t>P0年度驱虫管理+数字化闭环</a:t>
            </a:r>
          </a:p>
          <a:p>
            <a:pPr marL="0" indent="0">
              <a:buNone/>
            </a:pPr>
            <a:r>
              <a:rPr lang="en-US" dirty="0"/>
              <a:t>院内首购+小程序复购+O2O服务联动</a:t>
            </a:r>
          </a:p>
        </p:txBody>
      </p:sp>
      <p:sp>
        <p:nvSpPr>
          <p:cNvPr id="5" name="Fußzeilenplatzhalter 4">
            <a:extLst>
              <a:ext uri="{FF2B5EF4-FFF2-40B4-BE49-F238E27FC236}">
                <a16:creationId xmlns:a16="http://schemas.microsoft.com/office/drawing/2014/main" id="{0F47E805-2B22-F8D5-E16D-8FF0CAEC73F1}"/>
              </a:ext>
            </a:extLst>
          </p:cNvPr>
          <p:cNvSpPr>
            <a:spLocks noGrp="1"/>
          </p:cNvSpPr>
          <p:nvPr>
            <p:ph type="ftr" sz="quarter" idx="10"/>
          </p:nvPr>
        </p:nvSpPr>
        <p:spPr bwMode="gray">
          <a:xfrm>
            <a:off x="6312024" y="6246836"/>
            <a:ext cx="5040560" cy="288000"/>
          </a:xfrm>
        </p:spPr>
        <p:txBody>
          <a:bodyPr/>
          <a:lstStyle/>
          <a:p>
            <a:r>
              <a:rPr lang="en-US" dirty="0">
                <a:solidFill>
                  <a:schemeClr val="bg1"/>
                </a:solidFill>
              </a:rPr>
              <a:t>数据截至：2026年5月25日  |  非官方披露数据仅供内部策略讨论  |  INTERNAL USE ONLY</a:t>
            </a:r>
          </a:p>
        </p:txBody>
      </p:sp>
      <p:sp>
        <p:nvSpPr>
          <p:cNvPr id="7" name="Foliennummernplatzhalter 6">
            <a:extLst>
              <a:ext uri="{FF2B5EF4-FFF2-40B4-BE49-F238E27FC236}">
                <a16:creationId xmlns:a16="http://schemas.microsoft.com/office/drawing/2014/main" id="{EA89D409-DDE0-BC55-4758-E85D6C31263C}"/>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solidFill>
                  <a:schemeClr val="bg1"/>
                </a:solidFill>
              </a:rPr>
              <a:pPr/>
              <a:t>11</a:t>
            </a:fld>
            <a:endParaRPr lang="en-US" dirty="0">
              <a:solidFill>
                <a:schemeClr val="bg1"/>
              </a:solidFill>
            </a:endParaRPr>
          </a:p>
        </p:txBody>
      </p:sp>
      <p:sp>
        <p:nvSpPr>
          <p:cNvPr id="11" name="Textplatzhalter 10">
            <a:extLst>
              <a:ext uri="{FF2B5EF4-FFF2-40B4-BE49-F238E27FC236}">
                <a16:creationId xmlns:a16="http://schemas.microsoft.com/office/drawing/2014/main" id="{1D357F9D-554B-9F45-7247-772713DB7036}"/>
              </a:ext>
            </a:extLst>
          </p:cNvPr>
          <p:cNvSpPr>
            <a:spLocks noGrp="1"/>
          </p:cNvSpPr>
          <p:nvPr>
            <p:ph type="body" sz="quarter" idx="13"/>
          </p:nvPr>
        </p:nvSpPr>
        <p:spPr bwMode="gray"/>
        <p:txBody>
          <a:bodyPr/>
          <a:lstStyle/>
          <a:p>
            <a:endParaRPr lang="en-US" dirty="0">
              <a:solidFill>
                <a:schemeClr val="bg1"/>
              </a:solidFill>
            </a:endParaRPr>
          </a:p>
        </p:txBody>
      </p:sp>
      <p:pic>
        <p:nvPicPr>
          <p:cNvPr id="2" name="Grafik 1">
            <a:extLst>
              <a:ext uri="{FF2B5EF4-FFF2-40B4-BE49-F238E27FC236}">
                <a16:creationId xmlns:a16="http://schemas.microsoft.com/office/drawing/2014/main" id="{21910E96-FC58-F0A8-8CBD-269AED49A44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1654554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2">
            <a:extLst>
              <a:ext uri="{FF2B5EF4-FFF2-40B4-BE49-F238E27FC236}">
                <a16:creationId xmlns:a16="http://schemas.microsoft.com/office/drawing/2014/main" id="{5A99910D-D687-D9EE-1938-D4A154019B7D}"/>
              </a:ext>
            </a:extLst>
          </p:cNvPr>
          <p:cNvSpPr txBox="1">
            <a:spLocks/>
          </p:cNvSpPr>
          <p:nvPr/>
        </p:nvSpPr>
        <p:spPr bwMode="gray">
          <a:xfrm>
            <a:off x="9120521" y="3284984"/>
            <a:ext cx="2592000" cy="252028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elitr sed diam nonumy eirmod tempor invidunt ut labore et dolore magna aliquyam erat, sed diadiam nonumy eirmod cursus.</a:t>
            </a:r>
          </a:p>
        </p:txBody>
      </p:sp>
      <p:sp>
        <p:nvSpPr>
          <p:cNvPr id="3" name="Textplatzhalter 2">
            <a:extLst>
              <a:ext uri="{FF2B5EF4-FFF2-40B4-BE49-F238E27FC236}">
                <a16:creationId xmlns:a16="http://schemas.microsoft.com/office/drawing/2014/main" id="{28EE6308-174C-5C8E-4C60-975F7CED4650}"/>
              </a:ext>
            </a:extLst>
          </p:cNvPr>
          <p:cNvSpPr txBox="1">
            <a:spLocks/>
          </p:cNvSpPr>
          <p:nvPr/>
        </p:nvSpPr>
        <p:spPr bwMode="gray">
          <a:xfrm>
            <a:off x="6240489" y="3284984"/>
            <a:ext cx="2592000" cy="252028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elitr sed diam nonumy eirmod tempor invidunt ut labore et dolore magna aliquyam erat, sed diadiam nonumy eirmod cursus.</a:t>
            </a:r>
          </a:p>
        </p:txBody>
      </p:sp>
      <p:sp>
        <p:nvSpPr>
          <p:cNvPr id="2" name="Textplatzhalter 2">
            <a:extLst>
              <a:ext uri="{FF2B5EF4-FFF2-40B4-BE49-F238E27FC236}">
                <a16:creationId xmlns:a16="http://schemas.microsoft.com/office/drawing/2014/main" id="{88623705-7572-84F0-4E97-955A4F8F5533}"/>
              </a:ext>
            </a:extLst>
          </p:cNvPr>
          <p:cNvSpPr txBox="1">
            <a:spLocks/>
          </p:cNvSpPr>
          <p:nvPr/>
        </p:nvSpPr>
        <p:spPr bwMode="gray">
          <a:xfrm>
            <a:off x="3359881" y="3284984"/>
            <a:ext cx="2592000" cy="252028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elitr sed diam nonumy eirmod tempor invidunt ut labore et dolore magna aliquyam erat, sed diadiam nonumy eirmod cursus.</a:t>
            </a:r>
          </a:p>
        </p:txBody>
      </p:sp>
      <p:sp>
        <p:nvSpPr>
          <p:cNvPr id="24" name="Titel 23">
            <a:extLst>
              <a:ext uri="{FF2B5EF4-FFF2-40B4-BE49-F238E27FC236}">
                <a16:creationId xmlns:a16="http://schemas.microsoft.com/office/drawing/2014/main" id="{BE7D5811-F8E3-7AFD-A91C-96DFC7C5C0A0}"/>
              </a:ext>
            </a:extLst>
          </p:cNvPr>
          <p:cNvSpPr>
            <a:spLocks noGrp="1"/>
          </p:cNvSpPr>
          <p:nvPr>
            <p:ph type="title"/>
          </p:nvPr>
        </p:nvSpPr>
        <p:spPr bwMode="gray">
          <a:xfrm>
            <a:off x="479424" y="477000"/>
            <a:ext cx="11233151" cy="720000"/>
          </a:xfrm>
        </p:spPr>
        <p:txBody>
          <a:bodyPr/>
          <a:lstStyle/>
          <a:p>
            <a:r>
              <a:rPr lang="en-US" dirty="0"/>
              <a:t>Three numbered facts</a:t>
            </a:r>
          </a:p>
        </p:txBody>
      </p:sp>
      <p:sp>
        <p:nvSpPr>
          <p:cNvPr id="13" name="Textplatzhalter 12">
            <a:extLst>
              <a:ext uri="{FF2B5EF4-FFF2-40B4-BE49-F238E27FC236}">
                <a16:creationId xmlns:a16="http://schemas.microsoft.com/office/drawing/2014/main" id="{4C1A02F3-852E-BC44-F9C0-4A2F38AB9C7E}"/>
              </a:ext>
            </a:extLst>
          </p:cNvPr>
          <p:cNvSpPr>
            <a:spLocks noGrp="1"/>
          </p:cNvSpPr>
          <p:nvPr>
            <p:ph type="body" sz="quarter" idx="13"/>
          </p:nvPr>
        </p:nvSpPr>
        <p:spPr bwMode="gray"/>
        <p:txBody>
          <a:bodyPr/>
          <a:lstStyle/>
          <a:p>
            <a:endParaRPr lang="en-US" dirty="0"/>
          </a:p>
        </p:txBody>
      </p:sp>
      <p:sp>
        <p:nvSpPr>
          <p:cNvPr id="8" name="Fußzeilenplatzhalter 7">
            <a:extLst>
              <a:ext uri="{FF2B5EF4-FFF2-40B4-BE49-F238E27FC236}">
                <a16:creationId xmlns:a16="http://schemas.microsoft.com/office/drawing/2014/main" id="{EC139BD1-0E28-D064-DD84-506A383A8AD9}"/>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9" name="Foliennummernplatzhalter 8">
            <a:extLst>
              <a:ext uri="{FF2B5EF4-FFF2-40B4-BE49-F238E27FC236}">
                <a16:creationId xmlns:a16="http://schemas.microsoft.com/office/drawing/2014/main" id="{05FE7309-B331-0FD2-33FB-C8F7D20596B6}"/>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12</a:t>
            </a:fld>
            <a:endParaRPr lang="en-US" dirty="0"/>
          </a:p>
        </p:txBody>
      </p:sp>
      <p:sp>
        <p:nvSpPr>
          <p:cNvPr id="27" name="Textplatzhalter 8">
            <a:extLst>
              <a:ext uri="{FF2B5EF4-FFF2-40B4-BE49-F238E27FC236}">
                <a16:creationId xmlns:a16="http://schemas.microsoft.com/office/drawing/2014/main" id="{67C03383-608B-EAF7-8495-C886678A2A7C}"/>
              </a:ext>
            </a:extLst>
          </p:cNvPr>
          <p:cNvSpPr txBox="1">
            <a:spLocks/>
          </p:cNvSpPr>
          <p:nvPr/>
        </p:nvSpPr>
        <p:spPr bwMode="gray">
          <a:xfrm>
            <a:off x="3359985" y="2565312"/>
            <a:ext cx="2592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01</a:t>
            </a:r>
          </a:p>
        </p:txBody>
      </p:sp>
      <p:sp>
        <p:nvSpPr>
          <p:cNvPr id="32" name="Textplatzhalter 8">
            <a:extLst>
              <a:ext uri="{FF2B5EF4-FFF2-40B4-BE49-F238E27FC236}">
                <a16:creationId xmlns:a16="http://schemas.microsoft.com/office/drawing/2014/main" id="{BA09C372-6B98-7381-9921-5F369A0B3B9A}"/>
              </a:ext>
            </a:extLst>
          </p:cNvPr>
          <p:cNvSpPr txBox="1">
            <a:spLocks/>
          </p:cNvSpPr>
          <p:nvPr/>
        </p:nvSpPr>
        <p:spPr bwMode="gray">
          <a:xfrm>
            <a:off x="6240011" y="2565312"/>
            <a:ext cx="2592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02</a:t>
            </a:r>
          </a:p>
        </p:txBody>
      </p:sp>
      <p:sp>
        <p:nvSpPr>
          <p:cNvPr id="34" name="Textplatzhalter 8">
            <a:extLst>
              <a:ext uri="{FF2B5EF4-FFF2-40B4-BE49-F238E27FC236}">
                <a16:creationId xmlns:a16="http://schemas.microsoft.com/office/drawing/2014/main" id="{68000FDB-09A3-F422-C000-9EDF5C518AAD}"/>
              </a:ext>
            </a:extLst>
          </p:cNvPr>
          <p:cNvSpPr txBox="1">
            <a:spLocks/>
          </p:cNvSpPr>
          <p:nvPr/>
        </p:nvSpPr>
        <p:spPr bwMode="gray">
          <a:xfrm>
            <a:off x="9120624" y="2565312"/>
            <a:ext cx="2592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03</a:t>
            </a:r>
          </a:p>
        </p:txBody>
      </p:sp>
      <p:pic>
        <p:nvPicPr>
          <p:cNvPr id="10" name="Grafik 9">
            <a:extLst>
              <a:ext uri="{FF2B5EF4-FFF2-40B4-BE49-F238E27FC236}">
                <a16:creationId xmlns:a16="http://schemas.microsoft.com/office/drawing/2014/main" id="{1F3C464B-AAD0-14BF-B330-A238F12EBD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3353" y="2411456"/>
            <a:ext cx="2592000" cy="2592000"/>
          </a:xfrm>
          <a:prstGeom prst="rect">
            <a:avLst/>
          </a:prstGeom>
        </p:spPr>
      </p:pic>
    </p:spTree>
    <p:extLst>
      <p:ext uri="{BB962C8B-B14F-4D97-AF65-F5344CB8AC3E}">
        <p14:creationId xmlns:p14="http://schemas.microsoft.com/office/powerpoint/2010/main" val="16981002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216ECB00-AEC8-806C-D060-02023D60530F}"/>
              </a:ext>
            </a:extLst>
          </p:cNvPr>
          <p:cNvSpPr/>
          <p:nvPr/>
        </p:nvSpPr>
        <p:spPr bwMode="gray">
          <a:xfrm>
            <a:off x="0" y="0"/>
            <a:ext cx="12192000" cy="6858000"/>
          </a:xfrm>
          <a:prstGeom prst="rect">
            <a:avLst/>
          </a:prstGeom>
          <a:solidFill>
            <a:srgbClr val="D2F2F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4" name="Textplatzhalter 2">
            <a:extLst>
              <a:ext uri="{FF2B5EF4-FFF2-40B4-BE49-F238E27FC236}">
                <a16:creationId xmlns:a16="http://schemas.microsoft.com/office/drawing/2014/main" id="{5A99910D-D687-D9EE-1938-D4A154019B7D}"/>
              </a:ext>
            </a:extLst>
          </p:cNvPr>
          <p:cNvSpPr txBox="1">
            <a:spLocks/>
          </p:cNvSpPr>
          <p:nvPr/>
        </p:nvSpPr>
        <p:spPr bwMode="gray">
          <a:xfrm>
            <a:off x="9120521" y="3284984"/>
            <a:ext cx="2592000" cy="252028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elitr sed diam nonumy eirmod tempor invidunt ut labore et dolore magna aliquyam erat, sed diadiam nonumy eirmod cursus.</a:t>
            </a:r>
          </a:p>
        </p:txBody>
      </p:sp>
      <p:sp>
        <p:nvSpPr>
          <p:cNvPr id="3" name="Textplatzhalter 2">
            <a:extLst>
              <a:ext uri="{FF2B5EF4-FFF2-40B4-BE49-F238E27FC236}">
                <a16:creationId xmlns:a16="http://schemas.microsoft.com/office/drawing/2014/main" id="{28EE6308-174C-5C8E-4C60-975F7CED4650}"/>
              </a:ext>
            </a:extLst>
          </p:cNvPr>
          <p:cNvSpPr txBox="1">
            <a:spLocks/>
          </p:cNvSpPr>
          <p:nvPr/>
        </p:nvSpPr>
        <p:spPr bwMode="gray">
          <a:xfrm>
            <a:off x="6240489" y="3284984"/>
            <a:ext cx="2592000" cy="252028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elitr sed diam nonumy eirmod tempor invidunt ut labore et dolore magna aliquyam erat, sed diadiam nonumy eirmod cursus.</a:t>
            </a:r>
          </a:p>
        </p:txBody>
      </p:sp>
      <p:sp>
        <p:nvSpPr>
          <p:cNvPr id="2" name="Textplatzhalter 2">
            <a:extLst>
              <a:ext uri="{FF2B5EF4-FFF2-40B4-BE49-F238E27FC236}">
                <a16:creationId xmlns:a16="http://schemas.microsoft.com/office/drawing/2014/main" id="{88623705-7572-84F0-4E97-955A4F8F5533}"/>
              </a:ext>
            </a:extLst>
          </p:cNvPr>
          <p:cNvSpPr txBox="1">
            <a:spLocks/>
          </p:cNvSpPr>
          <p:nvPr/>
        </p:nvSpPr>
        <p:spPr bwMode="gray">
          <a:xfrm>
            <a:off x="3359881" y="3284984"/>
            <a:ext cx="2592000" cy="252028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elitr sed diam nonumy eirmod tempor invidunt ut labore et dolore magna aliquyam erat, sed diadiam nonumy eirmod cursus.</a:t>
            </a:r>
          </a:p>
        </p:txBody>
      </p:sp>
      <p:sp>
        <p:nvSpPr>
          <p:cNvPr id="24" name="Titel 23">
            <a:extLst>
              <a:ext uri="{FF2B5EF4-FFF2-40B4-BE49-F238E27FC236}">
                <a16:creationId xmlns:a16="http://schemas.microsoft.com/office/drawing/2014/main" id="{BE7D5811-F8E3-7AFD-A91C-96DFC7C5C0A0}"/>
              </a:ext>
            </a:extLst>
          </p:cNvPr>
          <p:cNvSpPr>
            <a:spLocks noGrp="1"/>
          </p:cNvSpPr>
          <p:nvPr>
            <p:ph type="title"/>
          </p:nvPr>
        </p:nvSpPr>
        <p:spPr bwMode="gray">
          <a:xfrm>
            <a:off x="479424" y="477000"/>
            <a:ext cx="11233151" cy="720000"/>
          </a:xfrm>
        </p:spPr>
        <p:txBody>
          <a:bodyPr/>
          <a:lstStyle/>
          <a:p>
            <a:r>
              <a:rPr lang="en-US" dirty="0"/>
              <a:t>Three numbered facts</a:t>
            </a:r>
          </a:p>
        </p:txBody>
      </p:sp>
      <p:sp>
        <p:nvSpPr>
          <p:cNvPr id="17" name="Textplatzhalter 16">
            <a:extLst>
              <a:ext uri="{FF2B5EF4-FFF2-40B4-BE49-F238E27FC236}">
                <a16:creationId xmlns:a16="http://schemas.microsoft.com/office/drawing/2014/main" id="{E99B794E-2A78-2E89-B875-BBB6CE12820B}"/>
              </a:ext>
            </a:extLst>
          </p:cNvPr>
          <p:cNvSpPr>
            <a:spLocks noGrp="1"/>
          </p:cNvSpPr>
          <p:nvPr>
            <p:ph type="body" sz="quarter" idx="13"/>
          </p:nvPr>
        </p:nvSpPr>
        <p:spPr bwMode="gray"/>
        <p:txBody>
          <a:bodyPr/>
          <a:lstStyle/>
          <a:p>
            <a:endParaRPr lang="en-US" dirty="0"/>
          </a:p>
        </p:txBody>
      </p:sp>
      <p:sp>
        <p:nvSpPr>
          <p:cNvPr id="8" name="Fußzeilenplatzhalter 7">
            <a:extLst>
              <a:ext uri="{FF2B5EF4-FFF2-40B4-BE49-F238E27FC236}">
                <a16:creationId xmlns:a16="http://schemas.microsoft.com/office/drawing/2014/main" id="{F4BD5838-6FBC-4B55-CAC6-75DC3AE7C7CC}"/>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9" name="Foliennummernplatzhalter 8">
            <a:extLst>
              <a:ext uri="{FF2B5EF4-FFF2-40B4-BE49-F238E27FC236}">
                <a16:creationId xmlns:a16="http://schemas.microsoft.com/office/drawing/2014/main" id="{31A7FA0A-CA44-33BE-1F65-3677A1537B18}"/>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13</a:t>
            </a:fld>
            <a:endParaRPr lang="en-US" dirty="0"/>
          </a:p>
        </p:txBody>
      </p:sp>
      <p:sp>
        <p:nvSpPr>
          <p:cNvPr id="27" name="Textplatzhalter 8">
            <a:extLst>
              <a:ext uri="{FF2B5EF4-FFF2-40B4-BE49-F238E27FC236}">
                <a16:creationId xmlns:a16="http://schemas.microsoft.com/office/drawing/2014/main" id="{67C03383-608B-EAF7-8495-C886678A2A7C}"/>
              </a:ext>
            </a:extLst>
          </p:cNvPr>
          <p:cNvSpPr txBox="1">
            <a:spLocks/>
          </p:cNvSpPr>
          <p:nvPr/>
        </p:nvSpPr>
        <p:spPr bwMode="gray">
          <a:xfrm>
            <a:off x="3359985" y="2565312"/>
            <a:ext cx="2592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solidFill>
                  <a:srgbClr val="076D7E"/>
                </a:solidFill>
              </a:rPr>
              <a:t>01</a:t>
            </a:r>
          </a:p>
        </p:txBody>
      </p:sp>
      <p:sp>
        <p:nvSpPr>
          <p:cNvPr id="32" name="Textplatzhalter 8">
            <a:extLst>
              <a:ext uri="{FF2B5EF4-FFF2-40B4-BE49-F238E27FC236}">
                <a16:creationId xmlns:a16="http://schemas.microsoft.com/office/drawing/2014/main" id="{BA09C372-6B98-7381-9921-5F369A0B3B9A}"/>
              </a:ext>
            </a:extLst>
          </p:cNvPr>
          <p:cNvSpPr txBox="1">
            <a:spLocks/>
          </p:cNvSpPr>
          <p:nvPr/>
        </p:nvSpPr>
        <p:spPr bwMode="gray">
          <a:xfrm>
            <a:off x="6240011" y="2565312"/>
            <a:ext cx="2592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solidFill>
                  <a:srgbClr val="076D7E"/>
                </a:solidFill>
              </a:rPr>
              <a:t>02</a:t>
            </a:r>
          </a:p>
        </p:txBody>
      </p:sp>
      <p:sp>
        <p:nvSpPr>
          <p:cNvPr id="34" name="Textplatzhalter 8">
            <a:extLst>
              <a:ext uri="{FF2B5EF4-FFF2-40B4-BE49-F238E27FC236}">
                <a16:creationId xmlns:a16="http://schemas.microsoft.com/office/drawing/2014/main" id="{68000FDB-09A3-F422-C000-9EDF5C518AAD}"/>
              </a:ext>
            </a:extLst>
          </p:cNvPr>
          <p:cNvSpPr txBox="1">
            <a:spLocks/>
          </p:cNvSpPr>
          <p:nvPr/>
        </p:nvSpPr>
        <p:spPr bwMode="gray">
          <a:xfrm>
            <a:off x="9120624" y="2565312"/>
            <a:ext cx="2592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solidFill>
                  <a:srgbClr val="076D7E"/>
                </a:solidFill>
              </a:rPr>
              <a:t>03</a:t>
            </a:r>
          </a:p>
        </p:txBody>
      </p:sp>
      <p:pic>
        <p:nvPicPr>
          <p:cNvPr id="10" name="Grafik 9">
            <a:extLst>
              <a:ext uri="{FF2B5EF4-FFF2-40B4-BE49-F238E27FC236}">
                <a16:creationId xmlns:a16="http://schemas.microsoft.com/office/drawing/2014/main" id="{876FD29E-8F4E-156F-705E-D1E22F5512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9425" y="6165826"/>
            <a:ext cx="2027830" cy="356899"/>
          </a:xfrm>
          <a:prstGeom prst="rect">
            <a:avLst/>
          </a:prstGeom>
        </p:spPr>
      </p:pic>
      <p:pic>
        <p:nvPicPr>
          <p:cNvPr id="7" name="Grafik 6">
            <a:extLst>
              <a:ext uri="{FF2B5EF4-FFF2-40B4-BE49-F238E27FC236}">
                <a16:creationId xmlns:a16="http://schemas.microsoft.com/office/drawing/2014/main" id="{BC1B9F0E-6239-4A9D-2B57-3683BDBBCF2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3353" y="2411456"/>
            <a:ext cx="2592000" cy="2592000"/>
          </a:xfrm>
          <a:prstGeom prst="rect">
            <a:avLst/>
          </a:prstGeom>
        </p:spPr>
      </p:pic>
    </p:spTree>
    <p:extLst>
      <p:ext uri="{BB962C8B-B14F-4D97-AF65-F5344CB8AC3E}">
        <p14:creationId xmlns:p14="http://schemas.microsoft.com/office/powerpoint/2010/main" val="3049408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platzhalter 2">
            <a:extLst>
              <a:ext uri="{FF2B5EF4-FFF2-40B4-BE49-F238E27FC236}">
                <a16:creationId xmlns:a16="http://schemas.microsoft.com/office/drawing/2014/main" id="{15EA3358-ED48-7828-D090-31FC2D35920A}"/>
              </a:ext>
            </a:extLst>
          </p:cNvPr>
          <p:cNvSpPr txBox="1">
            <a:spLocks/>
          </p:cNvSpPr>
          <p:nvPr/>
        </p:nvSpPr>
        <p:spPr bwMode="gray">
          <a:xfrm>
            <a:off x="3359696" y="1412776"/>
            <a:ext cx="2591842" cy="2052228"/>
          </a:xfrm>
          <a:prstGeom prst="rect">
            <a:avLst/>
          </a:prstGeom>
          <a:solidFill>
            <a:schemeClr val="bg2"/>
          </a:solid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b="1" dirty="0">
                <a:solidFill>
                  <a:schemeClr val="tx2"/>
                </a:solidFill>
              </a:rPr>
              <a:t>Lorem ipsum</a:t>
            </a:r>
          </a:p>
          <a:p>
            <a:pPr marL="0" lvl="4" indent="0">
              <a:buNone/>
            </a:pPr>
            <a:r>
              <a:rPr lang="en-US" dirty="0">
                <a:solidFill>
                  <a:schemeClr val="tx2"/>
                </a:solidFill>
              </a:rPr>
              <a:t>Lorem ipsum consectetuer adipiscing elit. Suspendisse neque ac rhoncus auctor, urna ante elementum nunc.</a:t>
            </a:r>
          </a:p>
        </p:txBody>
      </p:sp>
      <p:sp>
        <p:nvSpPr>
          <p:cNvPr id="12" name="Titel 11">
            <a:extLst>
              <a:ext uri="{FF2B5EF4-FFF2-40B4-BE49-F238E27FC236}">
                <a16:creationId xmlns:a16="http://schemas.microsoft.com/office/drawing/2014/main" id="{D25EBF4D-D718-CE42-245A-F2CBEFE4920D}"/>
              </a:ext>
            </a:extLst>
          </p:cNvPr>
          <p:cNvSpPr>
            <a:spLocks noGrp="1"/>
          </p:cNvSpPr>
          <p:nvPr>
            <p:ph type="title"/>
          </p:nvPr>
        </p:nvSpPr>
        <p:spPr bwMode="gray">
          <a:xfrm>
            <a:off x="479424" y="477000"/>
            <a:ext cx="11233151" cy="720000"/>
          </a:xfrm>
        </p:spPr>
        <p:txBody>
          <a:bodyPr/>
          <a:lstStyle/>
          <a:p>
            <a:r>
              <a:rPr lang="en-US" dirty="0"/>
              <a:t>Text box listings</a:t>
            </a:r>
          </a:p>
        </p:txBody>
      </p:sp>
      <p:sp>
        <p:nvSpPr>
          <p:cNvPr id="19" name="Textplatzhalter 18">
            <a:extLst>
              <a:ext uri="{FF2B5EF4-FFF2-40B4-BE49-F238E27FC236}">
                <a16:creationId xmlns:a16="http://schemas.microsoft.com/office/drawing/2014/main" id="{4D5BE112-0914-A042-AF9C-F98F0525FA8E}"/>
              </a:ext>
            </a:extLst>
          </p:cNvPr>
          <p:cNvSpPr>
            <a:spLocks noGrp="1"/>
          </p:cNvSpPr>
          <p:nvPr>
            <p:ph type="body" sz="quarter" idx="13"/>
          </p:nvPr>
        </p:nvSpPr>
        <p:spPr bwMode="gray"/>
        <p:txBody>
          <a:bodyPr/>
          <a:lstStyle/>
          <a:p>
            <a:endParaRPr lang="en-US" dirty="0"/>
          </a:p>
        </p:txBody>
      </p:sp>
      <p:sp>
        <p:nvSpPr>
          <p:cNvPr id="14" name="Fußzeilenplatzhalter 13">
            <a:extLst>
              <a:ext uri="{FF2B5EF4-FFF2-40B4-BE49-F238E27FC236}">
                <a16:creationId xmlns:a16="http://schemas.microsoft.com/office/drawing/2014/main" id="{5640778F-8DD4-CF03-42E7-1732B1BC6958}"/>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15" name="Foliennummernplatzhalter 14">
            <a:extLst>
              <a:ext uri="{FF2B5EF4-FFF2-40B4-BE49-F238E27FC236}">
                <a16:creationId xmlns:a16="http://schemas.microsoft.com/office/drawing/2014/main" id="{5F800E07-4494-F289-F0AA-66AB2BB52BBD}"/>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14</a:t>
            </a:fld>
            <a:endParaRPr lang="en-US" dirty="0"/>
          </a:p>
        </p:txBody>
      </p:sp>
      <p:sp>
        <p:nvSpPr>
          <p:cNvPr id="2" name="Textplatzhalter 2">
            <a:extLst>
              <a:ext uri="{FF2B5EF4-FFF2-40B4-BE49-F238E27FC236}">
                <a16:creationId xmlns:a16="http://schemas.microsoft.com/office/drawing/2014/main" id="{6796B636-663D-C16B-8EE6-E028F702EAC4}"/>
              </a:ext>
            </a:extLst>
          </p:cNvPr>
          <p:cNvSpPr txBox="1">
            <a:spLocks/>
          </p:cNvSpPr>
          <p:nvPr/>
        </p:nvSpPr>
        <p:spPr bwMode="gray">
          <a:xfrm>
            <a:off x="479472" y="1412776"/>
            <a:ext cx="2592000" cy="2052000"/>
          </a:xfrm>
          <a:prstGeom prst="rect">
            <a:avLst/>
          </a:prstGeom>
          <a:no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lvl="4" indent="0">
              <a:buNone/>
            </a:pPr>
            <a:r>
              <a:rPr lang="en-US" dirty="0"/>
              <a:t>Lorem ipsum consectetuer adipiscing elit. Suspendisse neque ac rhoncus auctor, urna ante elementum nunc.</a:t>
            </a:r>
          </a:p>
        </p:txBody>
      </p:sp>
      <p:sp>
        <p:nvSpPr>
          <p:cNvPr id="3" name="Textplatzhalter 2">
            <a:extLst>
              <a:ext uri="{FF2B5EF4-FFF2-40B4-BE49-F238E27FC236}">
                <a16:creationId xmlns:a16="http://schemas.microsoft.com/office/drawing/2014/main" id="{38128032-159A-2F1D-EE6D-205C07689D9F}"/>
              </a:ext>
            </a:extLst>
          </p:cNvPr>
          <p:cNvSpPr txBox="1">
            <a:spLocks/>
          </p:cNvSpPr>
          <p:nvPr/>
        </p:nvSpPr>
        <p:spPr bwMode="gray">
          <a:xfrm>
            <a:off x="479472" y="3753264"/>
            <a:ext cx="2592000" cy="2052000"/>
          </a:xfrm>
          <a:prstGeom prst="rect">
            <a:avLst/>
          </a:prstGeom>
          <a:no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lvl="4" indent="0">
              <a:buNone/>
            </a:pPr>
            <a:r>
              <a:rPr lang="en-US" dirty="0"/>
              <a:t>Lorem ipsum consectetuer adipiscing elit. Suspendisse neque ac rhoncus auctor, urna ante elementum nunc.</a:t>
            </a:r>
          </a:p>
        </p:txBody>
      </p:sp>
      <p:sp>
        <p:nvSpPr>
          <p:cNvPr id="5" name="Textplatzhalter 2">
            <a:extLst>
              <a:ext uri="{FF2B5EF4-FFF2-40B4-BE49-F238E27FC236}">
                <a16:creationId xmlns:a16="http://schemas.microsoft.com/office/drawing/2014/main" id="{65FC7CA0-353C-0721-879F-6371A4C2C06E}"/>
              </a:ext>
            </a:extLst>
          </p:cNvPr>
          <p:cNvSpPr txBox="1">
            <a:spLocks/>
          </p:cNvSpPr>
          <p:nvPr/>
        </p:nvSpPr>
        <p:spPr bwMode="gray">
          <a:xfrm>
            <a:off x="3359984" y="3753264"/>
            <a:ext cx="2592000" cy="2052000"/>
          </a:xfrm>
          <a:prstGeom prst="rect">
            <a:avLst/>
          </a:prstGeom>
          <a:no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lvl="4" indent="0">
              <a:buNone/>
            </a:pPr>
            <a:r>
              <a:rPr lang="en-US" dirty="0"/>
              <a:t>Lorem ipsum consectetuer adipiscing elit. Suspendisse neque ac rhoncus auctor, urna ante elementum nunc.</a:t>
            </a:r>
          </a:p>
        </p:txBody>
      </p:sp>
      <p:sp>
        <p:nvSpPr>
          <p:cNvPr id="6" name="Textplatzhalter 2">
            <a:extLst>
              <a:ext uri="{FF2B5EF4-FFF2-40B4-BE49-F238E27FC236}">
                <a16:creationId xmlns:a16="http://schemas.microsoft.com/office/drawing/2014/main" id="{247695A4-627B-8F7B-3FEE-C4F41D0121DE}"/>
              </a:ext>
            </a:extLst>
          </p:cNvPr>
          <p:cNvSpPr txBox="1">
            <a:spLocks/>
          </p:cNvSpPr>
          <p:nvPr/>
        </p:nvSpPr>
        <p:spPr bwMode="gray">
          <a:xfrm>
            <a:off x="6240112" y="1412776"/>
            <a:ext cx="2592000" cy="2052000"/>
          </a:xfrm>
          <a:prstGeom prst="rect">
            <a:avLst/>
          </a:prstGeom>
          <a:no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lvl="4" indent="0">
              <a:buNone/>
            </a:pPr>
            <a:r>
              <a:rPr lang="en-US" dirty="0"/>
              <a:t>Lorem ipsum consectetuer adipiscing elit. Suspendisse neque ac rhoncus auctor, urna ante elementum nunc.</a:t>
            </a:r>
          </a:p>
        </p:txBody>
      </p:sp>
      <p:sp>
        <p:nvSpPr>
          <p:cNvPr id="7" name="Textplatzhalter 2">
            <a:extLst>
              <a:ext uri="{FF2B5EF4-FFF2-40B4-BE49-F238E27FC236}">
                <a16:creationId xmlns:a16="http://schemas.microsoft.com/office/drawing/2014/main" id="{5ECD1F96-D21C-EDB0-DC2A-D3541B68759F}"/>
              </a:ext>
            </a:extLst>
          </p:cNvPr>
          <p:cNvSpPr txBox="1">
            <a:spLocks/>
          </p:cNvSpPr>
          <p:nvPr/>
        </p:nvSpPr>
        <p:spPr bwMode="gray">
          <a:xfrm>
            <a:off x="6240112" y="3753264"/>
            <a:ext cx="2592000" cy="2052000"/>
          </a:xfrm>
          <a:prstGeom prst="rect">
            <a:avLst/>
          </a:prstGeom>
          <a:no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lvl="4" indent="0">
              <a:buNone/>
            </a:pPr>
            <a:r>
              <a:rPr lang="en-US" dirty="0"/>
              <a:t>Lorem ipsum consectetuer adipiscing elit. Suspendisse neque ac rhoncus auctor, urna ante elementum nunc.</a:t>
            </a:r>
          </a:p>
        </p:txBody>
      </p:sp>
      <p:sp>
        <p:nvSpPr>
          <p:cNvPr id="8" name="Textplatzhalter 2">
            <a:extLst>
              <a:ext uri="{FF2B5EF4-FFF2-40B4-BE49-F238E27FC236}">
                <a16:creationId xmlns:a16="http://schemas.microsoft.com/office/drawing/2014/main" id="{0AF53FB0-CE0C-24BD-9B40-93698D2B1BE1}"/>
              </a:ext>
            </a:extLst>
          </p:cNvPr>
          <p:cNvSpPr txBox="1">
            <a:spLocks/>
          </p:cNvSpPr>
          <p:nvPr/>
        </p:nvSpPr>
        <p:spPr bwMode="gray">
          <a:xfrm>
            <a:off x="9120624" y="1412776"/>
            <a:ext cx="2592000" cy="2052000"/>
          </a:xfrm>
          <a:prstGeom prst="rect">
            <a:avLst/>
          </a:prstGeom>
          <a:no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lvl="4" indent="0">
              <a:buNone/>
            </a:pPr>
            <a:r>
              <a:rPr lang="en-US" dirty="0"/>
              <a:t>Lorem ipsum consectetuer adipiscing elit. Suspendisse neque ac rhoncus auctor, urna ante elementum nunc.</a:t>
            </a:r>
          </a:p>
        </p:txBody>
      </p:sp>
      <p:sp>
        <p:nvSpPr>
          <p:cNvPr id="9" name="Textplatzhalter 2">
            <a:extLst>
              <a:ext uri="{FF2B5EF4-FFF2-40B4-BE49-F238E27FC236}">
                <a16:creationId xmlns:a16="http://schemas.microsoft.com/office/drawing/2014/main" id="{1DBBF9F6-6070-273B-C43F-D7890B2D0B9E}"/>
              </a:ext>
            </a:extLst>
          </p:cNvPr>
          <p:cNvSpPr txBox="1">
            <a:spLocks/>
          </p:cNvSpPr>
          <p:nvPr/>
        </p:nvSpPr>
        <p:spPr bwMode="gray">
          <a:xfrm>
            <a:off x="9120624" y="3753264"/>
            <a:ext cx="2592000" cy="2052000"/>
          </a:xfrm>
          <a:prstGeom prst="rect">
            <a:avLst/>
          </a:prstGeom>
          <a:no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lvl="4" indent="0">
              <a:buNone/>
            </a:pPr>
            <a:r>
              <a:rPr lang="en-US" dirty="0"/>
              <a:t>Lorem ipsum consectetuer adipiscing elit. Suspendisse neque ac rhoncus auctor, urna ante elementum nunc.</a:t>
            </a:r>
          </a:p>
        </p:txBody>
      </p:sp>
    </p:spTree>
    <p:extLst>
      <p:ext uri="{BB962C8B-B14F-4D97-AF65-F5344CB8AC3E}">
        <p14:creationId xmlns:p14="http://schemas.microsoft.com/office/powerpoint/2010/main" val="12078667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p:cNvGraphicFramePr>
            <a:graphicFrameLocks/>
          </p:cNvGraphicFramePr>
          <p:nvPr>
            <p:custDataLst>
              <p:tags r:id="rId1"/>
            </p:custDataLst>
          </p:nvPr>
        </p:nvGraphicFramePr>
        <p:xfrm>
          <a:off x="1524000" y="0"/>
          <a:ext cx="158750" cy="158750"/>
        </p:xfrm>
        <a:graphic>
          <a:graphicData uri="http://schemas.openxmlformats.org/presentationml/2006/ole">
            <mc:AlternateContent xmlns:mc="http://schemas.openxmlformats.org/markup-compatibility/2006">
              <mc:Choice xmlns:v="urn:schemas-microsoft-com:vml" Requires="v">
                <p:oleObj name="think-cell Folie" r:id="rId5" imgW="360" imgH="360" progId="TCLayout.ActiveDocument.1">
                  <p:embed/>
                </p:oleObj>
              </mc:Choice>
              <mc:Fallback>
                <p:oleObj name="think-cell Folie" r:id="rId5" imgW="360" imgH="360" progId="TCLayout.ActiveDocument.1">
                  <p:embed/>
                  <p:pic>
                    <p:nvPicPr>
                      <p:cNvPr id="5" name="Objekt 4" hidden="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hteck 2" hidden="1">
            <a:extLst>
              <a:ext uri="{FF2B5EF4-FFF2-40B4-BE49-F238E27FC236}">
                <a16:creationId xmlns:a16="http://schemas.microsoft.com/office/drawing/2014/main" id="{0319DF81-A5D1-46DE-BF39-95DC61F01BA1}"/>
              </a:ext>
            </a:extLst>
          </p:cNvPr>
          <p:cNvSpPr/>
          <p:nvPr>
            <p:custDataLst>
              <p:tags r:id="rId2"/>
            </p:custDataLst>
          </p:nvPr>
        </p:nvSpPr>
        <p:spPr>
          <a:xfrm>
            <a:off x="0" y="0"/>
            <a:ext cx="158750" cy="15875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dirty="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2" name="Titel 1"/>
          <p:cNvSpPr>
            <a:spLocks noGrp="1"/>
          </p:cNvSpPr>
          <p:nvPr>
            <p:ph type="title"/>
          </p:nvPr>
        </p:nvSpPr>
        <p:spPr bwMode="gray">
          <a:xfrm>
            <a:off x="479424" y="477000"/>
            <a:ext cx="11233151" cy="720000"/>
          </a:xfrm>
        </p:spPr>
        <p:txBody>
          <a:bodyPr/>
          <a:lstStyle/>
          <a:p>
            <a:r>
              <a:rPr lang="en-US" dirty="0"/>
              <a:t>Three quotations</a:t>
            </a:r>
          </a:p>
        </p:txBody>
      </p:sp>
      <p:sp>
        <p:nvSpPr>
          <p:cNvPr id="13" name="Textplatzhalter 12">
            <a:extLst>
              <a:ext uri="{FF2B5EF4-FFF2-40B4-BE49-F238E27FC236}">
                <a16:creationId xmlns:a16="http://schemas.microsoft.com/office/drawing/2014/main" id="{E693B6F3-7443-34E2-1D85-4B11512BFA70}"/>
              </a:ext>
            </a:extLst>
          </p:cNvPr>
          <p:cNvSpPr>
            <a:spLocks noGrp="1"/>
          </p:cNvSpPr>
          <p:nvPr>
            <p:ph type="body" sz="quarter" idx="13"/>
          </p:nvPr>
        </p:nvSpPr>
        <p:spPr bwMode="invGray"/>
        <p:txBody>
          <a:bodyPr/>
          <a:lstStyle/>
          <a:p>
            <a:endParaRPr lang="en-US" dirty="0"/>
          </a:p>
        </p:txBody>
      </p:sp>
      <p:sp>
        <p:nvSpPr>
          <p:cNvPr id="7" name="Fußzeilenplatzhalter 6">
            <a:extLst>
              <a:ext uri="{FF2B5EF4-FFF2-40B4-BE49-F238E27FC236}">
                <a16:creationId xmlns:a16="http://schemas.microsoft.com/office/drawing/2014/main" id="{29031941-D6AE-2701-3A5D-45F45F02E449}"/>
              </a:ext>
            </a:extLst>
          </p:cNvPr>
          <p:cNvSpPr>
            <a:spLocks noGrp="1"/>
          </p:cNvSpPr>
          <p:nvPr>
            <p:ph type="ftr" sz="quarter" idx="14"/>
          </p:nvPr>
        </p:nvSpPr>
        <p:spPr bwMode="invGray">
          <a:xfrm>
            <a:off x="6312024" y="6246836"/>
            <a:ext cx="5040560" cy="288000"/>
          </a:xfrm>
        </p:spPr>
        <p:txBody>
          <a:bodyPr/>
          <a:lstStyle/>
          <a:p>
            <a:r>
              <a:rPr lang="en-US" dirty="0"/>
              <a:t>Slide library    |     ONLY FOR INTERNAL USE</a:t>
            </a:r>
          </a:p>
        </p:txBody>
      </p:sp>
      <p:sp>
        <p:nvSpPr>
          <p:cNvPr id="8" name="Foliennummernplatzhalter 7">
            <a:extLst>
              <a:ext uri="{FF2B5EF4-FFF2-40B4-BE49-F238E27FC236}">
                <a16:creationId xmlns:a16="http://schemas.microsoft.com/office/drawing/2014/main" id="{A6443874-5166-6DD7-29A5-A7723A28C0A8}"/>
              </a:ext>
            </a:extLst>
          </p:cNvPr>
          <p:cNvSpPr>
            <a:spLocks noGrp="1"/>
          </p:cNvSpPr>
          <p:nvPr>
            <p:ph type="sldNum" sz="quarter" idx="15"/>
          </p:nvPr>
        </p:nvSpPr>
        <p:spPr bwMode="invGray">
          <a:xfrm>
            <a:off x="11424592" y="6246836"/>
            <a:ext cx="288000" cy="288000"/>
          </a:xfrm>
        </p:spPr>
        <p:txBody>
          <a:bodyPr/>
          <a:lstStyle/>
          <a:p>
            <a:fld id="{8FF9B0DE-3FEB-4AA0-B465-B80EF7C1333D}" type="slidenum">
              <a:rPr lang="en-US" smtClean="0"/>
              <a:pPr/>
              <a:t>15</a:t>
            </a:fld>
            <a:endParaRPr lang="en-US" dirty="0"/>
          </a:p>
        </p:txBody>
      </p:sp>
      <p:pic>
        <p:nvPicPr>
          <p:cNvPr id="42" name="Grafik 41">
            <a:extLst>
              <a:ext uri="{FF2B5EF4-FFF2-40B4-BE49-F238E27FC236}">
                <a16:creationId xmlns:a16="http://schemas.microsoft.com/office/drawing/2014/main" id="{D1C355F6-582D-0663-8CB2-5486A812595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bwMode="gray">
          <a:xfrm>
            <a:off x="407368" y="2637223"/>
            <a:ext cx="432000" cy="432000"/>
          </a:xfrm>
          <a:prstGeom prst="rect">
            <a:avLst/>
          </a:prstGeom>
        </p:spPr>
      </p:pic>
      <p:pic>
        <p:nvPicPr>
          <p:cNvPr id="43" name="Grafik 42">
            <a:extLst>
              <a:ext uri="{FF2B5EF4-FFF2-40B4-BE49-F238E27FC236}">
                <a16:creationId xmlns:a16="http://schemas.microsoft.com/office/drawing/2014/main" id="{8E4062BF-D04D-F283-25BF-0852CE6912B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bwMode="gray">
          <a:xfrm>
            <a:off x="8076284" y="2637223"/>
            <a:ext cx="432000" cy="432000"/>
          </a:xfrm>
          <a:prstGeom prst="rect">
            <a:avLst/>
          </a:prstGeom>
        </p:spPr>
      </p:pic>
      <p:pic>
        <p:nvPicPr>
          <p:cNvPr id="55" name="Grafik 54">
            <a:extLst>
              <a:ext uri="{FF2B5EF4-FFF2-40B4-BE49-F238E27FC236}">
                <a16:creationId xmlns:a16="http://schemas.microsoft.com/office/drawing/2014/main" id="{B384FC36-82C4-9854-A2DD-55FCC726DFB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bwMode="gray">
          <a:xfrm>
            <a:off x="4259796" y="1412776"/>
            <a:ext cx="432000" cy="432000"/>
          </a:xfrm>
          <a:prstGeom prst="rect">
            <a:avLst/>
          </a:prstGeom>
        </p:spPr>
      </p:pic>
      <p:sp>
        <p:nvSpPr>
          <p:cNvPr id="6" name="Inhaltsplatzhalter 2">
            <a:extLst>
              <a:ext uri="{FF2B5EF4-FFF2-40B4-BE49-F238E27FC236}">
                <a16:creationId xmlns:a16="http://schemas.microsoft.com/office/drawing/2014/main" id="{FA73DF86-5B5A-9FFE-75E7-0A9C66228E0F}"/>
              </a:ext>
            </a:extLst>
          </p:cNvPr>
          <p:cNvSpPr txBox="1">
            <a:spLocks/>
          </p:cNvSpPr>
          <p:nvPr/>
        </p:nvSpPr>
        <p:spPr bwMode="invGray">
          <a:xfrm>
            <a:off x="1019436" y="2637159"/>
            <a:ext cx="3024000" cy="3168000"/>
          </a:xfrm>
          <a:prstGeom prst="rect">
            <a:avLst/>
          </a:prstGeom>
        </p:spPr>
        <p:txBody>
          <a:bodyPr vert="horz" lIns="0" tIns="0" rIns="0" bIns="0" rtlCol="0">
            <a:noAutofit/>
          </a:bodyPr>
          <a:lstStyle>
            <a:lvl1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600" b="0" kern="1200">
                <a:solidFill>
                  <a:schemeClr val="tx2"/>
                </a:solidFill>
                <a:latin typeface="+mn-lt"/>
                <a:ea typeface="+mn-ea"/>
                <a:cs typeface="+mn-cs"/>
              </a:defRPr>
            </a:lvl1pPr>
            <a:lvl2pPr marL="0" indent="0" algn="l" defTabSz="914400" rtl="0" eaLnBrk="1" latinLnBrk="0" hangingPunct="1">
              <a:lnSpc>
                <a:spcPct val="140000"/>
              </a:lnSpc>
              <a:spcBef>
                <a:spcPts val="180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2pPr>
            <a:lvl3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3pPr>
            <a:lvl4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4pPr>
            <a:lvl5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5pPr>
            <a:lvl6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6pPr>
            <a:lvl7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7pPr>
            <a:lvl8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8pPr>
            <a:lvl9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9pPr>
          </a:lstStyle>
          <a:p>
            <a:r>
              <a:rPr lang="en-US" dirty="0"/>
              <a:t>Vestibulum lacinia </a:t>
            </a:r>
            <a:r>
              <a:rPr lang="en-US" dirty="0" err="1"/>
              <a:t>turpis</a:t>
            </a:r>
            <a:r>
              <a:rPr lang="en-US" dirty="0"/>
              <a:t>.</a:t>
            </a:r>
            <a:br>
              <a:rPr lang="en-US" dirty="0"/>
            </a:br>
            <a:r>
              <a:rPr lang="en-US" dirty="0"/>
              <a:t>Aenean in </a:t>
            </a:r>
            <a:r>
              <a:rPr lang="en-US" dirty="0" err="1"/>
              <a:t>dignissim</a:t>
            </a:r>
            <a:r>
              <a:rPr lang="en-US" dirty="0"/>
              <a:t> cursus magna. </a:t>
            </a:r>
            <a:r>
              <a:rPr lang="en-US" dirty="0" err="1"/>
              <a:t>Vivamus</a:t>
            </a:r>
            <a:r>
              <a:rPr lang="en-US" dirty="0"/>
              <a:t> et </a:t>
            </a:r>
            <a:r>
              <a:rPr lang="en-US" dirty="0" err="1"/>
              <a:t>enim</a:t>
            </a:r>
            <a:r>
              <a:rPr lang="en-US" dirty="0"/>
              <a:t>, Integer </a:t>
            </a:r>
            <a:r>
              <a:rPr lang="en-US" dirty="0" err="1"/>
              <a:t>facilisis</a:t>
            </a:r>
            <a:r>
              <a:rPr lang="en-US" dirty="0"/>
              <a:t>, </a:t>
            </a:r>
            <a:r>
              <a:rPr lang="en-US" dirty="0" err="1"/>
              <a:t>sem</a:t>
            </a:r>
            <a:r>
              <a:rPr lang="en-US" dirty="0"/>
              <a:t> </a:t>
            </a:r>
            <a:r>
              <a:rPr lang="en-US" dirty="0" err="1"/>
              <a:t>ut</a:t>
            </a:r>
            <a:r>
              <a:rPr lang="en-US" dirty="0"/>
              <a:t> </a:t>
            </a:r>
            <a:r>
              <a:rPr lang="en-US" dirty="0" err="1"/>
              <a:t>blandit</a:t>
            </a:r>
            <a:r>
              <a:rPr lang="en-US" dirty="0"/>
              <a:t> </a:t>
            </a:r>
            <a:r>
              <a:rPr lang="en-US" dirty="0" err="1"/>
              <a:t>morbi</a:t>
            </a:r>
            <a:r>
              <a:rPr lang="en-US" dirty="0"/>
              <a:t> vestibulum, </a:t>
            </a:r>
            <a:r>
              <a:rPr lang="en-US" dirty="0" err="1"/>
              <a:t>felis</a:t>
            </a:r>
            <a:r>
              <a:rPr lang="en-US" dirty="0"/>
              <a:t> mas </a:t>
            </a:r>
            <a:r>
              <a:rPr lang="en-US" dirty="0" err="1"/>
              <a:t>laoreet</a:t>
            </a:r>
            <a:r>
              <a:rPr lang="en-US" dirty="0"/>
              <a:t>.</a:t>
            </a:r>
          </a:p>
          <a:p>
            <a:pPr lvl="1"/>
            <a:r>
              <a:rPr lang="en-US" dirty="0"/>
              <a:t>Author</a:t>
            </a:r>
          </a:p>
        </p:txBody>
      </p:sp>
      <p:sp>
        <p:nvSpPr>
          <p:cNvPr id="9" name="Inhaltsplatzhalter 2">
            <a:extLst>
              <a:ext uri="{FF2B5EF4-FFF2-40B4-BE49-F238E27FC236}">
                <a16:creationId xmlns:a16="http://schemas.microsoft.com/office/drawing/2014/main" id="{FE8A5441-CC6E-C5ED-6581-E5A761858E9C}"/>
              </a:ext>
            </a:extLst>
          </p:cNvPr>
          <p:cNvSpPr txBox="1">
            <a:spLocks/>
          </p:cNvSpPr>
          <p:nvPr/>
        </p:nvSpPr>
        <p:spPr bwMode="invGray">
          <a:xfrm>
            <a:off x="4871864" y="1412875"/>
            <a:ext cx="2988000" cy="4392000"/>
          </a:xfrm>
          <a:prstGeom prst="rect">
            <a:avLst/>
          </a:prstGeom>
        </p:spPr>
        <p:txBody>
          <a:bodyPr vert="horz" lIns="0" tIns="0" rIns="0" bIns="0" rtlCol="0">
            <a:noAutofit/>
          </a:bodyPr>
          <a:lstStyle>
            <a:lvl1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600" b="0" kern="1200">
                <a:solidFill>
                  <a:schemeClr val="tx2"/>
                </a:solidFill>
                <a:latin typeface="+mn-lt"/>
                <a:ea typeface="+mn-ea"/>
                <a:cs typeface="+mn-cs"/>
              </a:defRPr>
            </a:lvl1pPr>
            <a:lvl2pPr marL="0" indent="0" algn="l" defTabSz="914400" rtl="0" eaLnBrk="1" latinLnBrk="0" hangingPunct="1">
              <a:lnSpc>
                <a:spcPct val="140000"/>
              </a:lnSpc>
              <a:spcBef>
                <a:spcPts val="180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2pPr>
            <a:lvl3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3pPr>
            <a:lvl4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4pPr>
            <a:lvl5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5pPr>
            <a:lvl6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6pPr>
            <a:lvl7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7pPr>
            <a:lvl8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8pPr>
            <a:lvl9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9pPr>
          </a:lstStyle>
          <a:p>
            <a:r>
              <a:rPr lang="en-US" dirty="0" err="1"/>
              <a:t>Vivamus</a:t>
            </a:r>
            <a:r>
              <a:rPr lang="en-US" dirty="0"/>
              <a:t> et </a:t>
            </a:r>
            <a:r>
              <a:rPr lang="en-US" dirty="0" err="1"/>
              <a:t>enim</a:t>
            </a:r>
            <a:r>
              <a:rPr lang="en-US" dirty="0"/>
              <a:t>, </a:t>
            </a:r>
            <a:r>
              <a:rPr lang="en-US" dirty="0" err="1"/>
              <a:t>tempor</a:t>
            </a:r>
            <a:r>
              <a:rPr lang="en-US" dirty="0"/>
              <a:t> </a:t>
            </a:r>
            <a:r>
              <a:rPr lang="en-US" dirty="0" err="1"/>
              <a:t>consectetuer</a:t>
            </a:r>
            <a:r>
              <a:rPr lang="en-US" dirty="0"/>
              <a:t> </a:t>
            </a:r>
            <a:r>
              <a:rPr lang="en-US" dirty="0" err="1"/>
              <a:t>nec</a:t>
            </a:r>
            <a:r>
              <a:rPr lang="en-US" dirty="0"/>
              <a:t>, </a:t>
            </a:r>
            <a:r>
              <a:rPr lang="en-US" dirty="0" err="1"/>
              <a:t>purus</a:t>
            </a:r>
            <a:endParaRPr lang="en-US" dirty="0"/>
          </a:p>
          <a:p>
            <a:r>
              <a:rPr lang="en-US" dirty="0"/>
              <a:t>Integer </a:t>
            </a:r>
            <a:r>
              <a:rPr lang="en-US" dirty="0" err="1"/>
              <a:t>facilisis</a:t>
            </a:r>
            <a:r>
              <a:rPr lang="en-US" dirty="0"/>
              <a:t>, </a:t>
            </a:r>
            <a:r>
              <a:rPr lang="en-US" dirty="0" err="1"/>
              <a:t>sem</a:t>
            </a:r>
            <a:r>
              <a:rPr lang="en-US" dirty="0"/>
              <a:t> </a:t>
            </a:r>
            <a:r>
              <a:rPr lang="en-US" dirty="0" err="1"/>
              <a:t>ut</a:t>
            </a:r>
            <a:r>
              <a:rPr lang="en-US" dirty="0"/>
              <a:t> </a:t>
            </a:r>
            <a:r>
              <a:rPr lang="en-US" dirty="0" err="1"/>
              <a:t>blandit</a:t>
            </a:r>
            <a:r>
              <a:rPr lang="en-US" dirty="0"/>
              <a:t> </a:t>
            </a:r>
            <a:r>
              <a:rPr lang="en-US" dirty="0" err="1"/>
              <a:t>morbi</a:t>
            </a:r>
            <a:r>
              <a:rPr lang="en-US" dirty="0"/>
              <a:t> vestibulum, </a:t>
            </a:r>
            <a:r>
              <a:rPr lang="en-US" dirty="0" err="1"/>
              <a:t>felis</a:t>
            </a:r>
            <a:r>
              <a:rPr lang="en-US" dirty="0"/>
              <a:t> mas </a:t>
            </a:r>
            <a:r>
              <a:rPr lang="en-US" dirty="0" err="1"/>
              <a:t>laoreet</a:t>
            </a:r>
            <a:r>
              <a:rPr lang="en-US" dirty="0"/>
              <a:t> mi, </a:t>
            </a:r>
            <a:r>
              <a:rPr lang="en-US" dirty="0" err="1"/>
              <a:t>netus</a:t>
            </a:r>
            <a:r>
              <a:rPr lang="en-US" dirty="0"/>
              <a:t> Donec </a:t>
            </a:r>
            <a:r>
              <a:rPr lang="en-US" dirty="0" err="1"/>
              <a:t>urna</a:t>
            </a:r>
            <a:r>
              <a:rPr lang="en-US" dirty="0"/>
              <a:t> </a:t>
            </a:r>
            <a:r>
              <a:rPr lang="en-US" dirty="0" err="1"/>
              <a:t>lacus</a:t>
            </a:r>
            <a:r>
              <a:rPr lang="en-US" dirty="0"/>
              <a:t>, </a:t>
            </a:r>
            <a:r>
              <a:rPr lang="en-US" dirty="0" err="1"/>
              <a:t>tincidunt</a:t>
            </a:r>
            <a:r>
              <a:rPr lang="en-US" dirty="0"/>
              <a:t> sed, </a:t>
            </a:r>
            <a:r>
              <a:rPr lang="en-US" dirty="0" err="1"/>
              <a:t>pede</a:t>
            </a:r>
            <a:r>
              <a:rPr lang="en-US" dirty="0"/>
              <a:t> </a:t>
            </a:r>
            <a:r>
              <a:rPr lang="en-US" dirty="0" err="1"/>
              <a:t>pretium</a:t>
            </a:r>
            <a:r>
              <a:rPr lang="en-US" dirty="0"/>
              <a:t> </a:t>
            </a:r>
            <a:r>
              <a:rPr lang="en-US" dirty="0" err="1"/>
              <a:t>bibendum</a:t>
            </a:r>
            <a:r>
              <a:rPr lang="en-US" dirty="0"/>
              <a:t>, </a:t>
            </a:r>
            <a:r>
              <a:rPr lang="en-US" dirty="0" err="1"/>
              <a:t>nibh</a:t>
            </a:r>
            <a:r>
              <a:rPr lang="en-US" dirty="0"/>
              <a:t>.</a:t>
            </a:r>
          </a:p>
          <a:p>
            <a:r>
              <a:rPr lang="en-US" dirty="0"/>
              <a:t>Vestibulum ligula magna, </a:t>
            </a:r>
            <a:r>
              <a:rPr lang="en-US" dirty="0" err="1"/>
              <a:t>tincidunt</a:t>
            </a:r>
            <a:r>
              <a:rPr lang="en-US" dirty="0"/>
              <a:t> et, </a:t>
            </a:r>
            <a:r>
              <a:rPr lang="en-US" dirty="0" err="1"/>
              <a:t>tincidunt</a:t>
            </a:r>
            <a:r>
              <a:rPr lang="en-US" dirty="0"/>
              <a:t> </a:t>
            </a:r>
            <a:r>
              <a:rPr lang="en-US" dirty="0" err="1"/>
              <a:t>nec</a:t>
            </a:r>
            <a:r>
              <a:rPr lang="en-US" dirty="0"/>
              <a:t>, </a:t>
            </a:r>
            <a:r>
              <a:rPr lang="en-US" dirty="0" err="1"/>
              <a:t>pretium</a:t>
            </a:r>
            <a:r>
              <a:rPr lang="en-US" dirty="0"/>
              <a:t> vel, semper.</a:t>
            </a:r>
          </a:p>
          <a:p>
            <a:pPr lvl="1"/>
            <a:r>
              <a:rPr lang="en-US" dirty="0"/>
              <a:t>Author</a:t>
            </a:r>
          </a:p>
        </p:txBody>
      </p:sp>
      <p:sp>
        <p:nvSpPr>
          <p:cNvPr id="10" name="Inhaltsplatzhalter 2">
            <a:extLst>
              <a:ext uri="{FF2B5EF4-FFF2-40B4-BE49-F238E27FC236}">
                <a16:creationId xmlns:a16="http://schemas.microsoft.com/office/drawing/2014/main" id="{4635C534-AE1B-3476-8146-E7C143534291}"/>
              </a:ext>
            </a:extLst>
          </p:cNvPr>
          <p:cNvSpPr txBox="1">
            <a:spLocks/>
          </p:cNvSpPr>
          <p:nvPr/>
        </p:nvSpPr>
        <p:spPr bwMode="invGray">
          <a:xfrm>
            <a:off x="8688620" y="2637158"/>
            <a:ext cx="3024000" cy="3168000"/>
          </a:xfrm>
          <a:prstGeom prst="rect">
            <a:avLst/>
          </a:prstGeom>
        </p:spPr>
        <p:txBody>
          <a:bodyPr vert="horz" lIns="0" tIns="0" rIns="0" bIns="0" rtlCol="0">
            <a:noAutofit/>
          </a:bodyPr>
          <a:lstStyle>
            <a:lvl1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600" b="0" kern="1200">
                <a:solidFill>
                  <a:schemeClr val="tx2"/>
                </a:solidFill>
                <a:latin typeface="+mn-lt"/>
                <a:ea typeface="+mn-ea"/>
                <a:cs typeface="+mn-cs"/>
              </a:defRPr>
            </a:lvl1pPr>
            <a:lvl2pPr marL="0" indent="0" algn="l" defTabSz="914400" rtl="0" eaLnBrk="1" latinLnBrk="0" hangingPunct="1">
              <a:lnSpc>
                <a:spcPct val="140000"/>
              </a:lnSpc>
              <a:spcBef>
                <a:spcPts val="180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2pPr>
            <a:lvl3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3pPr>
            <a:lvl4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4pPr>
            <a:lvl5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5pPr>
            <a:lvl6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6pPr>
            <a:lvl7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7pPr>
            <a:lvl8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8pPr>
            <a:lvl9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9pPr>
          </a:lstStyle>
          <a:p>
            <a:r>
              <a:rPr lang="en-US" dirty="0" err="1"/>
              <a:t>Consectetuer</a:t>
            </a:r>
            <a:r>
              <a:rPr lang="en-US" dirty="0"/>
              <a:t> </a:t>
            </a:r>
            <a:r>
              <a:rPr lang="en-US" dirty="0" err="1"/>
              <a:t>nec</a:t>
            </a:r>
            <a:r>
              <a:rPr lang="en-US" dirty="0"/>
              <a:t>, </a:t>
            </a:r>
            <a:r>
              <a:rPr lang="en-US" dirty="0" err="1"/>
              <a:t>purus</a:t>
            </a:r>
            <a:r>
              <a:rPr lang="en-US" dirty="0"/>
              <a:t>:</a:t>
            </a:r>
            <a:br>
              <a:rPr lang="en-US" dirty="0"/>
            </a:br>
            <a:r>
              <a:rPr lang="en-US" dirty="0"/>
              <a:t>Integer </a:t>
            </a:r>
            <a:r>
              <a:rPr lang="en-US" dirty="0" err="1"/>
              <a:t>facilisis</a:t>
            </a:r>
            <a:r>
              <a:rPr lang="en-US" dirty="0"/>
              <a:t>, </a:t>
            </a:r>
            <a:r>
              <a:rPr lang="en-US" dirty="0" err="1"/>
              <a:t>sem</a:t>
            </a:r>
            <a:r>
              <a:rPr lang="en-US" dirty="0"/>
              <a:t> </a:t>
            </a:r>
            <a:r>
              <a:rPr lang="en-US" dirty="0" err="1"/>
              <a:t>ut</a:t>
            </a:r>
            <a:r>
              <a:rPr lang="en-US" dirty="0"/>
              <a:t> </a:t>
            </a:r>
            <a:r>
              <a:rPr lang="en-US" dirty="0" err="1"/>
              <a:t>blandit</a:t>
            </a:r>
            <a:r>
              <a:rPr lang="en-US" dirty="0"/>
              <a:t> </a:t>
            </a:r>
            <a:r>
              <a:rPr lang="en-US" dirty="0" err="1"/>
              <a:t>morbi</a:t>
            </a:r>
            <a:r>
              <a:rPr lang="en-US" dirty="0"/>
              <a:t> vestibulum, </a:t>
            </a:r>
            <a:r>
              <a:rPr lang="en-US" dirty="0" err="1"/>
              <a:t>felis</a:t>
            </a:r>
            <a:r>
              <a:rPr lang="en-US" dirty="0"/>
              <a:t> mas </a:t>
            </a:r>
            <a:r>
              <a:rPr lang="en-US" dirty="0" err="1"/>
              <a:t>laoreet</a:t>
            </a:r>
            <a:r>
              <a:rPr lang="en-US" dirty="0"/>
              <a:t> mi, </a:t>
            </a:r>
            <a:r>
              <a:rPr lang="en-US" dirty="0" err="1"/>
              <a:t>netus</a:t>
            </a:r>
            <a:r>
              <a:rPr lang="en-US" dirty="0"/>
              <a:t> Donec </a:t>
            </a:r>
            <a:r>
              <a:rPr lang="en-US" dirty="0" err="1"/>
              <a:t>urna</a:t>
            </a:r>
            <a:r>
              <a:rPr lang="en-US" dirty="0"/>
              <a:t> </a:t>
            </a:r>
            <a:r>
              <a:rPr lang="en-US" dirty="0" err="1"/>
              <a:t>lacus</a:t>
            </a:r>
            <a:r>
              <a:rPr lang="en-US" dirty="0"/>
              <a:t>, </a:t>
            </a:r>
            <a:r>
              <a:rPr lang="en-US" dirty="0" err="1"/>
              <a:t>tincidunt</a:t>
            </a:r>
            <a:r>
              <a:rPr lang="en-US" dirty="0"/>
              <a:t> sed, pedes.</a:t>
            </a:r>
          </a:p>
          <a:p>
            <a:pPr lvl="1"/>
            <a:r>
              <a:rPr lang="en-US" dirty="0"/>
              <a:t>Author</a:t>
            </a:r>
          </a:p>
        </p:txBody>
      </p:sp>
    </p:spTree>
    <p:extLst>
      <p:ext uri="{BB962C8B-B14F-4D97-AF65-F5344CB8AC3E}">
        <p14:creationId xmlns:p14="http://schemas.microsoft.com/office/powerpoint/2010/main" val="21596620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p:cNvGraphicFramePr>
            <a:graphicFrameLocks/>
          </p:cNvGraphicFramePr>
          <p:nvPr>
            <p:custDataLst>
              <p:tags r:id="rId1"/>
            </p:custDataLst>
          </p:nvPr>
        </p:nvGraphicFramePr>
        <p:xfrm>
          <a:off x="1524000" y="0"/>
          <a:ext cx="158750" cy="158750"/>
        </p:xfrm>
        <a:graphic>
          <a:graphicData uri="http://schemas.openxmlformats.org/presentationml/2006/ole">
            <mc:AlternateContent xmlns:mc="http://schemas.openxmlformats.org/markup-compatibility/2006">
              <mc:Choice xmlns:v="urn:schemas-microsoft-com:vml" Requires="v">
                <p:oleObj name="think-cell Folie" r:id="rId5" imgW="360" imgH="360" progId="TCLayout.ActiveDocument.1">
                  <p:embed/>
                </p:oleObj>
              </mc:Choice>
              <mc:Fallback>
                <p:oleObj name="think-cell Folie" r:id="rId5" imgW="360" imgH="360" progId="TCLayout.ActiveDocument.1">
                  <p:embed/>
                  <p:pic>
                    <p:nvPicPr>
                      <p:cNvPr id="5" name="Objekt 4" hidden="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hteck 2" hidden="1">
            <a:extLst>
              <a:ext uri="{FF2B5EF4-FFF2-40B4-BE49-F238E27FC236}">
                <a16:creationId xmlns:a16="http://schemas.microsoft.com/office/drawing/2014/main" id="{0319DF81-A5D1-46DE-BF39-95DC61F01BA1}"/>
              </a:ext>
            </a:extLst>
          </p:cNvPr>
          <p:cNvSpPr/>
          <p:nvPr>
            <p:custDataLst>
              <p:tags r:id="rId2"/>
            </p:custDataLst>
          </p:nvPr>
        </p:nvSpPr>
        <p:spPr>
          <a:xfrm>
            <a:off x="0" y="0"/>
            <a:ext cx="158750" cy="15875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dirty="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2" name="Titel 1"/>
          <p:cNvSpPr>
            <a:spLocks noGrp="1"/>
          </p:cNvSpPr>
          <p:nvPr>
            <p:ph type="title"/>
          </p:nvPr>
        </p:nvSpPr>
        <p:spPr>
          <a:xfrm>
            <a:off x="479424" y="477000"/>
            <a:ext cx="11233151" cy="720000"/>
          </a:xfrm>
        </p:spPr>
        <p:txBody>
          <a:bodyPr/>
          <a:lstStyle/>
          <a:p>
            <a:r>
              <a:rPr lang="en-US" dirty="0"/>
              <a:t>Three quotations</a:t>
            </a:r>
          </a:p>
        </p:txBody>
      </p:sp>
      <p:sp>
        <p:nvSpPr>
          <p:cNvPr id="16" name="Textplatzhalter 15">
            <a:extLst>
              <a:ext uri="{FF2B5EF4-FFF2-40B4-BE49-F238E27FC236}">
                <a16:creationId xmlns:a16="http://schemas.microsoft.com/office/drawing/2014/main" id="{84F23E87-997A-BB53-2515-1831AD71C7D2}"/>
              </a:ext>
            </a:extLst>
          </p:cNvPr>
          <p:cNvSpPr>
            <a:spLocks noGrp="1"/>
          </p:cNvSpPr>
          <p:nvPr>
            <p:ph type="body" sz="quarter" idx="13"/>
          </p:nvPr>
        </p:nvSpPr>
        <p:spPr/>
        <p:txBody>
          <a:bodyPr/>
          <a:lstStyle/>
          <a:p>
            <a:endParaRPr lang="en-US" dirty="0"/>
          </a:p>
        </p:txBody>
      </p:sp>
      <p:sp>
        <p:nvSpPr>
          <p:cNvPr id="8" name="Fußzeilenplatzhalter 7">
            <a:extLst>
              <a:ext uri="{FF2B5EF4-FFF2-40B4-BE49-F238E27FC236}">
                <a16:creationId xmlns:a16="http://schemas.microsoft.com/office/drawing/2014/main" id="{843C0D0E-B6A1-228C-64F5-932B34673111}"/>
              </a:ext>
            </a:extLst>
          </p:cNvPr>
          <p:cNvSpPr>
            <a:spLocks noGrp="1"/>
          </p:cNvSpPr>
          <p:nvPr>
            <p:ph type="ftr" sz="quarter" idx="10"/>
          </p:nvPr>
        </p:nvSpPr>
        <p:spPr>
          <a:xfrm>
            <a:off x="6312024" y="6246836"/>
            <a:ext cx="5040560" cy="288000"/>
          </a:xfrm>
        </p:spPr>
        <p:txBody>
          <a:bodyPr/>
          <a:lstStyle/>
          <a:p>
            <a:r>
              <a:rPr lang="en-US" dirty="0"/>
              <a:t>Slide library    |     ONLY FOR INTERNAL USE</a:t>
            </a:r>
          </a:p>
        </p:txBody>
      </p:sp>
      <p:sp>
        <p:nvSpPr>
          <p:cNvPr id="9" name="Foliennummernplatzhalter 8">
            <a:extLst>
              <a:ext uri="{FF2B5EF4-FFF2-40B4-BE49-F238E27FC236}">
                <a16:creationId xmlns:a16="http://schemas.microsoft.com/office/drawing/2014/main" id="{F46150F8-6A17-4232-3609-5B9796F6D9DC}"/>
              </a:ext>
            </a:extLst>
          </p:cNvPr>
          <p:cNvSpPr>
            <a:spLocks noGrp="1"/>
          </p:cNvSpPr>
          <p:nvPr>
            <p:ph type="sldNum" sz="quarter" idx="11"/>
          </p:nvPr>
        </p:nvSpPr>
        <p:spPr>
          <a:xfrm>
            <a:off x="11424592" y="6246836"/>
            <a:ext cx="288000" cy="288000"/>
          </a:xfrm>
        </p:spPr>
        <p:txBody>
          <a:bodyPr/>
          <a:lstStyle/>
          <a:p>
            <a:fld id="{8FF9B0DE-3FEB-4AA0-B465-B80EF7C1333D}" type="slidenum">
              <a:rPr lang="en-US" smtClean="0"/>
              <a:pPr/>
              <a:t>16</a:t>
            </a:fld>
            <a:endParaRPr lang="en-US" dirty="0"/>
          </a:p>
        </p:txBody>
      </p:sp>
      <p:pic>
        <p:nvPicPr>
          <p:cNvPr id="33" name="Grafik 32">
            <a:extLst>
              <a:ext uri="{FF2B5EF4-FFF2-40B4-BE49-F238E27FC236}">
                <a16:creationId xmlns:a16="http://schemas.microsoft.com/office/drawing/2014/main" id="{F542D6E6-679E-F9C3-72AE-3F198C8D0D4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07368" y="2637223"/>
            <a:ext cx="432000" cy="432000"/>
          </a:xfrm>
          <a:prstGeom prst="rect">
            <a:avLst/>
          </a:prstGeom>
        </p:spPr>
      </p:pic>
      <p:pic>
        <p:nvPicPr>
          <p:cNvPr id="34" name="Grafik 33">
            <a:extLst>
              <a:ext uri="{FF2B5EF4-FFF2-40B4-BE49-F238E27FC236}">
                <a16:creationId xmlns:a16="http://schemas.microsoft.com/office/drawing/2014/main" id="{70C3B391-F4E7-0995-8080-EAA7B05B642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076284" y="2637223"/>
            <a:ext cx="432000" cy="432000"/>
          </a:xfrm>
          <a:prstGeom prst="rect">
            <a:avLst/>
          </a:prstGeom>
        </p:spPr>
      </p:pic>
      <p:pic>
        <p:nvPicPr>
          <p:cNvPr id="35" name="Grafik 34">
            <a:extLst>
              <a:ext uri="{FF2B5EF4-FFF2-40B4-BE49-F238E27FC236}">
                <a16:creationId xmlns:a16="http://schemas.microsoft.com/office/drawing/2014/main" id="{BAA95AF6-D2C1-20B4-0514-019C5B000DE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259796" y="1412776"/>
            <a:ext cx="432000" cy="432000"/>
          </a:xfrm>
          <a:prstGeom prst="rect">
            <a:avLst/>
          </a:prstGeom>
        </p:spPr>
      </p:pic>
      <p:sp>
        <p:nvSpPr>
          <p:cNvPr id="4" name="Inhaltsplatzhalter 2">
            <a:extLst>
              <a:ext uri="{FF2B5EF4-FFF2-40B4-BE49-F238E27FC236}">
                <a16:creationId xmlns:a16="http://schemas.microsoft.com/office/drawing/2014/main" id="{4BD9D5F6-9379-3DC0-6043-79E8585325B9}"/>
              </a:ext>
            </a:extLst>
          </p:cNvPr>
          <p:cNvSpPr txBox="1">
            <a:spLocks/>
          </p:cNvSpPr>
          <p:nvPr/>
        </p:nvSpPr>
        <p:spPr bwMode="invGray">
          <a:xfrm>
            <a:off x="1019436" y="2637159"/>
            <a:ext cx="3024000" cy="3168000"/>
          </a:xfrm>
          <a:prstGeom prst="rect">
            <a:avLst/>
          </a:prstGeom>
        </p:spPr>
        <p:txBody>
          <a:bodyPr vert="horz" lIns="0" tIns="0" rIns="0" bIns="0" rtlCol="0">
            <a:noAutofit/>
          </a:bodyPr>
          <a:lstStyle>
            <a:lvl1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600" b="0" kern="1200">
                <a:solidFill>
                  <a:schemeClr val="tx2"/>
                </a:solidFill>
                <a:latin typeface="+mn-lt"/>
                <a:ea typeface="+mn-ea"/>
                <a:cs typeface="+mn-cs"/>
              </a:defRPr>
            </a:lvl1pPr>
            <a:lvl2pPr marL="0" indent="0" algn="l" defTabSz="914400" rtl="0" eaLnBrk="1" latinLnBrk="0" hangingPunct="1">
              <a:lnSpc>
                <a:spcPct val="140000"/>
              </a:lnSpc>
              <a:spcBef>
                <a:spcPts val="180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2pPr>
            <a:lvl3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3pPr>
            <a:lvl4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4pPr>
            <a:lvl5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5pPr>
            <a:lvl6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6pPr>
            <a:lvl7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7pPr>
            <a:lvl8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8pPr>
            <a:lvl9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9pPr>
          </a:lstStyle>
          <a:p>
            <a:r>
              <a:rPr lang="en-US" dirty="0">
                <a:solidFill>
                  <a:schemeClr val="tx1"/>
                </a:solidFill>
              </a:rPr>
              <a:t>Vestibulum lacinia </a:t>
            </a:r>
            <a:r>
              <a:rPr lang="en-US" dirty="0" err="1">
                <a:solidFill>
                  <a:schemeClr val="tx1"/>
                </a:solidFill>
              </a:rPr>
              <a:t>turpis</a:t>
            </a:r>
            <a:r>
              <a:rPr lang="en-US" dirty="0">
                <a:solidFill>
                  <a:schemeClr val="tx1"/>
                </a:solidFill>
              </a:rPr>
              <a:t>.</a:t>
            </a:r>
            <a:br>
              <a:rPr lang="en-US" dirty="0">
                <a:solidFill>
                  <a:schemeClr val="tx1"/>
                </a:solidFill>
              </a:rPr>
            </a:br>
            <a:r>
              <a:rPr lang="en-US" dirty="0">
                <a:solidFill>
                  <a:schemeClr val="tx1"/>
                </a:solidFill>
              </a:rPr>
              <a:t>Aenean in </a:t>
            </a:r>
            <a:r>
              <a:rPr lang="en-US" dirty="0" err="1">
                <a:solidFill>
                  <a:schemeClr val="tx1"/>
                </a:solidFill>
              </a:rPr>
              <a:t>dignissim</a:t>
            </a:r>
            <a:r>
              <a:rPr lang="en-US" dirty="0">
                <a:solidFill>
                  <a:schemeClr val="tx1"/>
                </a:solidFill>
              </a:rPr>
              <a:t> cursus magna. </a:t>
            </a:r>
            <a:r>
              <a:rPr lang="en-US" dirty="0" err="1">
                <a:solidFill>
                  <a:schemeClr val="tx1"/>
                </a:solidFill>
              </a:rPr>
              <a:t>Vivamus</a:t>
            </a:r>
            <a:r>
              <a:rPr lang="en-US" dirty="0">
                <a:solidFill>
                  <a:schemeClr val="tx1"/>
                </a:solidFill>
              </a:rPr>
              <a:t> et </a:t>
            </a:r>
            <a:r>
              <a:rPr lang="en-US" dirty="0" err="1">
                <a:solidFill>
                  <a:schemeClr val="tx1"/>
                </a:solidFill>
              </a:rPr>
              <a:t>enim</a:t>
            </a:r>
            <a:r>
              <a:rPr lang="en-US" dirty="0">
                <a:solidFill>
                  <a:schemeClr val="tx1"/>
                </a:solidFill>
              </a:rPr>
              <a:t>, Integer </a:t>
            </a:r>
            <a:r>
              <a:rPr lang="en-US" dirty="0" err="1">
                <a:solidFill>
                  <a:schemeClr val="tx1"/>
                </a:solidFill>
              </a:rPr>
              <a:t>facilisis</a:t>
            </a:r>
            <a:r>
              <a:rPr lang="en-US" dirty="0">
                <a:solidFill>
                  <a:schemeClr val="tx1"/>
                </a:solidFill>
              </a:rPr>
              <a:t>, </a:t>
            </a:r>
            <a:r>
              <a:rPr lang="en-US" dirty="0" err="1">
                <a:solidFill>
                  <a:schemeClr val="tx1"/>
                </a:solidFill>
              </a:rPr>
              <a:t>sem</a:t>
            </a:r>
            <a:r>
              <a:rPr lang="en-US" dirty="0">
                <a:solidFill>
                  <a:schemeClr val="tx1"/>
                </a:solidFill>
              </a:rPr>
              <a:t> </a:t>
            </a:r>
            <a:r>
              <a:rPr lang="en-US" dirty="0" err="1">
                <a:solidFill>
                  <a:schemeClr val="tx1"/>
                </a:solidFill>
              </a:rPr>
              <a:t>ut</a:t>
            </a:r>
            <a:r>
              <a:rPr lang="en-US" dirty="0">
                <a:solidFill>
                  <a:schemeClr val="tx1"/>
                </a:solidFill>
              </a:rPr>
              <a:t> </a:t>
            </a:r>
            <a:r>
              <a:rPr lang="en-US" dirty="0" err="1">
                <a:solidFill>
                  <a:schemeClr val="tx1"/>
                </a:solidFill>
              </a:rPr>
              <a:t>blandit</a:t>
            </a:r>
            <a:r>
              <a:rPr lang="en-US" dirty="0">
                <a:solidFill>
                  <a:schemeClr val="tx1"/>
                </a:solidFill>
              </a:rPr>
              <a:t> </a:t>
            </a:r>
            <a:r>
              <a:rPr lang="en-US" dirty="0" err="1">
                <a:solidFill>
                  <a:schemeClr val="tx1"/>
                </a:solidFill>
              </a:rPr>
              <a:t>morbi</a:t>
            </a:r>
            <a:r>
              <a:rPr lang="en-US" dirty="0">
                <a:solidFill>
                  <a:schemeClr val="tx1"/>
                </a:solidFill>
              </a:rPr>
              <a:t> vestibulum, </a:t>
            </a:r>
            <a:r>
              <a:rPr lang="en-US" dirty="0" err="1">
                <a:solidFill>
                  <a:schemeClr val="tx1"/>
                </a:solidFill>
              </a:rPr>
              <a:t>felis</a:t>
            </a:r>
            <a:r>
              <a:rPr lang="en-US" dirty="0">
                <a:solidFill>
                  <a:schemeClr val="tx1"/>
                </a:solidFill>
              </a:rPr>
              <a:t> mas </a:t>
            </a:r>
            <a:r>
              <a:rPr lang="en-US" dirty="0" err="1">
                <a:solidFill>
                  <a:schemeClr val="tx1"/>
                </a:solidFill>
              </a:rPr>
              <a:t>laoreet</a:t>
            </a:r>
            <a:r>
              <a:rPr lang="en-US" dirty="0">
                <a:solidFill>
                  <a:schemeClr val="tx1"/>
                </a:solidFill>
              </a:rPr>
              <a:t>.</a:t>
            </a:r>
          </a:p>
          <a:p>
            <a:pPr lvl="1"/>
            <a:r>
              <a:rPr lang="en-US" dirty="0">
                <a:solidFill>
                  <a:schemeClr val="tx1"/>
                </a:solidFill>
              </a:rPr>
              <a:t>Author</a:t>
            </a:r>
          </a:p>
        </p:txBody>
      </p:sp>
      <p:sp>
        <p:nvSpPr>
          <p:cNvPr id="6" name="Inhaltsplatzhalter 2">
            <a:extLst>
              <a:ext uri="{FF2B5EF4-FFF2-40B4-BE49-F238E27FC236}">
                <a16:creationId xmlns:a16="http://schemas.microsoft.com/office/drawing/2014/main" id="{27E8BFF4-BD54-CB21-ED4D-18B0D0AE8C5C}"/>
              </a:ext>
            </a:extLst>
          </p:cNvPr>
          <p:cNvSpPr txBox="1">
            <a:spLocks/>
          </p:cNvSpPr>
          <p:nvPr/>
        </p:nvSpPr>
        <p:spPr bwMode="invGray">
          <a:xfrm>
            <a:off x="4871864" y="1412875"/>
            <a:ext cx="2988000" cy="4392000"/>
          </a:xfrm>
          <a:prstGeom prst="rect">
            <a:avLst/>
          </a:prstGeom>
        </p:spPr>
        <p:txBody>
          <a:bodyPr vert="horz" lIns="0" tIns="0" rIns="0" bIns="0" rtlCol="0">
            <a:noAutofit/>
          </a:bodyPr>
          <a:lstStyle>
            <a:lvl1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600" b="0" kern="1200">
                <a:solidFill>
                  <a:schemeClr val="tx2"/>
                </a:solidFill>
                <a:latin typeface="+mn-lt"/>
                <a:ea typeface="+mn-ea"/>
                <a:cs typeface="+mn-cs"/>
              </a:defRPr>
            </a:lvl1pPr>
            <a:lvl2pPr marL="0" indent="0" algn="l" defTabSz="914400" rtl="0" eaLnBrk="1" latinLnBrk="0" hangingPunct="1">
              <a:lnSpc>
                <a:spcPct val="140000"/>
              </a:lnSpc>
              <a:spcBef>
                <a:spcPts val="180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2pPr>
            <a:lvl3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3pPr>
            <a:lvl4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4pPr>
            <a:lvl5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5pPr>
            <a:lvl6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6pPr>
            <a:lvl7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7pPr>
            <a:lvl8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8pPr>
            <a:lvl9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9pPr>
          </a:lstStyle>
          <a:p>
            <a:r>
              <a:rPr lang="en-US" dirty="0" err="1">
                <a:solidFill>
                  <a:schemeClr val="tx1"/>
                </a:solidFill>
              </a:rPr>
              <a:t>Vivamus</a:t>
            </a:r>
            <a:r>
              <a:rPr lang="en-US" dirty="0">
                <a:solidFill>
                  <a:schemeClr val="tx1"/>
                </a:solidFill>
              </a:rPr>
              <a:t> et </a:t>
            </a:r>
            <a:r>
              <a:rPr lang="en-US" dirty="0" err="1">
                <a:solidFill>
                  <a:schemeClr val="tx1"/>
                </a:solidFill>
              </a:rPr>
              <a:t>enim</a:t>
            </a:r>
            <a:r>
              <a:rPr lang="en-US" dirty="0">
                <a:solidFill>
                  <a:schemeClr val="tx1"/>
                </a:solidFill>
              </a:rPr>
              <a:t>, </a:t>
            </a:r>
            <a:r>
              <a:rPr lang="en-US" dirty="0" err="1">
                <a:solidFill>
                  <a:schemeClr val="tx1"/>
                </a:solidFill>
              </a:rPr>
              <a:t>tempor</a:t>
            </a:r>
            <a:r>
              <a:rPr lang="en-US" dirty="0">
                <a:solidFill>
                  <a:schemeClr val="tx1"/>
                </a:solidFill>
              </a:rPr>
              <a:t> </a:t>
            </a:r>
            <a:r>
              <a:rPr lang="en-US" dirty="0" err="1">
                <a:solidFill>
                  <a:schemeClr val="tx1"/>
                </a:solidFill>
              </a:rPr>
              <a:t>consectetuer</a:t>
            </a:r>
            <a:r>
              <a:rPr lang="en-US" dirty="0">
                <a:solidFill>
                  <a:schemeClr val="tx1"/>
                </a:solidFill>
              </a:rPr>
              <a:t> </a:t>
            </a:r>
            <a:r>
              <a:rPr lang="en-US" dirty="0" err="1">
                <a:solidFill>
                  <a:schemeClr val="tx1"/>
                </a:solidFill>
              </a:rPr>
              <a:t>nec</a:t>
            </a:r>
            <a:r>
              <a:rPr lang="en-US" dirty="0">
                <a:solidFill>
                  <a:schemeClr val="tx1"/>
                </a:solidFill>
              </a:rPr>
              <a:t>, </a:t>
            </a:r>
            <a:r>
              <a:rPr lang="en-US" dirty="0" err="1">
                <a:solidFill>
                  <a:schemeClr val="tx1"/>
                </a:solidFill>
              </a:rPr>
              <a:t>purus</a:t>
            </a:r>
            <a:endParaRPr lang="en-US" dirty="0">
              <a:solidFill>
                <a:schemeClr val="tx1"/>
              </a:solidFill>
            </a:endParaRPr>
          </a:p>
          <a:p>
            <a:r>
              <a:rPr lang="en-US" dirty="0">
                <a:solidFill>
                  <a:schemeClr val="tx1"/>
                </a:solidFill>
              </a:rPr>
              <a:t>Integer </a:t>
            </a:r>
            <a:r>
              <a:rPr lang="en-US" dirty="0" err="1">
                <a:solidFill>
                  <a:schemeClr val="tx1"/>
                </a:solidFill>
              </a:rPr>
              <a:t>facilisis</a:t>
            </a:r>
            <a:r>
              <a:rPr lang="en-US" dirty="0">
                <a:solidFill>
                  <a:schemeClr val="tx1"/>
                </a:solidFill>
              </a:rPr>
              <a:t>, </a:t>
            </a:r>
            <a:r>
              <a:rPr lang="en-US" dirty="0" err="1">
                <a:solidFill>
                  <a:schemeClr val="tx1"/>
                </a:solidFill>
              </a:rPr>
              <a:t>sem</a:t>
            </a:r>
            <a:r>
              <a:rPr lang="en-US" dirty="0">
                <a:solidFill>
                  <a:schemeClr val="tx1"/>
                </a:solidFill>
              </a:rPr>
              <a:t> </a:t>
            </a:r>
            <a:r>
              <a:rPr lang="en-US" dirty="0" err="1">
                <a:solidFill>
                  <a:schemeClr val="tx1"/>
                </a:solidFill>
              </a:rPr>
              <a:t>ut</a:t>
            </a:r>
            <a:r>
              <a:rPr lang="en-US" dirty="0">
                <a:solidFill>
                  <a:schemeClr val="tx1"/>
                </a:solidFill>
              </a:rPr>
              <a:t> </a:t>
            </a:r>
            <a:r>
              <a:rPr lang="en-US" dirty="0" err="1">
                <a:solidFill>
                  <a:schemeClr val="tx1"/>
                </a:solidFill>
              </a:rPr>
              <a:t>blandit</a:t>
            </a:r>
            <a:r>
              <a:rPr lang="en-US" dirty="0">
                <a:solidFill>
                  <a:schemeClr val="tx1"/>
                </a:solidFill>
              </a:rPr>
              <a:t> </a:t>
            </a:r>
            <a:r>
              <a:rPr lang="en-US" dirty="0" err="1">
                <a:solidFill>
                  <a:schemeClr val="tx1"/>
                </a:solidFill>
              </a:rPr>
              <a:t>morbi</a:t>
            </a:r>
            <a:r>
              <a:rPr lang="en-US" dirty="0">
                <a:solidFill>
                  <a:schemeClr val="tx1"/>
                </a:solidFill>
              </a:rPr>
              <a:t> vestibulum, </a:t>
            </a:r>
            <a:r>
              <a:rPr lang="en-US" dirty="0" err="1">
                <a:solidFill>
                  <a:schemeClr val="tx1"/>
                </a:solidFill>
              </a:rPr>
              <a:t>felis</a:t>
            </a:r>
            <a:r>
              <a:rPr lang="en-US" dirty="0">
                <a:solidFill>
                  <a:schemeClr val="tx1"/>
                </a:solidFill>
              </a:rPr>
              <a:t> mas </a:t>
            </a:r>
            <a:r>
              <a:rPr lang="en-US" dirty="0" err="1">
                <a:solidFill>
                  <a:schemeClr val="tx1"/>
                </a:solidFill>
              </a:rPr>
              <a:t>laoreet</a:t>
            </a:r>
            <a:r>
              <a:rPr lang="en-US" dirty="0">
                <a:solidFill>
                  <a:schemeClr val="tx1"/>
                </a:solidFill>
              </a:rPr>
              <a:t> mi, </a:t>
            </a:r>
            <a:r>
              <a:rPr lang="en-US" dirty="0" err="1">
                <a:solidFill>
                  <a:schemeClr val="tx1"/>
                </a:solidFill>
              </a:rPr>
              <a:t>netus</a:t>
            </a:r>
            <a:r>
              <a:rPr lang="en-US" dirty="0">
                <a:solidFill>
                  <a:schemeClr val="tx1"/>
                </a:solidFill>
              </a:rPr>
              <a:t> Donec </a:t>
            </a:r>
            <a:r>
              <a:rPr lang="en-US" dirty="0" err="1">
                <a:solidFill>
                  <a:schemeClr val="tx1"/>
                </a:solidFill>
              </a:rPr>
              <a:t>urna</a:t>
            </a:r>
            <a:r>
              <a:rPr lang="en-US" dirty="0">
                <a:solidFill>
                  <a:schemeClr val="tx1"/>
                </a:solidFill>
              </a:rPr>
              <a:t> </a:t>
            </a:r>
            <a:r>
              <a:rPr lang="en-US" dirty="0" err="1">
                <a:solidFill>
                  <a:schemeClr val="tx1"/>
                </a:solidFill>
              </a:rPr>
              <a:t>lacus</a:t>
            </a:r>
            <a:r>
              <a:rPr lang="en-US" dirty="0">
                <a:solidFill>
                  <a:schemeClr val="tx1"/>
                </a:solidFill>
              </a:rPr>
              <a:t>, </a:t>
            </a:r>
            <a:r>
              <a:rPr lang="en-US" dirty="0" err="1">
                <a:solidFill>
                  <a:schemeClr val="tx1"/>
                </a:solidFill>
              </a:rPr>
              <a:t>tincidunt</a:t>
            </a:r>
            <a:r>
              <a:rPr lang="en-US" dirty="0">
                <a:solidFill>
                  <a:schemeClr val="tx1"/>
                </a:solidFill>
              </a:rPr>
              <a:t> sed, </a:t>
            </a:r>
            <a:r>
              <a:rPr lang="en-US" dirty="0" err="1">
                <a:solidFill>
                  <a:schemeClr val="tx1"/>
                </a:solidFill>
              </a:rPr>
              <a:t>pede</a:t>
            </a:r>
            <a:r>
              <a:rPr lang="en-US" dirty="0">
                <a:solidFill>
                  <a:schemeClr val="tx1"/>
                </a:solidFill>
              </a:rPr>
              <a:t> </a:t>
            </a:r>
            <a:r>
              <a:rPr lang="en-US" dirty="0" err="1">
                <a:solidFill>
                  <a:schemeClr val="tx1"/>
                </a:solidFill>
              </a:rPr>
              <a:t>pretium</a:t>
            </a:r>
            <a:r>
              <a:rPr lang="en-US" dirty="0">
                <a:solidFill>
                  <a:schemeClr val="tx1"/>
                </a:solidFill>
              </a:rPr>
              <a:t> </a:t>
            </a:r>
            <a:r>
              <a:rPr lang="en-US" dirty="0" err="1">
                <a:solidFill>
                  <a:schemeClr val="tx1"/>
                </a:solidFill>
              </a:rPr>
              <a:t>bibendum</a:t>
            </a:r>
            <a:r>
              <a:rPr lang="en-US" dirty="0">
                <a:solidFill>
                  <a:schemeClr val="tx1"/>
                </a:solidFill>
              </a:rPr>
              <a:t>, </a:t>
            </a:r>
            <a:r>
              <a:rPr lang="en-US" dirty="0" err="1">
                <a:solidFill>
                  <a:schemeClr val="tx1"/>
                </a:solidFill>
              </a:rPr>
              <a:t>nibh</a:t>
            </a:r>
            <a:r>
              <a:rPr lang="en-US" dirty="0">
                <a:solidFill>
                  <a:schemeClr val="tx1"/>
                </a:solidFill>
              </a:rPr>
              <a:t>.</a:t>
            </a:r>
          </a:p>
          <a:p>
            <a:r>
              <a:rPr lang="en-US" dirty="0">
                <a:solidFill>
                  <a:schemeClr val="tx1"/>
                </a:solidFill>
              </a:rPr>
              <a:t>Vestibulum ligula magna, </a:t>
            </a:r>
            <a:r>
              <a:rPr lang="en-US" dirty="0" err="1">
                <a:solidFill>
                  <a:schemeClr val="tx1"/>
                </a:solidFill>
              </a:rPr>
              <a:t>tincidunt</a:t>
            </a:r>
            <a:r>
              <a:rPr lang="en-US" dirty="0">
                <a:solidFill>
                  <a:schemeClr val="tx1"/>
                </a:solidFill>
              </a:rPr>
              <a:t> et, </a:t>
            </a:r>
            <a:r>
              <a:rPr lang="en-US" dirty="0" err="1">
                <a:solidFill>
                  <a:schemeClr val="tx1"/>
                </a:solidFill>
              </a:rPr>
              <a:t>tincidunt</a:t>
            </a:r>
            <a:r>
              <a:rPr lang="en-US" dirty="0">
                <a:solidFill>
                  <a:schemeClr val="tx1"/>
                </a:solidFill>
              </a:rPr>
              <a:t> </a:t>
            </a:r>
            <a:r>
              <a:rPr lang="en-US" dirty="0" err="1">
                <a:solidFill>
                  <a:schemeClr val="tx1"/>
                </a:solidFill>
              </a:rPr>
              <a:t>nec</a:t>
            </a:r>
            <a:r>
              <a:rPr lang="en-US" dirty="0">
                <a:solidFill>
                  <a:schemeClr val="tx1"/>
                </a:solidFill>
              </a:rPr>
              <a:t>, </a:t>
            </a:r>
            <a:r>
              <a:rPr lang="en-US" dirty="0" err="1">
                <a:solidFill>
                  <a:schemeClr val="tx1"/>
                </a:solidFill>
              </a:rPr>
              <a:t>pretium</a:t>
            </a:r>
            <a:r>
              <a:rPr lang="en-US" dirty="0">
                <a:solidFill>
                  <a:schemeClr val="tx1"/>
                </a:solidFill>
              </a:rPr>
              <a:t> vel, semper.</a:t>
            </a:r>
          </a:p>
          <a:p>
            <a:pPr lvl="1"/>
            <a:r>
              <a:rPr lang="en-US" dirty="0">
                <a:solidFill>
                  <a:schemeClr val="tx1"/>
                </a:solidFill>
              </a:rPr>
              <a:t>Author</a:t>
            </a:r>
          </a:p>
        </p:txBody>
      </p:sp>
      <p:sp>
        <p:nvSpPr>
          <p:cNvPr id="7" name="Inhaltsplatzhalter 2">
            <a:extLst>
              <a:ext uri="{FF2B5EF4-FFF2-40B4-BE49-F238E27FC236}">
                <a16:creationId xmlns:a16="http://schemas.microsoft.com/office/drawing/2014/main" id="{E58A208F-347C-25C8-1169-CFC9F0ED98FF}"/>
              </a:ext>
            </a:extLst>
          </p:cNvPr>
          <p:cNvSpPr txBox="1">
            <a:spLocks/>
          </p:cNvSpPr>
          <p:nvPr/>
        </p:nvSpPr>
        <p:spPr bwMode="invGray">
          <a:xfrm>
            <a:off x="8688620" y="2637158"/>
            <a:ext cx="3024000" cy="3168000"/>
          </a:xfrm>
          <a:prstGeom prst="rect">
            <a:avLst/>
          </a:prstGeom>
        </p:spPr>
        <p:txBody>
          <a:bodyPr vert="horz" lIns="0" tIns="0" rIns="0" bIns="0" rtlCol="0">
            <a:noAutofit/>
          </a:bodyPr>
          <a:lstStyle>
            <a:lvl1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600" b="0" kern="1200">
                <a:solidFill>
                  <a:schemeClr val="tx2"/>
                </a:solidFill>
                <a:latin typeface="+mn-lt"/>
                <a:ea typeface="+mn-ea"/>
                <a:cs typeface="+mn-cs"/>
              </a:defRPr>
            </a:lvl1pPr>
            <a:lvl2pPr marL="0" indent="0" algn="l" defTabSz="914400" rtl="0" eaLnBrk="1" latinLnBrk="0" hangingPunct="1">
              <a:lnSpc>
                <a:spcPct val="140000"/>
              </a:lnSpc>
              <a:spcBef>
                <a:spcPts val="180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2pPr>
            <a:lvl3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3pPr>
            <a:lvl4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4pPr>
            <a:lvl5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5pPr>
            <a:lvl6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6pPr>
            <a:lvl7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7pPr>
            <a:lvl8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8pPr>
            <a:lvl9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9pPr>
          </a:lstStyle>
          <a:p>
            <a:r>
              <a:rPr lang="en-US" dirty="0" err="1">
                <a:solidFill>
                  <a:schemeClr val="tx1"/>
                </a:solidFill>
              </a:rPr>
              <a:t>Consectetuer</a:t>
            </a:r>
            <a:r>
              <a:rPr lang="en-US" dirty="0">
                <a:solidFill>
                  <a:schemeClr val="tx1"/>
                </a:solidFill>
              </a:rPr>
              <a:t> </a:t>
            </a:r>
            <a:r>
              <a:rPr lang="en-US" dirty="0" err="1">
                <a:solidFill>
                  <a:schemeClr val="tx1"/>
                </a:solidFill>
              </a:rPr>
              <a:t>nec</a:t>
            </a:r>
            <a:r>
              <a:rPr lang="en-US" dirty="0">
                <a:solidFill>
                  <a:schemeClr val="tx1"/>
                </a:solidFill>
              </a:rPr>
              <a:t>, </a:t>
            </a:r>
            <a:r>
              <a:rPr lang="en-US" dirty="0" err="1">
                <a:solidFill>
                  <a:schemeClr val="tx1"/>
                </a:solidFill>
              </a:rPr>
              <a:t>purus</a:t>
            </a:r>
            <a:r>
              <a:rPr lang="en-US" dirty="0">
                <a:solidFill>
                  <a:schemeClr val="tx1"/>
                </a:solidFill>
              </a:rPr>
              <a:t>:</a:t>
            </a:r>
            <a:br>
              <a:rPr lang="en-US" dirty="0">
                <a:solidFill>
                  <a:schemeClr val="tx1"/>
                </a:solidFill>
              </a:rPr>
            </a:br>
            <a:r>
              <a:rPr lang="en-US" dirty="0">
                <a:solidFill>
                  <a:schemeClr val="tx1"/>
                </a:solidFill>
              </a:rPr>
              <a:t>Integer </a:t>
            </a:r>
            <a:r>
              <a:rPr lang="en-US" dirty="0" err="1">
                <a:solidFill>
                  <a:schemeClr val="tx1"/>
                </a:solidFill>
              </a:rPr>
              <a:t>facilisis</a:t>
            </a:r>
            <a:r>
              <a:rPr lang="en-US" dirty="0">
                <a:solidFill>
                  <a:schemeClr val="tx1"/>
                </a:solidFill>
              </a:rPr>
              <a:t>, </a:t>
            </a:r>
            <a:r>
              <a:rPr lang="en-US" dirty="0" err="1">
                <a:solidFill>
                  <a:schemeClr val="tx1"/>
                </a:solidFill>
              </a:rPr>
              <a:t>sem</a:t>
            </a:r>
            <a:r>
              <a:rPr lang="en-US" dirty="0">
                <a:solidFill>
                  <a:schemeClr val="tx1"/>
                </a:solidFill>
              </a:rPr>
              <a:t> </a:t>
            </a:r>
            <a:r>
              <a:rPr lang="en-US" dirty="0" err="1">
                <a:solidFill>
                  <a:schemeClr val="tx1"/>
                </a:solidFill>
              </a:rPr>
              <a:t>ut</a:t>
            </a:r>
            <a:r>
              <a:rPr lang="en-US" dirty="0">
                <a:solidFill>
                  <a:schemeClr val="tx1"/>
                </a:solidFill>
              </a:rPr>
              <a:t> </a:t>
            </a:r>
            <a:r>
              <a:rPr lang="en-US" dirty="0" err="1">
                <a:solidFill>
                  <a:schemeClr val="tx1"/>
                </a:solidFill>
              </a:rPr>
              <a:t>blandit</a:t>
            </a:r>
            <a:r>
              <a:rPr lang="en-US" dirty="0">
                <a:solidFill>
                  <a:schemeClr val="tx1"/>
                </a:solidFill>
              </a:rPr>
              <a:t> </a:t>
            </a:r>
            <a:r>
              <a:rPr lang="en-US" dirty="0" err="1">
                <a:solidFill>
                  <a:schemeClr val="tx1"/>
                </a:solidFill>
              </a:rPr>
              <a:t>morbi</a:t>
            </a:r>
            <a:r>
              <a:rPr lang="en-US" dirty="0">
                <a:solidFill>
                  <a:schemeClr val="tx1"/>
                </a:solidFill>
              </a:rPr>
              <a:t> vestibulum, </a:t>
            </a:r>
            <a:r>
              <a:rPr lang="en-US" dirty="0" err="1">
                <a:solidFill>
                  <a:schemeClr val="tx1"/>
                </a:solidFill>
              </a:rPr>
              <a:t>felis</a:t>
            </a:r>
            <a:r>
              <a:rPr lang="en-US" dirty="0">
                <a:solidFill>
                  <a:schemeClr val="tx1"/>
                </a:solidFill>
              </a:rPr>
              <a:t> mas </a:t>
            </a:r>
            <a:r>
              <a:rPr lang="en-US" dirty="0" err="1">
                <a:solidFill>
                  <a:schemeClr val="tx1"/>
                </a:solidFill>
              </a:rPr>
              <a:t>laoreet</a:t>
            </a:r>
            <a:r>
              <a:rPr lang="en-US" dirty="0">
                <a:solidFill>
                  <a:schemeClr val="tx1"/>
                </a:solidFill>
              </a:rPr>
              <a:t> mi, </a:t>
            </a:r>
            <a:r>
              <a:rPr lang="en-US" dirty="0" err="1">
                <a:solidFill>
                  <a:schemeClr val="tx1"/>
                </a:solidFill>
              </a:rPr>
              <a:t>netus</a:t>
            </a:r>
            <a:r>
              <a:rPr lang="en-US" dirty="0">
                <a:solidFill>
                  <a:schemeClr val="tx1"/>
                </a:solidFill>
              </a:rPr>
              <a:t> Donec </a:t>
            </a:r>
            <a:r>
              <a:rPr lang="en-US" dirty="0" err="1">
                <a:solidFill>
                  <a:schemeClr val="tx1"/>
                </a:solidFill>
              </a:rPr>
              <a:t>urna</a:t>
            </a:r>
            <a:r>
              <a:rPr lang="en-US" dirty="0">
                <a:solidFill>
                  <a:schemeClr val="tx1"/>
                </a:solidFill>
              </a:rPr>
              <a:t> </a:t>
            </a:r>
            <a:r>
              <a:rPr lang="en-US" dirty="0" err="1">
                <a:solidFill>
                  <a:schemeClr val="tx1"/>
                </a:solidFill>
              </a:rPr>
              <a:t>lacus</a:t>
            </a:r>
            <a:r>
              <a:rPr lang="en-US" dirty="0">
                <a:solidFill>
                  <a:schemeClr val="tx1"/>
                </a:solidFill>
              </a:rPr>
              <a:t>, </a:t>
            </a:r>
            <a:r>
              <a:rPr lang="en-US" dirty="0" err="1">
                <a:solidFill>
                  <a:schemeClr val="tx1"/>
                </a:solidFill>
              </a:rPr>
              <a:t>tincidunt</a:t>
            </a:r>
            <a:r>
              <a:rPr lang="en-US" dirty="0">
                <a:solidFill>
                  <a:schemeClr val="tx1"/>
                </a:solidFill>
              </a:rPr>
              <a:t> sed, pedes.</a:t>
            </a:r>
          </a:p>
          <a:p>
            <a:pPr lvl="1"/>
            <a:r>
              <a:rPr lang="en-US" dirty="0">
                <a:solidFill>
                  <a:schemeClr val="tx1"/>
                </a:solidFill>
              </a:rPr>
              <a:t>Author</a:t>
            </a:r>
          </a:p>
        </p:txBody>
      </p:sp>
    </p:spTree>
    <p:extLst>
      <p:ext uri="{BB962C8B-B14F-4D97-AF65-F5344CB8AC3E}">
        <p14:creationId xmlns:p14="http://schemas.microsoft.com/office/powerpoint/2010/main" val="5873032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p:cNvGraphicFramePr>
            <a:graphicFrameLocks/>
          </p:cNvGraphicFramePr>
          <p:nvPr>
            <p:custDataLst>
              <p:tags r:id="rId1"/>
            </p:custDataLst>
          </p:nvPr>
        </p:nvGraphicFramePr>
        <p:xfrm>
          <a:off x="1524000" y="0"/>
          <a:ext cx="158750" cy="158750"/>
        </p:xfrm>
        <a:graphic>
          <a:graphicData uri="http://schemas.openxmlformats.org/presentationml/2006/ole">
            <mc:AlternateContent xmlns:mc="http://schemas.openxmlformats.org/markup-compatibility/2006">
              <mc:Choice xmlns:v="urn:schemas-microsoft-com:vml" Requires="v">
                <p:oleObj name="think-cell Folie" r:id="rId5" imgW="360" imgH="360" progId="TCLayout.ActiveDocument.1">
                  <p:embed/>
                </p:oleObj>
              </mc:Choice>
              <mc:Fallback>
                <p:oleObj name="think-cell Folie" r:id="rId5" imgW="360" imgH="360" progId="TCLayout.ActiveDocument.1">
                  <p:embed/>
                  <p:pic>
                    <p:nvPicPr>
                      <p:cNvPr id="5" name="Objekt 4" hidden="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hteck 2" hidden="1">
            <a:extLst>
              <a:ext uri="{FF2B5EF4-FFF2-40B4-BE49-F238E27FC236}">
                <a16:creationId xmlns:a16="http://schemas.microsoft.com/office/drawing/2014/main" id="{0319DF81-A5D1-46DE-BF39-95DC61F01BA1}"/>
              </a:ext>
            </a:extLst>
          </p:cNvPr>
          <p:cNvSpPr/>
          <p:nvPr>
            <p:custDataLst>
              <p:tags r:id="rId2"/>
            </p:custDataLst>
          </p:nvPr>
        </p:nvSpPr>
        <p:spPr>
          <a:xfrm>
            <a:off x="0" y="0"/>
            <a:ext cx="158750" cy="15875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dirty="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2" name="Titel 1"/>
          <p:cNvSpPr>
            <a:spLocks noGrp="1"/>
          </p:cNvSpPr>
          <p:nvPr>
            <p:ph type="title"/>
          </p:nvPr>
        </p:nvSpPr>
        <p:spPr bwMode="gray">
          <a:xfrm>
            <a:off x="479424" y="477000"/>
            <a:ext cx="11233151" cy="720000"/>
          </a:xfrm>
        </p:spPr>
        <p:txBody>
          <a:bodyPr/>
          <a:lstStyle/>
          <a:p>
            <a:r>
              <a:rPr lang="en-US" dirty="0"/>
              <a:t>Three quotations</a:t>
            </a:r>
          </a:p>
        </p:txBody>
      </p:sp>
      <p:sp>
        <p:nvSpPr>
          <p:cNvPr id="19" name="Textplatzhalter 18">
            <a:extLst>
              <a:ext uri="{FF2B5EF4-FFF2-40B4-BE49-F238E27FC236}">
                <a16:creationId xmlns:a16="http://schemas.microsoft.com/office/drawing/2014/main" id="{E313FB00-BC87-F1E1-73A0-6C391154CDA1}"/>
              </a:ext>
            </a:extLst>
          </p:cNvPr>
          <p:cNvSpPr>
            <a:spLocks noGrp="1"/>
          </p:cNvSpPr>
          <p:nvPr>
            <p:ph type="body" sz="quarter" idx="13"/>
          </p:nvPr>
        </p:nvSpPr>
        <p:spPr bwMode="gray"/>
        <p:txBody>
          <a:bodyPr/>
          <a:lstStyle/>
          <a:p>
            <a:endParaRPr lang="en-US" dirty="0"/>
          </a:p>
        </p:txBody>
      </p:sp>
      <p:sp>
        <p:nvSpPr>
          <p:cNvPr id="8" name="Fußzeilenplatzhalter 7">
            <a:extLst>
              <a:ext uri="{FF2B5EF4-FFF2-40B4-BE49-F238E27FC236}">
                <a16:creationId xmlns:a16="http://schemas.microsoft.com/office/drawing/2014/main" id="{AFEFC911-B312-C797-813A-0CE6FBC1FE66}"/>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9" name="Foliennummernplatzhalter 8">
            <a:extLst>
              <a:ext uri="{FF2B5EF4-FFF2-40B4-BE49-F238E27FC236}">
                <a16:creationId xmlns:a16="http://schemas.microsoft.com/office/drawing/2014/main" id="{9FED471C-9160-3A24-0AFD-FB47CCC42DA7}"/>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17</a:t>
            </a:fld>
            <a:endParaRPr lang="en-US" dirty="0"/>
          </a:p>
        </p:txBody>
      </p:sp>
      <p:sp>
        <p:nvSpPr>
          <p:cNvPr id="10" name="Textplatzhalter 2">
            <a:extLst>
              <a:ext uri="{FF2B5EF4-FFF2-40B4-BE49-F238E27FC236}">
                <a16:creationId xmlns:a16="http://schemas.microsoft.com/office/drawing/2014/main" id="{FE19FAF6-F84B-79CA-3C6C-A0DA374E8AB8}"/>
              </a:ext>
            </a:extLst>
          </p:cNvPr>
          <p:cNvSpPr txBox="1">
            <a:spLocks/>
          </p:cNvSpPr>
          <p:nvPr/>
        </p:nvSpPr>
        <p:spPr bwMode="gray">
          <a:xfrm>
            <a:off x="8148228" y="1916872"/>
            <a:ext cx="3564000" cy="2304256"/>
          </a:xfrm>
          <a:prstGeom prst="rect">
            <a:avLst/>
          </a:prstGeom>
          <a:solidFill>
            <a:srgbClr val="E0E1F6"/>
          </a:solid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dirty="0"/>
              <a:t>“Consectetuer nec, purus:</a:t>
            </a:r>
            <a:br>
              <a:rPr lang="en-US" dirty="0"/>
            </a:br>
            <a:r>
              <a:rPr lang="en-US" dirty="0"/>
              <a:t>Integer facilisis, sem ut blandit morbi vestibulum, felis mas laoreet mi, netus Donec urna lacus, tincidunt sed, pedes.”</a:t>
            </a:r>
          </a:p>
        </p:txBody>
      </p:sp>
      <p:sp>
        <p:nvSpPr>
          <p:cNvPr id="11" name="Textplatzhalter 2">
            <a:extLst>
              <a:ext uri="{FF2B5EF4-FFF2-40B4-BE49-F238E27FC236}">
                <a16:creationId xmlns:a16="http://schemas.microsoft.com/office/drawing/2014/main" id="{C5A4042D-2503-AE8C-6494-21EB64DE4A66}"/>
              </a:ext>
            </a:extLst>
          </p:cNvPr>
          <p:cNvSpPr txBox="1">
            <a:spLocks/>
          </p:cNvSpPr>
          <p:nvPr/>
        </p:nvSpPr>
        <p:spPr bwMode="gray">
          <a:xfrm>
            <a:off x="4332196" y="1412876"/>
            <a:ext cx="3528000" cy="3455988"/>
          </a:xfrm>
          <a:prstGeom prst="rect">
            <a:avLst/>
          </a:prstGeom>
          <a:solidFill>
            <a:srgbClr val="D2F2F7"/>
          </a:solid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dirty="0"/>
              <a:t>“Vivamus et enim, tempor consectetuer nec, purus</a:t>
            </a:r>
          </a:p>
          <a:p>
            <a:pPr marL="0" indent="0">
              <a:buNone/>
            </a:pPr>
            <a:r>
              <a:rPr lang="en-US" dirty="0"/>
              <a:t>Integer facilisis, sem ut blandit morbi vestibulum, felis mas laoreet mi, netus Donec urna lacus, tincidunt sed, pede pretium bibendum, nibh.”</a:t>
            </a:r>
          </a:p>
        </p:txBody>
      </p:sp>
      <p:sp>
        <p:nvSpPr>
          <p:cNvPr id="12" name="Textplatzhalter 2">
            <a:extLst>
              <a:ext uri="{FF2B5EF4-FFF2-40B4-BE49-F238E27FC236}">
                <a16:creationId xmlns:a16="http://schemas.microsoft.com/office/drawing/2014/main" id="{2FFF37E6-5855-4A53-66C3-03445764C3F2}"/>
              </a:ext>
            </a:extLst>
          </p:cNvPr>
          <p:cNvSpPr txBox="1">
            <a:spLocks/>
          </p:cNvSpPr>
          <p:nvPr/>
        </p:nvSpPr>
        <p:spPr bwMode="gray">
          <a:xfrm>
            <a:off x="479376" y="1917128"/>
            <a:ext cx="3564000" cy="2304000"/>
          </a:xfrm>
          <a:prstGeom prst="rect">
            <a:avLst/>
          </a:prstGeom>
          <a:solidFill>
            <a:srgbClr val="FBF9AA"/>
          </a:solid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dirty="0"/>
              <a:t>“Vestibulum lacinia turpis.</a:t>
            </a:r>
            <a:br>
              <a:rPr lang="en-US" dirty="0"/>
            </a:br>
            <a:r>
              <a:rPr lang="en-US" dirty="0"/>
              <a:t>Aenean in dignissim cursus magna. Vivamus et enim, Integer facilisis, sem ut blandit morbi vestibulum, felis mas laoreet.”</a:t>
            </a:r>
          </a:p>
        </p:txBody>
      </p:sp>
      <p:sp>
        <p:nvSpPr>
          <p:cNvPr id="13" name="Textplatzhalter 2">
            <a:extLst>
              <a:ext uri="{FF2B5EF4-FFF2-40B4-BE49-F238E27FC236}">
                <a16:creationId xmlns:a16="http://schemas.microsoft.com/office/drawing/2014/main" id="{D46DCAAE-A20A-3DF1-C3EC-BC2532DDFD53}"/>
              </a:ext>
            </a:extLst>
          </p:cNvPr>
          <p:cNvSpPr txBox="1">
            <a:spLocks/>
          </p:cNvSpPr>
          <p:nvPr/>
        </p:nvSpPr>
        <p:spPr bwMode="gray">
          <a:xfrm>
            <a:off x="479963" y="4581208"/>
            <a:ext cx="3563400" cy="36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dirty="0"/>
              <a:t>Author</a:t>
            </a:r>
          </a:p>
        </p:txBody>
      </p:sp>
      <p:sp>
        <p:nvSpPr>
          <p:cNvPr id="26" name="Gleichschenkliges Dreieck 25">
            <a:extLst>
              <a:ext uri="{FF2B5EF4-FFF2-40B4-BE49-F238E27FC236}">
                <a16:creationId xmlns:a16="http://schemas.microsoft.com/office/drawing/2014/main" id="{F2B607D8-1E34-9393-D537-A3E55099E750}"/>
              </a:ext>
            </a:extLst>
          </p:cNvPr>
          <p:cNvSpPr/>
          <p:nvPr/>
        </p:nvSpPr>
        <p:spPr bwMode="gray">
          <a:xfrm flipV="1">
            <a:off x="587388" y="4214738"/>
            <a:ext cx="288032" cy="217265"/>
          </a:xfrm>
          <a:prstGeom prst="triangle">
            <a:avLst/>
          </a:prstGeom>
          <a:solidFill>
            <a:srgbClr val="FBF9AA"/>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27" name="Textplatzhalter 2">
            <a:extLst>
              <a:ext uri="{FF2B5EF4-FFF2-40B4-BE49-F238E27FC236}">
                <a16:creationId xmlns:a16="http://schemas.microsoft.com/office/drawing/2014/main" id="{8964E33A-5887-4A02-C347-055603DF00AA}"/>
              </a:ext>
            </a:extLst>
          </p:cNvPr>
          <p:cNvSpPr txBox="1">
            <a:spLocks/>
          </p:cNvSpPr>
          <p:nvPr/>
        </p:nvSpPr>
        <p:spPr bwMode="gray">
          <a:xfrm>
            <a:off x="4331804" y="5229240"/>
            <a:ext cx="3527909" cy="36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dirty="0"/>
              <a:t>Author</a:t>
            </a:r>
          </a:p>
        </p:txBody>
      </p:sp>
      <p:sp>
        <p:nvSpPr>
          <p:cNvPr id="28" name="Gleichschenkliges Dreieck 27">
            <a:extLst>
              <a:ext uri="{FF2B5EF4-FFF2-40B4-BE49-F238E27FC236}">
                <a16:creationId xmlns:a16="http://schemas.microsoft.com/office/drawing/2014/main" id="{03206F55-E708-9F21-781D-B2936440360E}"/>
              </a:ext>
            </a:extLst>
          </p:cNvPr>
          <p:cNvSpPr/>
          <p:nvPr/>
        </p:nvSpPr>
        <p:spPr bwMode="gray">
          <a:xfrm flipV="1">
            <a:off x="4439229" y="4866779"/>
            <a:ext cx="288032" cy="217265"/>
          </a:xfrm>
          <a:prstGeom prst="triangle">
            <a:avLst/>
          </a:prstGeom>
          <a:solidFill>
            <a:srgbClr val="D2F2F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29" name="Textplatzhalter 2">
            <a:extLst>
              <a:ext uri="{FF2B5EF4-FFF2-40B4-BE49-F238E27FC236}">
                <a16:creationId xmlns:a16="http://schemas.microsoft.com/office/drawing/2014/main" id="{F9BAEDF2-9FBF-8B00-DECB-8A301D6A1758}"/>
              </a:ext>
            </a:extLst>
          </p:cNvPr>
          <p:cNvSpPr txBox="1">
            <a:spLocks/>
          </p:cNvSpPr>
          <p:nvPr/>
        </p:nvSpPr>
        <p:spPr bwMode="gray">
          <a:xfrm>
            <a:off x="8148228" y="4581208"/>
            <a:ext cx="3563400" cy="36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dirty="0"/>
              <a:t>Author</a:t>
            </a:r>
          </a:p>
        </p:txBody>
      </p:sp>
      <p:sp>
        <p:nvSpPr>
          <p:cNvPr id="32" name="Gleichschenkliges Dreieck 31">
            <a:extLst>
              <a:ext uri="{FF2B5EF4-FFF2-40B4-BE49-F238E27FC236}">
                <a16:creationId xmlns:a16="http://schemas.microsoft.com/office/drawing/2014/main" id="{F65393FE-0C78-8779-5073-CC44669D0D64}"/>
              </a:ext>
            </a:extLst>
          </p:cNvPr>
          <p:cNvSpPr/>
          <p:nvPr/>
        </p:nvSpPr>
        <p:spPr bwMode="gray">
          <a:xfrm flipV="1">
            <a:off x="8255653" y="4217913"/>
            <a:ext cx="288032" cy="217265"/>
          </a:xfrm>
          <a:prstGeom prst="triangle">
            <a:avLst/>
          </a:prstGeom>
          <a:solidFill>
            <a:srgbClr val="E0E1F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Tree>
    <p:extLst>
      <p:ext uri="{BB962C8B-B14F-4D97-AF65-F5344CB8AC3E}">
        <p14:creationId xmlns:p14="http://schemas.microsoft.com/office/powerpoint/2010/main" val="27972978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Grafik 11">
            <a:extLst>
              <a:ext uri="{FF2B5EF4-FFF2-40B4-BE49-F238E27FC236}">
                <a16:creationId xmlns:a16="http://schemas.microsoft.com/office/drawing/2014/main" id="{0BCA742A-2A95-8535-24BC-427EFD8B9E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bwMode="gray">
          <a:xfrm>
            <a:off x="3215680" y="1341440"/>
            <a:ext cx="936000" cy="936000"/>
          </a:xfrm>
          <a:prstGeom prst="rect">
            <a:avLst/>
          </a:prstGeom>
        </p:spPr>
      </p:pic>
      <p:sp>
        <p:nvSpPr>
          <p:cNvPr id="11" name="Textplatzhalter 10">
            <a:extLst>
              <a:ext uri="{FF2B5EF4-FFF2-40B4-BE49-F238E27FC236}">
                <a16:creationId xmlns:a16="http://schemas.microsoft.com/office/drawing/2014/main" id="{3196F515-DD5C-4985-55AB-78859511AE9E}"/>
              </a:ext>
            </a:extLst>
          </p:cNvPr>
          <p:cNvSpPr>
            <a:spLocks noGrp="1"/>
          </p:cNvSpPr>
          <p:nvPr>
            <p:ph type="body" sz="quarter" idx="13"/>
          </p:nvPr>
        </p:nvSpPr>
        <p:spPr bwMode="invGray"/>
        <p:txBody>
          <a:bodyPr/>
          <a:lstStyle/>
          <a:p>
            <a:endParaRPr lang="en-US" dirty="0"/>
          </a:p>
        </p:txBody>
      </p:sp>
      <p:sp>
        <p:nvSpPr>
          <p:cNvPr id="4" name="Fußzeilenplatzhalter 3">
            <a:extLst>
              <a:ext uri="{FF2B5EF4-FFF2-40B4-BE49-F238E27FC236}">
                <a16:creationId xmlns:a16="http://schemas.microsoft.com/office/drawing/2014/main" id="{5857908E-1F67-2579-991F-CB0BD3314133}"/>
              </a:ext>
            </a:extLst>
          </p:cNvPr>
          <p:cNvSpPr>
            <a:spLocks noGrp="1"/>
          </p:cNvSpPr>
          <p:nvPr>
            <p:ph type="ftr" sz="quarter" idx="14"/>
          </p:nvPr>
        </p:nvSpPr>
        <p:spPr bwMode="invGray">
          <a:xfrm>
            <a:off x="6312024" y="6246836"/>
            <a:ext cx="5040560" cy="288000"/>
          </a:xfrm>
        </p:spPr>
        <p:txBody>
          <a:bodyPr/>
          <a:lstStyle/>
          <a:p>
            <a:r>
              <a:rPr lang="en-US" dirty="0"/>
              <a:t>Slide library    |     ONLY FOR INTERNAL USE</a:t>
            </a:r>
          </a:p>
        </p:txBody>
      </p:sp>
      <p:sp>
        <p:nvSpPr>
          <p:cNvPr id="5" name="Foliennummernplatzhalter 4">
            <a:extLst>
              <a:ext uri="{FF2B5EF4-FFF2-40B4-BE49-F238E27FC236}">
                <a16:creationId xmlns:a16="http://schemas.microsoft.com/office/drawing/2014/main" id="{D4445832-EF85-253A-A6A3-F08DBEABCDCB}"/>
              </a:ext>
            </a:extLst>
          </p:cNvPr>
          <p:cNvSpPr>
            <a:spLocks noGrp="1"/>
          </p:cNvSpPr>
          <p:nvPr>
            <p:ph type="sldNum" sz="quarter" idx="15"/>
          </p:nvPr>
        </p:nvSpPr>
        <p:spPr bwMode="invGray">
          <a:xfrm>
            <a:off x="11424592" y="6246836"/>
            <a:ext cx="288000" cy="288000"/>
          </a:xfrm>
        </p:spPr>
        <p:txBody>
          <a:bodyPr/>
          <a:lstStyle/>
          <a:p>
            <a:fld id="{8FF9B0DE-3FEB-4AA0-B465-B80EF7C1333D}" type="slidenum">
              <a:rPr lang="en-US" smtClean="0"/>
              <a:pPr/>
              <a:t>18</a:t>
            </a:fld>
            <a:endParaRPr lang="en-US" dirty="0"/>
          </a:p>
        </p:txBody>
      </p:sp>
      <p:sp>
        <p:nvSpPr>
          <p:cNvPr id="3" name="Inhaltsplatzhalter 2">
            <a:extLst>
              <a:ext uri="{FF2B5EF4-FFF2-40B4-BE49-F238E27FC236}">
                <a16:creationId xmlns:a16="http://schemas.microsoft.com/office/drawing/2014/main" id="{011F1630-ACAB-0CC8-9644-4D2AA0D6F290}"/>
              </a:ext>
            </a:extLst>
          </p:cNvPr>
          <p:cNvSpPr txBox="1">
            <a:spLocks/>
          </p:cNvSpPr>
          <p:nvPr/>
        </p:nvSpPr>
        <p:spPr bwMode="invGray">
          <a:xfrm>
            <a:off x="4332624" y="1412874"/>
            <a:ext cx="7380000" cy="4392000"/>
          </a:xfrm>
          <a:prstGeom prst="rect">
            <a:avLst/>
          </a:prstGeom>
        </p:spPr>
        <p:txBody>
          <a:bodyPr lIns="0" tIns="0" rIns="0" bIns="0"/>
          <a:lstStyle>
            <a:lvl1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4000" b="1" kern="1200">
                <a:solidFill>
                  <a:schemeClr val="tx2"/>
                </a:solidFill>
                <a:latin typeface="+mn-lt"/>
                <a:ea typeface="+mn-ea"/>
                <a:cs typeface="+mn-cs"/>
              </a:defRPr>
            </a:lvl1pPr>
            <a:lvl2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2pPr>
            <a:lvl3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3pPr>
            <a:lvl4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4pPr>
            <a:lvl5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5pPr>
            <a:lvl6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6pPr>
            <a:lvl7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7pPr>
            <a:lvl8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8pPr>
            <a:lvl9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9pPr>
          </a:lstStyle>
          <a:p>
            <a:r>
              <a:rPr lang="en-US" dirty="0"/>
              <a:t>Quote. Proin libero dolor, tempus </a:t>
            </a:r>
            <a:r>
              <a:rPr lang="en-US" dirty="0" err="1"/>
              <a:t>eu</a:t>
            </a:r>
            <a:r>
              <a:rPr lang="en-US" dirty="0"/>
              <a:t>, </a:t>
            </a:r>
            <a:r>
              <a:rPr lang="en-US" dirty="0" err="1"/>
              <a:t>enim</a:t>
            </a:r>
            <a:r>
              <a:rPr lang="en-US" dirty="0"/>
              <a:t>. Sed </a:t>
            </a:r>
            <a:r>
              <a:rPr lang="en-US" dirty="0" err="1"/>
              <a:t>sodales</a:t>
            </a:r>
            <a:r>
              <a:rPr lang="en-US" dirty="0"/>
              <a:t> </a:t>
            </a:r>
            <a:br>
              <a:rPr lang="en-US" dirty="0"/>
            </a:br>
            <a:r>
              <a:rPr lang="en-US" dirty="0" err="1"/>
              <a:t>purus</a:t>
            </a:r>
            <a:r>
              <a:rPr lang="en-US" dirty="0"/>
              <a:t> </a:t>
            </a:r>
            <a:r>
              <a:rPr lang="en-US" dirty="0" err="1"/>
              <a:t>eget</a:t>
            </a:r>
            <a:r>
              <a:rPr lang="en-US" dirty="0"/>
              <a:t> </a:t>
            </a:r>
            <a:r>
              <a:rPr lang="en-US" dirty="0" err="1"/>
              <a:t>tortor</a:t>
            </a:r>
            <a:r>
              <a:rPr lang="en-US" dirty="0"/>
              <a:t>. Sed vitae </a:t>
            </a:r>
            <a:r>
              <a:rPr lang="en-US" dirty="0" err="1"/>
              <a:t>arcu</a:t>
            </a:r>
            <a:r>
              <a:rPr lang="en-US" dirty="0"/>
              <a:t> in dolor </a:t>
            </a:r>
            <a:r>
              <a:rPr lang="en-US" dirty="0" err="1"/>
              <a:t>blandit</a:t>
            </a:r>
            <a:r>
              <a:rPr lang="en-US" dirty="0"/>
              <a:t>. </a:t>
            </a:r>
          </a:p>
          <a:p>
            <a:pPr lvl="1"/>
            <a:r>
              <a:rPr lang="en-US" dirty="0"/>
              <a:t>Author | Position</a:t>
            </a:r>
          </a:p>
        </p:txBody>
      </p:sp>
    </p:spTree>
    <p:extLst>
      <p:ext uri="{BB962C8B-B14F-4D97-AF65-F5344CB8AC3E}">
        <p14:creationId xmlns:p14="http://schemas.microsoft.com/office/powerpoint/2010/main" val="14544092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B8114F4F-3647-B807-8C01-78D3B7C7997D}"/>
              </a:ext>
            </a:extLst>
          </p:cNvPr>
          <p:cNvSpPr/>
          <p:nvPr/>
        </p:nvSpPr>
        <p:spPr bwMode="gray">
          <a:xfrm>
            <a:off x="0" y="0"/>
            <a:ext cx="12192000" cy="6858000"/>
          </a:xfrm>
          <a:prstGeom prst="rect">
            <a:avLst/>
          </a:prstGeom>
          <a:solidFill>
            <a:srgbClr val="D2F2F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pic>
        <p:nvPicPr>
          <p:cNvPr id="9" name="Grafik 8">
            <a:extLst>
              <a:ext uri="{FF2B5EF4-FFF2-40B4-BE49-F238E27FC236}">
                <a16:creationId xmlns:a16="http://schemas.microsoft.com/office/drawing/2014/main" id="{1B25727C-67DB-46E9-FBD6-BE4EE5645365}"/>
              </a:ext>
            </a:extLst>
          </p:cNvPr>
          <p:cNvPicPr>
            <a:picLocks noChangeAspect="1"/>
          </p:cNvPicPr>
          <p:nvPr/>
        </p:nvPicPr>
        <p:blipFill rotWithShape="1">
          <a:blip>
            <a:extLst>
              <a:ext uri="{96DAC541-7B7A-43D3-8B79-37D633B846F1}">
                <asvg:svgBlip xmlns:asvg="http://schemas.microsoft.com/office/drawing/2016/SVG/main" r:embed="rId3"/>
              </a:ext>
            </a:extLst>
          </a:blip>
          <a:srcRect l="16643" r="31174"/>
          <a:stretch/>
        </p:blipFill>
        <p:spPr>
          <a:xfrm>
            <a:off x="6306890" y="512676"/>
            <a:ext cx="5886429" cy="6345324"/>
          </a:xfrm>
          <a:prstGeom prst="rect">
            <a:avLst/>
          </a:prstGeom>
        </p:spPr>
      </p:pic>
      <p:sp>
        <p:nvSpPr>
          <p:cNvPr id="7" name="Fußzeilenplatzhalter 6">
            <a:extLst>
              <a:ext uri="{FF2B5EF4-FFF2-40B4-BE49-F238E27FC236}">
                <a16:creationId xmlns:a16="http://schemas.microsoft.com/office/drawing/2014/main" id="{8C250415-4DED-C569-BA73-BAAA3C5B2F23}"/>
              </a:ext>
            </a:extLst>
          </p:cNvPr>
          <p:cNvSpPr>
            <a:spLocks noGrp="1"/>
          </p:cNvSpPr>
          <p:nvPr>
            <p:ph type="ftr" sz="quarter" idx="10"/>
          </p:nvPr>
        </p:nvSpPr>
        <p:spPr bwMode="gray"/>
        <p:txBody>
          <a:bodyPr/>
          <a:lstStyle/>
          <a:p>
            <a:r>
              <a:rPr lang="en-US" dirty="0"/>
              <a:t>Slide library    |     ONLY FOR INTERNAL USE</a:t>
            </a:r>
          </a:p>
        </p:txBody>
      </p:sp>
      <p:sp>
        <p:nvSpPr>
          <p:cNvPr id="8" name="Foliennummernplatzhalter 7">
            <a:extLst>
              <a:ext uri="{FF2B5EF4-FFF2-40B4-BE49-F238E27FC236}">
                <a16:creationId xmlns:a16="http://schemas.microsoft.com/office/drawing/2014/main" id="{A4D25DCD-5D3C-6F8D-C707-FECC88B5DB29}"/>
              </a:ext>
            </a:extLst>
          </p:cNvPr>
          <p:cNvSpPr>
            <a:spLocks noGrp="1"/>
          </p:cNvSpPr>
          <p:nvPr>
            <p:ph type="sldNum" sz="quarter" idx="11"/>
          </p:nvPr>
        </p:nvSpPr>
        <p:spPr bwMode="gray"/>
        <p:txBody>
          <a:bodyPr/>
          <a:lstStyle/>
          <a:p>
            <a:fld id="{8FF9B0DE-3FEB-4AA0-B465-B80EF7C1333D}" type="slidenum">
              <a:rPr lang="en-US" smtClean="0"/>
              <a:pPr/>
              <a:t>19</a:t>
            </a:fld>
            <a:endParaRPr lang="en-US" dirty="0"/>
          </a:p>
        </p:txBody>
      </p:sp>
      <p:sp>
        <p:nvSpPr>
          <p:cNvPr id="2" name="Inhaltsplatzhalter 2">
            <a:extLst>
              <a:ext uri="{FF2B5EF4-FFF2-40B4-BE49-F238E27FC236}">
                <a16:creationId xmlns:a16="http://schemas.microsoft.com/office/drawing/2014/main" id="{11B3AC82-80EF-5512-0CA9-5D139BDDBC12}"/>
              </a:ext>
            </a:extLst>
          </p:cNvPr>
          <p:cNvSpPr txBox="1">
            <a:spLocks/>
          </p:cNvSpPr>
          <p:nvPr/>
        </p:nvSpPr>
        <p:spPr bwMode="invGray">
          <a:xfrm>
            <a:off x="1493340" y="1412874"/>
            <a:ext cx="5472000" cy="4536000"/>
          </a:xfrm>
          <a:prstGeom prst="rect">
            <a:avLst/>
          </a:prstGeom>
        </p:spPr>
        <p:txBody>
          <a:bodyPr lIns="0" tIns="0" rIns="0" bIns="0"/>
          <a:lstStyle>
            <a:lvl1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4000" b="1" kern="1200">
                <a:solidFill>
                  <a:schemeClr val="tx2"/>
                </a:solidFill>
                <a:latin typeface="+mn-lt"/>
                <a:ea typeface="+mn-ea"/>
                <a:cs typeface="+mn-cs"/>
              </a:defRPr>
            </a:lvl1pPr>
            <a:lvl2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2pPr>
            <a:lvl3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3pPr>
            <a:lvl4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4pPr>
            <a:lvl5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5pPr>
            <a:lvl6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6pPr>
            <a:lvl7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7pPr>
            <a:lvl8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8pPr>
            <a:lvl9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9pPr>
          </a:lstStyle>
          <a:p>
            <a:pPr>
              <a:lnSpc>
                <a:spcPct val="100000"/>
              </a:lnSpc>
              <a:spcAft>
                <a:spcPts val="0"/>
              </a:spcAft>
            </a:pPr>
            <a:r>
              <a:rPr lang="en-US" sz="4000" dirty="0">
                <a:solidFill>
                  <a:schemeClr val="bg2"/>
                </a:solidFill>
              </a:rPr>
              <a:t>“Quote. Proin libero dolor, tempus </a:t>
            </a:r>
            <a:r>
              <a:rPr lang="en-US" sz="4000" dirty="0" err="1">
                <a:solidFill>
                  <a:schemeClr val="bg2"/>
                </a:solidFill>
              </a:rPr>
              <a:t>eu</a:t>
            </a:r>
            <a:r>
              <a:rPr lang="en-US" sz="4000" dirty="0">
                <a:solidFill>
                  <a:schemeClr val="bg2"/>
                </a:solidFill>
              </a:rPr>
              <a:t>, </a:t>
            </a:r>
            <a:r>
              <a:rPr lang="en-US" sz="4000" dirty="0" err="1">
                <a:solidFill>
                  <a:schemeClr val="bg2"/>
                </a:solidFill>
              </a:rPr>
              <a:t>enim</a:t>
            </a:r>
            <a:r>
              <a:rPr lang="en-US" sz="4000" dirty="0">
                <a:solidFill>
                  <a:schemeClr val="bg2"/>
                </a:solidFill>
              </a:rPr>
              <a:t>. Sed </a:t>
            </a:r>
            <a:r>
              <a:rPr lang="en-US" sz="4000" dirty="0" err="1">
                <a:solidFill>
                  <a:schemeClr val="bg2"/>
                </a:solidFill>
              </a:rPr>
              <a:t>sodales</a:t>
            </a:r>
            <a:r>
              <a:rPr lang="en-US" sz="4000" dirty="0">
                <a:solidFill>
                  <a:schemeClr val="bg2"/>
                </a:solidFill>
              </a:rPr>
              <a:t> </a:t>
            </a:r>
            <a:r>
              <a:rPr lang="en-US" sz="4000" dirty="0" err="1">
                <a:solidFill>
                  <a:schemeClr val="bg2"/>
                </a:solidFill>
              </a:rPr>
              <a:t>purus</a:t>
            </a:r>
            <a:r>
              <a:rPr lang="en-US" sz="4000" dirty="0">
                <a:solidFill>
                  <a:schemeClr val="bg2"/>
                </a:solidFill>
              </a:rPr>
              <a:t> </a:t>
            </a:r>
            <a:r>
              <a:rPr lang="en-US" sz="4000" dirty="0" err="1">
                <a:solidFill>
                  <a:schemeClr val="bg2"/>
                </a:solidFill>
              </a:rPr>
              <a:t>eget</a:t>
            </a:r>
            <a:r>
              <a:rPr lang="en-US" sz="4000" dirty="0">
                <a:solidFill>
                  <a:schemeClr val="bg2"/>
                </a:solidFill>
              </a:rPr>
              <a:t> </a:t>
            </a:r>
            <a:r>
              <a:rPr lang="en-US" sz="4000" dirty="0" err="1">
                <a:solidFill>
                  <a:schemeClr val="bg2"/>
                </a:solidFill>
              </a:rPr>
              <a:t>tortor</a:t>
            </a:r>
            <a:r>
              <a:rPr lang="en-US" sz="4000" dirty="0">
                <a:solidFill>
                  <a:schemeClr val="bg2"/>
                </a:solidFill>
              </a:rPr>
              <a:t>.” </a:t>
            </a:r>
          </a:p>
          <a:p>
            <a:pPr lvl="1"/>
            <a:r>
              <a:rPr lang="en-US" dirty="0">
                <a:solidFill>
                  <a:schemeClr val="bg2"/>
                </a:solidFill>
              </a:rPr>
              <a:t>Author | Position</a:t>
            </a:r>
          </a:p>
        </p:txBody>
      </p:sp>
      <p:pic>
        <p:nvPicPr>
          <p:cNvPr id="6" name="Grafik 5">
            <a:extLst>
              <a:ext uri="{FF2B5EF4-FFF2-40B4-BE49-F238E27FC236}">
                <a16:creationId xmlns:a16="http://schemas.microsoft.com/office/drawing/2014/main" id="{BF9F5962-726A-6369-8031-A2C062E938E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39377958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Bildplatzhalter 5">
            <a:extLst>
              <a:ext uri="{FF2B5EF4-FFF2-40B4-BE49-F238E27FC236}">
                <a16:creationId xmlns:a16="http://schemas.microsoft.com/office/drawing/2014/main" id="{272F5068-78F6-8E86-F4EE-E29641176B4A}"/>
              </a:ext>
            </a:extLst>
          </p:cNvPr>
          <p:cNvPicPr>
            <a:picLocks noChangeAspect="1"/>
          </p:cNvPicPr>
          <p:nvPr>
            <p:custDataLst>
              <p:tags r:id="rId1"/>
            </p:custDataLst>
          </p:nvPr>
        </p:nvPicPr>
        <p:blipFill rotWithShape="1">
          <a:blip r:embed="rId4">
            <a:extLst>
              <a:ext uri="{28A0092B-C50C-407E-A947-70E740481C1C}">
                <a14:useLocalDpi xmlns:a14="http://schemas.microsoft.com/office/drawing/2010/main" val="0"/>
              </a:ext>
            </a:extLst>
          </a:blip>
          <a:srcRect l="14805" t="1" r="15974" b="337"/>
          <a:stretch/>
        </p:blipFill>
        <p:spPr bwMode="gray">
          <a:xfrm>
            <a:off x="6240462" y="0"/>
            <a:ext cx="5951537" cy="6858000"/>
          </a:xfrm>
          <a:prstGeom prst="rect">
            <a:avLst/>
          </a:prstGeom>
        </p:spPr>
      </p:pic>
      <p:sp>
        <p:nvSpPr>
          <p:cNvPr id="7" name="Titel 6">
            <a:extLst>
              <a:ext uri="{FF2B5EF4-FFF2-40B4-BE49-F238E27FC236}">
                <a16:creationId xmlns:a16="http://schemas.microsoft.com/office/drawing/2014/main" id="{66D024ED-90EC-B805-E217-961FF43C8E76}"/>
              </a:ext>
            </a:extLst>
          </p:cNvPr>
          <p:cNvSpPr>
            <a:spLocks noGrp="1"/>
          </p:cNvSpPr>
          <p:nvPr>
            <p:ph type="title"/>
          </p:nvPr>
        </p:nvSpPr>
        <p:spPr bwMode="gray">
          <a:xfrm>
            <a:off x="479425" y="476250"/>
            <a:ext cx="5472113" cy="720725"/>
          </a:xfrm>
        </p:spPr>
        <p:txBody>
          <a:bodyPr/>
          <a:lstStyle/>
          <a:p>
            <a:r>
              <a:rPr lang="en-US" dirty="0"/>
              <a:t>Picture and text</a:t>
            </a:r>
          </a:p>
        </p:txBody>
      </p:sp>
      <p:sp>
        <p:nvSpPr>
          <p:cNvPr id="13" name="Textplatzhalter 12">
            <a:extLst>
              <a:ext uri="{FF2B5EF4-FFF2-40B4-BE49-F238E27FC236}">
                <a16:creationId xmlns:a16="http://schemas.microsoft.com/office/drawing/2014/main" id="{AAB1801C-B5F2-0C90-23D6-62AE70A15678}"/>
              </a:ext>
            </a:extLst>
          </p:cNvPr>
          <p:cNvSpPr>
            <a:spLocks noGrp="1"/>
          </p:cNvSpPr>
          <p:nvPr>
            <p:ph type="body" sz="quarter" idx="13"/>
          </p:nvPr>
        </p:nvSpPr>
        <p:spPr bwMode="gray">
          <a:xfrm>
            <a:off x="479998" y="5805280"/>
            <a:ext cx="5472000" cy="144000"/>
          </a:xfrm>
        </p:spPr>
        <p:txBody>
          <a:bodyPr/>
          <a:lstStyle/>
          <a:p>
            <a:endParaRPr lang="en-US" dirty="0"/>
          </a:p>
        </p:txBody>
      </p:sp>
      <p:sp>
        <p:nvSpPr>
          <p:cNvPr id="6" name="Fußzeilenplatzhalter 5">
            <a:extLst>
              <a:ext uri="{FF2B5EF4-FFF2-40B4-BE49-F238E27FC236}">
                <a16:creationId xmlns:a16="http://schemas.microsoft.com/office/drawing/2014/main" id="{0A0F3A9D-7431-E460-534E-1E3DA99318A3}"/>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9" name="Foliennummernplatzhalter 8">
            <a:extLst>
              <a:ext uri="{FF2B5EF4-FFF2-40B4-BE49-F238E27FC236}">
                <a16:creationId xmlns:a16="http://schemas.microsoft.com/office/drawing/2014/main" id="{5C620A84-93F0-65BF-D07D-34F462F4F30F}"/>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20</a:t>
            </a:fld>
            <a:endParaRPr lang="en-US" dirty="0"/>
          </a:p>
        </p:txBody>
      </p:sp>
      <p:sp>
        <p:nvSpPr>
          <p:cNvPr id="31" name="Textplatzhalter 2">
            <a:extLst>
              <a:ext uri="{FF2B5EF4-FFF2-40B4-BE49-F238E27FC236}">
                <a16:creationId xmlns:a16="http://schemas.microsoft.com/office/drawing/2014/main" id="{1922B496-7355-96CC-FF1D-AF4A785E62BD}"/>
              </a:ext>
            </a:extLst>
          </p:cNvPr>
          <p:cNvSpPr txBox="1">
            <a:spLocks/>
          </p:cNvSpPr>
          <p:nvPr/>
        </p:nvSpPr>
        <p:spPr bwMode="gray">
          <a:xfrm>
            <a:off x="479473" y="4041068"/>
            <a:ext cx="5472065" cy="1764196"/>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Lorem ipsum dolor sit amet, consectetuer adipiscing elit. Maecenas porttitor congue massa. Fusce posuere, magna sed pulvinar ultricies.</a:t>
            </a:r>
          </a:p>
        </p:txBody>
      </p:sp>
      <p:pic>
        <p:nvPicPr>
          <p:cNvPr id="11" name="Grafik 10">
            <a:extLst>
              <a:ext uri="{FF2B5EF4-FFF2-40B4-BE49-F238E27FC236}">
                <a16:creationId xmlns:a16="http://schemas.microsoft.com/office/drawing/2014/main" id="{8E4B03D3-4050-2432-D68D-77558B53F56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9376" y="2024844"/>
            <a:ext cx="1800000" cy="1800000"/>
          </a:xfrm>
          <a:prstGeom prst="rect">
            <a:avLst/>
          </a:prstGeom>
        </p:spPr>
      </p:pic>
    </p:spTree>
    <p:extLst>
      <p:ext uri="{BB962C8B-B14F-4D97-AF65-F5344CB8AC3E}">
        <p14:creationId xmlns:p14="http://schemas.microsoft.com/office/powerpoint/2010/main" val="4374828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Bildplatzhalter 8">
            <a:extLst>
              <a:ext uri="{FF2B5EF4-FFF2-40B4-BE49-F238E27FC236}">
                <a16:creationId xmlns:a16="http://schemas.microsoft.com/office/drawing/2014/main" id="{6323511D-96B9-A0DC-5504-DB4CF0B457CA}"/>
              </a:ext>
            </a:extLst>
          </p:cNvPr>
          <p:cNvPicPr>
            <a:picLocks noChangeAspect="1"/>
          </p:cNvPicPr>
          <p:nvPr>
            <p:custDataLst>
              <p:tags r:id="rId1"/>
            </p:custDataLst>
          </p:nvPr>
        </p:nvPicPr>
        <p:blipFill rotWithShape="1">
          <a:blip r:embed="rId4">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rcRect t="16336" b="48520"/>
          <a:stretch/>
        </p:blipFill>
        <p:spPr bwMode="gray">
          <a:xfrm>
            <a:off x="0" y="0"/>
            <a:ext cx="12192000" cy="3428999"/>
          </a:xfrm>
          <a:prstGeom prst="rect">
            <a:avLst/>
          </a:prstGeom>
        </p:spPr>
      </p:pic>
      <p:sp>
        <p:nvSpPr>
          <p:cNvPr id="13" name="Textplatzhalter 12">
            <a:extLst>
              <a:ext uri="{FF2B5EF4-FFF2-40B4-BE49-F238E27FC236}">
                <a16:creationId xmlns:a16="http://schemas.microsoft.com/office/drawing/2014/main" id="{27036DF0-B095-BA16-878D-7E228ACB40DD}"/>
              </a:ext>
            </a:extLst>
          </p:cNvPr>
          <p:cNvSpPr>
            <a:spLocks noGrp="1"/>
          </p:cNvSpPr>
          <p:nvPr>
            <p:ph type="body" sz="quarter" idx="13"/>
          </p:nvPr>
        </p:nvSpPr>
        <p:spPr bwMode="invGray"/>
        <p:txBody>
          <a:bodyPr/>
          <a:lstStyle/>
          <a:p>
            <a:endParaRPr lang="en-US" dirty="0"/>
          </a:p>
        </p:txBody>
      </p:sp>
      <p:sp>
        <p:nvSpPr>
          <p:cNvPr id="7" name="Fußzeilenplatzhalter 6">
            <a:extLst>
              <a:ext uri="{FF2B5EF4-FFF2-40B4-BE49-F238E27FC236}">
                <a16:creationId xmlns:a16="http://schemas.microsoft.com/office/drawing/2014/main" id="{A325E4DB-AE38-2EF4-55E0-F3D852C00428}"/>
              </a:ext>
            </a:extLst>
          </p:cNvPr>
          <p:cNvSpPr>
            <a:spLocks noGrp="1"/>
          </p:cNvSpPr>
          <p:nvPr>
            <p:ph type="ftr" sz="quarter" idx="14"/>
          </p:nvPr>
        </p:nvSpPr>
        <p:spPr bwMode="invGray">
          <a:xfrm>
            <a:off x="6312024" y="6246836"/>
            <a:ext cx="5040560" cy="288000"/>
          </a:xfrm>
        </p:spPr>
        <p:txBody>
          <a:bodyPr/>
          <a:lstStyle/>
          <a:p>
            <a:r>
              <a:rPr lang="en-US" dirty="0"/>
              <a:t>Slide library    |     ONLY FOR INTERNAL USE</a:t>
            </a:r>
          </a:p>
        </p:txBody>
      </p:sp>
      <p:sp>
        <p:nvSpPr>
          <p:cNvPr id="8" name="Foliennummernplatzhalter 7">
            <a:extLst>
              <a:ext uri="{FF2B5EF4-FFF2-40B4-BE49-F238E27FC236}">
                <a16:creationId xmlns:a16="http://schemas.microsoft.com/office/drawing/2014/main" id="{7FC628DC-34A4-EBF2-D96C-2A769203A82D}"/>
              </a:ext>
            </a:extLst>
          </p:cNvPr>
          <p:cNvSpPr>
            <a:spLocks noGrp="1"/>
          </p:cNvSpPr>
          <p:nvPr>
            <p:ph type="sldNum" sz="quarter" idx="15"/>
          </p:nvPr>
        </p:nvSpPr>
        <p:spPr bwMode="invGray">
          <a:xfrm>
            <a:off x="11424592" y="6246836"/>
            <a:ext cx="288000" cy="288000"/>
          </a:xfrm>
        </p:spPr>
        <p:txBody>
          <a:bodyPr/>
          <a:lstStyle/>
          <a:p>
            <a:fld id="{8FF9B0DE-3FEB-4AA0-B465-B80EF7C1333D}" type="slidenum">
              <a:rPr lang="en-US" smtClean="0"/>
              <a:pPr/>
              <a:t>21</a:t>
            </a:fld>
            <a:endParaRPr lang="en-US" dirty="0"/>
          </a:p>
        </p:txBody>
      </p:sp>
      <p:sp>
        <p:nvSpPr>
          <p:cNvPr id="23" name="Textplatzhalter 8">
            <a:extLst>
              <a:ext uri="{FF2B5EF4-FFF2-40B4-BE49-F238E27FC236}">
                <a16:creationId xmlns:a16="http://schemas.microsoft.com/office/drawing/2014/main" id="{EDF051DD-1282-B098-2B02-4958E436037B}"/>
              </a:ext>
            </a:extLst>
          </p:cNvPr>
          <p:cNvSpPr txBox="1">
            <a:spLocks/>
          </p:cNvSpPr>
          <p:nvPr/>
        </p:nvSpPr>
        <p:spPr bwMode="gray">
          <a:xfrm>
            <a:off x="479376" y="3933824"/>
            <a:ext cx="2016000" cy="1871439"/>
          </a:xfrm>
          <a:prstGeom prst="rect">
            <a:avLst/>
          </a:prstGeom>
          <a:noFill/>
          <a:effectLst/>
        </p:spPr>
        <p:txBody>
          <a:bodyPr wrap="square" lIns="0" tIns="0" rIns="0" bIns="0" anchor="t"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2500" dirty="0"/>
              <a:t>Photo with copy below</a:t>
            </a:r>
          </a:p>
        </p:txBody>
      </p:sp>
      <p:sp>
        <p:nvSpPr>
          <p:cNvPr id="5" name="Textplatzhalter 2">
            <a:extLst>
              <a:ext uri="{FF2B5EF4-FFF2-40B4-BE49-F238E27FC236}">
                <a16:creationId xmlns:a16="http://schemas.microsoft.com/office/drawing/2014/main" id="{0AC0078F-D544-E636-90E2-7C45AA7BBC41}"/>
              </a:ext>
            </a:extLst>
          </p:cNvPr>
          <p:cNvSpPr txBox="1">
            <a:spLocks/>
          </p:cNvSpPr>
          <p:nvPr/>
        </p:nvSpPr>
        <p:spPr bwMode="invGray">
          <a:xfrm>
            <a:off x="6240113" y="4365104"/>
            <a:ext cx="5472462" cy="144016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b="1" dirty="0"/>
              <a:t>Lorem ipsum</a:t>
            </a:r>
          </a:p>
          <a:p>
            <a:pPr marL="0" indent="0">
              <a:buNone/>
            </a:pPr>
            <a:r>
              <a:rPr lang="en-US" dirty="0"/>
              <a:t>Maecenas semper sem vel erat. Nam condimentum dui at ped. Proin et turpis. Praesent tortor interhall, viverra id, pharetra vel, cursus sed morbi tincidunt. Proin libero dolor. </a:t>
            </a:r>
          </a:p>
        </p:txBody>
      </p:sp>
      <p:pic>
        <p:nvPicPr>
          <p:cNvPr id="6" name="Grafik 5">
            <a:extLst>
              <a:ext uri="{FF2B5EF4-FFF2-40B4-BE49-F238E27FC236}">
                <a16:creationId xmlns:a16="http://schemas.microsoft.com/office/drawing/2014/main" id="{C9786C9C-9F02-55BD-F0D3-E24946ED0F9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899756" y="4218092"/>
            <a:ext cx="1944000" cy="1944000"/>
          </a:xfrm>
          <a:prstGeom prst="rect">
            <a:avLst/>
          </a:prstGeom>
        </p:spPr>
      </p:pic>
    </p:spTree>
    <p:extLst>
      <p:ext uri="{BB962C8B-B14F-4D97-AF65-F5344CB8AC3E}">
        <p14:creationId xmlns:p14="http://schemas.microsoft.com/office/powerpoint/2010/main" val="3990384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54264BCF-2DB0-BDF8-B6DA-7DC80AFE489C}"/>
              </a:ext>
            </a:extLst>
          </p:cNvPr>
          <p:cNvSpPr/>
          <p:nvPr/>
        </p:nvSpPr>
        <p:spPr bwMode="gray">
          <a:xfrm>
            <a:off x="0" y="0"/>
            <a:ext cx="12192000" cy="6858000"/>
          </a:xfrm>
          <a:prstGeom prst="rect">
            <a:avLst/>
          </a:prstGeom>
          <a:solidFill>
            <a:srgbClr val="FBF9AA"/>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pic>
        <p:nvPicPr>
          <p:cNvPr id="28" name="Bildplatzhalter 8">
            <a:extLst>
              <a:ext uri="{FF2B5EF4-FFF2-40B4-BE49-F238E27FC236}">
                <a16:creationId xmlns:a16="http://schemas.microsoft.com/office/drawing/2014/main" id="{6323511D-96B9-A0DC-5504-DB4CF0B457CA}"/>
              </a:ext>
            </a:extLst>
          </p:cNvPr>
          <p:cNvPicPr>
            <a:picLocks noChangeAspect="1"/>
          </p:cNvPicPr>
          <p:nvPr>
            <p:custDataLst>
              <p:tags r:id="rId1"/>
            </p:custDataLst>
          </p:nvPr>
        </p:nvPicPr>
        <p:blipFill rotWithShape="1">
          <a:blip r:embed="rId4">
            <a:extLst>
              <a:ext uri="{28A0092B-C50C-407E-A947-70E740481C1C}">
                <a14:useLocalDpi xmlns:a14="http://schemas.microsoft.com/office/drawing/2010/main" val="0"/>
              </a:ext>
            </a:extLst>
          </a:blip>
          <a:srcRect t="16336" b="48520"/>
          <a:stretch/>
        </p:blipFill>
        <p:spPr bwMode="gray">
          <a:xfrm>
            <a:off x="0" y="0"/>
            <a:ext cx="12192000" cy="3428999"/>
          </a:xfrm>
          <a:prstGeom prst="rect">
            <a:avLst/>
          </a:prstGeom>
        </p:spPr>
      </p:pic>
      <p:sp>
        <p:nvSpPr>
          <p:cNvPr id="11" name="Textplatzhalter 10">
            <a:extLst>
              <a:ext uri="{FF2B5EF4-FFF2-40B4-BE49-F238E27FC236}">
                <a16:creationId xmlns:a16="http://schemas.microsoft.com/office/drawing/2014/main" id="{11AD41BC-58FF-D887-04E3-95EF5A29B783}"/>
              </a:ext>
            </a:extLst>
          </p:cNvPr>
          <p:cNvSpPr>
            <a:spLocks noGrp="1"/>
          </p:cNvSpPr>
          <p:nvPr>
            <p:ph type="body" sz="quarter" idx="13"/>
          </p:nvPr>
        </p:nvSpPr>
        <p:spPr bwMode="gray"/>
        <p:txBody>
          <a:bodyPr/>
          <a:lstStyle/>
          <a:p>
            <a:endParaRPr lang="en-US" dirty="0"/>
          </a:p>
        </p:txBody>
      </p:sp>
      <p:sp>
        <p:nvSpPr>
          <p:cNvPr id="5" name="Fußzeilenplatzhalter 4">
            <a:extLst>
              <a:ext uri="{FF2B5EF4-FFF2-40B4-BE49-F238E27FC236}">
                <a16:creationId xmlns:a16="http://schemas.microsoft.com/office/drawing/2014/main" id="{5150182D-6AAE-D1DE-C2F1-F082BA681425}"/>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8" name="Foliennummernplatzhalter 7">
            <a:extLst>
              <a:ext uri="{FF2B5EF4-FFF2-40B4-BE49-F238E27FC236}">
                <a16:creationId xmlns:a16="http://schemas.microsoft.com/office/drawing/2014/main" id="{70043FAE-963A-B9AD-C9F1-A6BA86C30B99}"/>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22</a:t>
            </a:fld>
            <a:endParaRPr lang="en-US" dirty="0"/>
          </a:p>
        </p:txBody>
      </p:sp>
      <p:sp>
        <p:nvSpPr>
          <p:cNvPr id="23" name="Textplatzhalter 8">
            <a:extLst>
              <a:ext uri="{FF2B5EF4-FFF2-40B4-BE49-F238E27FC236}">
                <a16:creationId xmlns:a16="http://schemas.microsoft.com/office/drawing/2014/main" id="{EDF051DD-1282-B098-2B02-4958E436037B}"/>
              </a:ext>
            </a:extLst>
          </p:cNvPr>
          <p:cNvSpPr txBox="1">
            <a:spLocks/>
          </p:cNvSpPr>
          <p:nvPr/>
        </p:nvSpPr>
        <p:spPr bwMode="gray">
          <a:xfrm>
            <a:off x="479376" y="3933824"/>
            <a:ext cx="2016000" cy="1871439"/>
          </a:xfrm>
          <a:prstGeom prst="rect">
            <a:avLst/>
          </a:prstGeom>
          <a:noFill/>
          <a:effectLst/>
        </p:spPr>
        <p:txBody>
          <a:bodyPr wrap="square" lIns="0" tIns="0" rIns="0" bIns="0" anchor="t"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2500" dirty="0">
                <a:solidFill>
                  <a:schemeClr val="bg2"/>
                </a:solidFill>
              </a:rPr>
              <a:t>Photo with copy below</a:t>
            </a:r>
          </a:p>
        </p:txBody>
      </p:sp>
      <p:sp>
        <p:nvSpPr>
          <p:cNvPr id="6" name="Textplatzhalter 2">
            <a:extLst>
              <a:ext uri="{FF2B5EF4-FFF2-40B4-BE49-F238E27FC236}">
                <a16:creationId xmlns:a16="http://schemas.microsoft.com/office/drawing/2014/main" id="{B774A418-C35C-ECC7-BFB0-DAED8D14C9DF}"/>
              </a:ext>
            </a:extLst>
          </p:cNvPr>
          <p:cNvSpPr txBox="1">
            <a:spLocks/>
          </p:cNvSpPr>
          <p:nvPr/>
        </p:nvSpPr>
        <p:spPr bwMode="gray">
          <a:xfrm>
            <a:off x="6240113" y="4365104"/>
            <a:ext cx="5472462" cy="144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Maecenas semper sem vel erat. Nam condimentum dui at ped. Proin et turpis. Praesent tortor interhall, viverra id, pharetra vel, cursus sed morbi tincidunt. Proin libero dolor. </a:t>
            </a:r>
          </a:p>
        </p:txBody>
      </p:sp>
      <p:pic>
        <p:nvPicPr>
          <p:cNvPr id="4" name="Grafik 3">
            <a:extLst>
              <a:ext uri="{FF2B5EF4-FFF2-40B4-BE49-F238E27FC236}">
                <a16:creationId xmlns:a16="http://schemas.microsoft.com/office/drawing/2014/main" id="{B1FD8F4D-94D6-A6C8-558C-B90B861E655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9425" y="6165826"/>
            <a:ext cx="2027830" cy="356899"/>
          </a:xfrm>
          <a:prstGeom prst="rect">
            <a:avLst/>
          </a:prstGeom>
        </p:spPr>
      </p:pic>
      <p:pic>
        <p:nvPicPr>
          <p:cNvPr id="3" name="Grafik 2">
            <a:extLst>
              <a:ext uri="{FF2B5EF4-FFF2-40B4-BE49-F238E27FC236}">
                <a16:creationId xmlns:a16="http://schemas.microsoft.com/office/drawing/2014/main" id="{C35B6196-C5CB-19EE-709A-FB3C0E4DAA5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899756" y="4218092"/>
            <a:ext cx="1944000" cy="1944000"/>
          </a:xfrm>
          <a:prstGeom prst="rect">
            <a:avLst/>
          </a:prstGeom>
        </p:spPr>
      </p:pic>
    </p:spTree>
    <p:extLst>
      <p:ext uri="{BB962C8B-B14F-4D97-AF65-F5344CB8AC3E}">
        <p14:creationId xmlns:p14="http://schemas.microsoft.com/office/powerpoint/2010/main" val="39474797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platzhalter 2">
            <a:extLst>
              <a:ext uri="{FF2B5EF4-FFF2-40B4-BE49-F238E27FC236}">
                <a16:creationId xmlns:a16="http://schemas.microsoft.com/office/drawing/2014/main" id="{D417A2DC-D495-5529-0709-C062571FB57D}"/>
              </a:ext>
            </a:extLst>
          </p:cNvPr>
          <p:cNvSpPr txBox="1">
            <a:spLocks/>
          </p:cNvSpPr>
          <p:nvPr/>
        </p:nvSpPr>
        <p:spPr bwMode="gray">
          <a:xfrm>
            <a:off x="479472" y="1412776"/>
            <a:ext cx="2592000" cy="4392488"/>
          </a:xfrm>
          <a:prstGeom prst="rect">
            <a:avLst/>
          </a:prstGeom>
          <a:no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p:txBody>
      </p:sp>
      <p:sp>
        <p:nvSpPr>
          <p:cNvPr id="17" name="Textplatzhalter 2">
            <a:extLst>
              <a:ext uri="{FF2B5EF4-FFF2-40B4-BE49-F238E27FC236}">
                <a16:creationId xmlns:a16="http://schemas.microsoft.com/office/drawing/2014/main" id="{04D1DD00-66D4-06BF-58B9-04D45D98776A}"/>
              </a:ext>
            </a:extLst>
          </p:cNvPr>
          <p:cNvSpPr txBox="1">
            <a:spLocks/>
          </p:cNvSpPr>
          <p:nvPr/>
        </p:nvSpPr>
        <p:spPr bwMode="gray">
          <a:xfrm>
            <a:off x="6240112" y="1412776"/>
            <a:ext cx="2592000" cy="4392488"/>
          </a:xfrm>
          <a:prstGeom prst="rect">
            <a:avLst/>
          </a:prstGeom>
          <a:no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p:txBody>
      </p:sp>
      <p:sp>
        <p:nvSpPr>
          <p:cNvPr id="18" name="Textplatzhalter 2">
            <a:extLst>
              <a:ext uri="{FF2B5EF4-FFF2-40B4-BE49-F238E27FC236}">
                <a16:creationId xmlns:a16="http://schemas.microsoft.com/office/drawing/2014/main" id="{442ED672-7507-C5D5-28F0-E13227FB14CC}"/>
              </a:ext>
            </a:extLst>
          </p:cNvPr>
          <p:cNvSpPr txBox="1">
            <a:spLocks/>
          </p:cNvSpPr>
          <p:nvPr/>
        </p:nvSpPr>
        <p:spPr bwMode="gray">
          <a:xfrm>
            <a:off x="9120624" y="1412776"/>
            <a:ext cx="2592000" cy="4392488"/>
          </a:xfrm>
          <a:prstGeom prst="rect">
            <a:avLst/>
          </a:prstGeom>
          <a:no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p:txBody>
      </p:sp>
      <p:sp>
        <p:nvSpPr>
          <p:cNvPr id="14" name="Textplatzhalter 2">
            <a:extLst>
              <a:ext uri="{FF2B5EF4-FFF2-40B4-BE49-F238E27FC236}">
                <a16:creationId xmlns:a16="http://schemas.microsoft.com/office/drawing/2014/main" id="{4C515CE2-EE41-AB68-4A3D-37E55E08CD95}"/>
              </a:ext>
            </a:extLst>
          </p:cNvPr>
          <p:cNvSpPr txBox="1">
            <a:spLocks/>
          </p:cNvSpPr>
          <p:nvPr/>
        </p:nvSpPr>
        <p:spPr bwMode="ltGray">
          <a:xfrm>
            <a:off x="3359696" y="1412776"/>
            <a:ext cx="2591842" cy="4392488"/>
          </a:xfrm>
          <a:prstGeom prst="rect">
            <a:avLst/>
          </a:prstGeom>
          <a:solidFill>
            <a:schemeClr val="bg2"/>
          </a:solid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b="1" dirty="0">
                <a:solidFill>
                  <a:schemeClr val="tx2"/>
                </a:solidFill>
              </a:rPr>
              <a:t>Lorem ipsum</a:t>
            </a:r>
          </a:p>
        </p:txBody>
      </p:sp>
      <p:graphicFrame>
        <p:nvGraphicFramePr>
          <p:cNvPr id="3" name="Objekt 2" hidden="1"/>
          <p:cNvGraphicFramePr>
            <a:graphicFrameLocks/>
          </p:cNvGraphicFramePr>
          <p:nvPr>
            <p:custDataLst>
              <p:tags r:id="rId1"/>
            </p:custDataLst>
          </p:nvPr>
        </p:nvGraphicFramePr>
        <p:xfrm>
          <a:off x="1525589" y="1589"/>
          <a:ext cx="1587" cy="1587"/>
        </p:xfrm>
        <a:graphic>
          <a:graphicData uri="http://schemas.openxmlformats.org/presentationml/2006/ole">
            <mc:AlternateContent xmlns:mc="http://schemas.openxmlformats.org/markup-compatibility/2006">
              <mc:Choice xmlns:v="urn:schemas-microsoft-com:vml" Requires="v">
                <p:oleObj name="think-cell Folie" r:id="rId9" imgW="360" imgH="360" progId="TCLayout.ActiveDocument.1">
                  <p:embed/>
                </p:oleObj>
              </mc:Choice>
              <mc:Fallback>
                <p:oleObj name="think-cell Folie" r:id="rId9" imgW="360" imgH="360" progId="TCLayout.ActiveDocument.1">
                  <p:embed/>
                  <p:pic>
                    <p:nvPicPr>
                      <p:cNvPr id="3" name="Objekt 2" hidden="1"/>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25589"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hteck 3" hidden="1">
            <a:extLst>
              <a:ext uri="{FF2B5EF4-FFF2-40B4-BE49-F238E27FC236}">
                <a16:creationId xmlns:a16="http://schemas.microsoft.com/office/drawing/2014/main" id="{D33012F9-FF1A-407C-9B75-FB51DE460F1A}"/>
              </a:ext>
            </a:extLst>
          </p:cNvPr>
          <p:cNvSpPr/>
          <p:nvPr>
            <p:custDataLst>
              <p:tags r:id="rId2"/>
            </p:custDataLst>
          </p:nvPr>
        </p:nvSpPr>
        <p:spPr>
          <a:xfrm>
            <a:off x="0" y="0"/>
            <a:ext cx="158750" cy="15875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dirty="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12" name="Titel 11">
            <a:extLst>
              <a:ext uri="{FF2B5EF4-FFF2-40B4-BE49-F238E27FC236}">
                <a16:creationId xmlns:a16="http://schemas.microsoft.com/office/drawing/2014/main" id="{CEFB9339-0D21-328A-5F54-66CD51A65FFC}"/>
              </a:ext>
            </a:extLst>
          </p:cNvPr>
          <p:cNvSpPr>
            <a:spLocks noGrp="1"/>
          </p:cNvSpPr>
          <p:nvPr>
            <p:ph type="title"/>
          </p:nvPr>
        </p:nvSpPr>
        <p:spPr bwMode="gray">
          <a:xfrm>
            <a:off x="479424" y="477000"/>
            <a:ext cx="11233151" cy="720000"/>
          </a:xfrm>
        </p:spPr>
        <p:txBody>
          <a:bodyPr/>
          <a:lstStyle/>
          <a:p>
            <a:r>
              <a:rPr lang="en-US" dirty="0"/>
              <a:t>Textboxes with photo in register order</a:t>
            </a:r>
          </a:p>
        </p:txBody>
      </p:sp>
      <p:sp>
        <p:nvSpPr>
          <p:cNvPr id="25" name="Textplatzhalter 24">
            <a:extLst>
              <a:ext uri="{FF2B5EF4-FFF2-40B4-BE49-F238E27FC236}">
                <a16:creationId xmlns:a16="http://schemas.microsoft.com/office/drawing/2014/main" id="{62BBC7FB-3A61-F5EA-660B-8A03ECCA379D}"/>
              </a:ext>
            </a:extLst>
          </p:cNvPr>
          <p:cNvSpPr>
            <a:spLocks noGrp="1"/>
          </p:cNvSpPr>
          <p:nvPr>
            <p:ph type="body" sz="quarter" idx="13"/>
          </p:nvPr>
        </p:nvSpPr>
        <p:spPr bwMode="gray"/>
        <p:txBody>
          <a:bodyPr/>
          <a:lstStyle/>
          <a:p>
            <a:endParaRPr lang="en-US" dirty="0"/>
          </a:p>
        </p:txBody>
      </p:sp>
      <p:sp>
        <p:nvSpPr>
          <p:cNvPr id="20" name="Fußzeilenplatzhalter 19">
            <a:extLst>
              <a:ext uri="{FF2B5EF4-FFF2-40B4-BE49-F238E27FC236}">
                <a16:creationId xmlns:a16="http://schemas.microsoft.com/office/drawing/2014/main" id="{6CB7272B-7B0A-A7ED-E879-0D4D41D7BC8A}"/>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21" name="Foliennummernplatzhalter 20">
            <a:extLst>
              <a:ext uri="{FF2B5EF4-FFF2-40B4-BE49-F238E27FC236}">
                <a16:creationId xmlns:a16="http://schemas.microsoft.com/office/drawing/2014/main" id="{740B4897-10EF-4581-7E57-922EEC18F9EC}"/>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23</a:t>
            </a:fld>
            <a:endParaRPr lang="en-US" dirty="0"/>
          </a:p>
        </p:txBody>
      </p:sp>
      <p:pic>
        <p:nvPicPr>
          <p:cNvPr id="19" name="Grafik 18">
            <a:extLst>
              <a:ext uri="{FF2B5EF4-FFF2-40B4-BE49-F238E27FC236}">
                <a16:creationId xmlns:a16="http://schemas.microsoft.com/office/drawing/2014/main" id="{913E4957-5393-4F74-E09A-D12B46126442}"/>
              </a:ext>
            </a:extLst>
          </p:cNvPr>
          <p:cNvPicPr>
            <a:picLocks noChangeAspect="1"/>
          </p:cNvPicPr>
          <p:nvPr>
            <p:custDataLst>
              <p:tags r:id="rId3"/>
            </p:custDataLst>
          </p:nvPr>
        </p:nvPicPr>
        <p:blipFill rotWithShape="1">
          <a:blip r:embed="rId11" cstate="print">
            <a:extLst>
              <a:ext uri="{28A0092B-C50C-407E-A947-70E740481C1C}">
                <a14:useLocalDpi xmlns:a14="http://schemas.microsoft.com/office/drawing/2010/main" val="0"/>
              </a:ext>
            </a:extLst>
          </a:blip>
          <a:srcRect t="17975" b="16167"/>
          <a:stretch/>
        </p:blipFill>
        <p:spPr bwMode="gray">
          <a:xfrm>
            <a:off x="3359811" y="2060848"/>
            <a:ext cx="2591728" cy="1368152"/>
          </a:xfrm>
          <a:prstGeom prst="rect">
            <a:avLst/>
          </a:prstGeom>
        </p:spPr>
      </p:pic>
      <p:pic>
        <p:nvPicPr>
          <p:cNvPr id="2" name="Grafik 1">
            <a:extLst>
              <a:ext uri="{FF2B5EF4-FFF2-40B4-BE49-F238E27FC236}">
                <a16:creationId xmlns:a16="http://schemas.microsoft.com/office/drawing/2014/main" id="{EE2747AC-19EB-688B-B8C2-C949919DBA2A}"/>
              </a:ext>
            </a:extLst>
          </p:cNvPr>
          <p:cNvPicPr>
            <a:picLocks noChangeAspect="1"/>
          </p:cNvPicPr>
          <p:nvPr>
            <p:custDataLst>
              <p:tags r:id="rId4"/>
            </p:custDataLst>
          </p:nvPr>
        </p:nvPicPr>
        <p:blipFill rotWithShape="1">
          <a:blip r:embed="rId11" cstate="print">
            <a:extLst>
              <a:ext uri="{28A0092B-C50C-407E-A947-70E740481C1C}">
                <a14:useLocalDpi xmlns:a14="http://schemas.microsoft.com/office/drawing/2010/main" val="0"/>
              </a:ext>
            </a:extLst>
          </a:blip>
          <a:srcRect t="17975" b="16167"/>
          <a:stretch/>
        </p:blipFill>
        <p:spPr bwMode="gray">
          <a:xfrm>
            <a:off x="479472" y="2060848"/>
            <a:ext cx="2591728" cy="1368152"/>
          </a:xfrm>
          <a:prstGeom prst="rect">
            <a:avLst/>
          </a:prstGeom>
        </p:spPr>
      </p:pic>
      <p:pic>
        <p:nvPicPr>
          <p:cNvPr id="5" name="Grafik 4">
            <a:extLst>
              <a:ext uri="{FF2B5EF4-FFF2-40B4-BE49-F238E27FC236}">
                <a16:creationId xmlns:a16="http://schemas.microsoft.com/office/drawing/2014/main" id="{33B6CF80-7404-81F2-8E5B-26D0DDE89888}"/>
              </a:ext>
            </a:extLst>
          </p:cNvPr>
          <p:cNvPicPr>
            <a:picLocks noChangeAspect="1"/>
          </p:cNvPicPr>
          <p:nvPr>
            <p:custDataLst>
              <p:tags r:id="rId5"/>
            </p:custDataLst>
          </p:nvPr>
        </p:nvPicPr>
        <p:blipFill rotWithShape="1">
          <a:blip r:embed="rId11" cstate="print">
            <a:extLst>
              <a:ext uri="{28A0092B-C50C-407E-A947-70E740481C1C}">
                <a14:useLocalDpi xmlns:a14="http://schemas.microsoft.com/office/drawing/2010/main" val="0"/>
              </a:ext>
            </a:extLst>
          </a:blip>
          <a:srcRect t="17975" b="16167"/>
          <a:stretch/>
        </p:blipFill>
        <p:spPr bwMode="gray">
          <a:xfrm>
            <a:off x="6240384" y="2060848"/>
            <a:ext cx="2591728" cy="1368152"/>
          </a:xfrm>
          <a:prstGeom prst="rect">
            <a:avLst/>
          </a:prstGeom>
        </p:spPr>
      </p:pic>
      <p:pic>
        <p:nvPicPr>
          <p:cNvPr id="6" name="Grafik 5">
            <a:extLst>
              <a:ext uri="{FF2B5EF4-FFF2-40B4-BE49-F238E27FC236}">
                <a16:creationId xmlns:a16="http://schemas.microsoft.com/office/drawing/2014/main" id="{F59FE3F8-9103-6CBB-B369-D09B6825C954}"/>
              </a:ext>
            </a:extLst>
          </p:cNvPr>
          <p:cNvPicPr>
            <a:picLocks noChangeAspect="1"/>
          </p:cNvPicPr>
          <p:nvPr>
            <p:custDataLst>
              <p:tags r:id="rId6"/>
            </p:custDataLst>
          </p:nvPr>
        </p:nvPicPr>
        <p:blipFill rotWithShape="1">
          <a:blip r:embed="rId11" cstate="print">
            <a:extLst>
              <a:ext uri="{28A0092B-C50C-407E-A947-70E740481C1C}">
                <a14:useLocalDpi xmlns:a14="http://schemas.microsoft.com/office/drawing/2010/main" val="0"/>
              </a:ext>
            </a:extLst>
          </a:blip>
          <a:srcRect t="17975" b="16167"/>
          <a:stretch/>
        </p:blipFill>
        <p:spPr bwMode="gray">
          <a:xfrm>
            <a:off x="9120896" y="2060848"/>
            <a:ext cx="2591728" cy="1368152"/>
          </a:xfrm>
          <a:prstGeom prst="rect">
            <a:avLst/>
          </a:prstGeom>
        </p:spPr>
      </p:pic>
      <p:sp>
        <p:nvSpPr>
          <p:cNvPr id="8" name="Textplatzhalter 2">
            <a:extLst>
              <a:ext uri="{FF2B5EF4-FFF2-40B4-BE49-F238E27FC236}">
                <a16:creationId xmlns:a16="http://schemas.microsoft.com/office/drawing/2014/main" id="{E4614E62-F256-8816-122F-F58640F85C40}"/>
              </a:ext>
            </a:extLst>
          </p:cNvPr>
          <p:cNvSpPr txBox="1">
            <a:spLocks/>
          </p:cNvSpPr>
          <p:nvPr/>
        </p:nvSpPr>
        <p:spPr bwMode="gray">
          <a:xfrm>
            <a:off x="3359696" y="3429000"/>
            <a:ext cx="2591842" cy="2376264"/>
          </a:xfrm>
          <a:prstGeom prst="rect">
            <a:avLst/>
          </a:prstGeom>
          <a:no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solidFill>
                  <a:schemeClr val="tx2"/>
                </a:solidFill>
              </a:rPr>
              <a:t>Proin libero dolor, tempus ullamcorpe</a:t>
            </a:r>
            <a:br>
              <a:rPr lang="en-US" dirty="0">
                <a:solidFill>
                  <a:schemeClr val="tx2"/>
                </a:solidFill>
              </a:rPr>
            </a:br>
            <a:r>
              <a:rPr lang="en-US" dirty="0">
                <a:solidFill>
                  <a:schemeClr val="tx2"/>
                </a:solidFill>
              </a:rPr>
              <a:t>vel, vitae arcu in dolor blandit. Maecenas semper sem cum erat. </a:t>
            </a:r>
          </a:p>
        </p:txBody>
      </p:sp>
      <p:sp>
        <p:nvSpPr>
          <p:cNvPr id="9" name="Textplatzhalter 2">
            <a:extLst>
              <a:ext uri="{FF2B5EF4-FFF2-40B4-BE49-F238E27FC236}">
                <a16:creationId xmlns:a16="http://schemas.microsoft.com/office/drawing/2014/main" id="{DCE4491A-F446-D178-1D75-0399857D5E56}"/>
              </a:ext>
            </a:extLst>
          </p:cNvPr>
          <p:cNvSpPr txBox="1">
            <a:spLocks/>
          </p:cNvSpPr>
          <p:nvPr/>
        </p:nvSpPr>
        <p:spPr bwMode="gray">
          <a:xfrm>
            <a:off x="6240113" y="3429000"/>
            <a:ext cx="2592000" cy="2376264"/>
          </a:xfrm>
          <a:prstGeom prst="rect">
            <a:avLst/>
          </a:prstGeom>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dirty="0"/>
              <a:t>Proin libero dolor, tempus ullamcorpe</a:t>
            </a:r>
            <a:br>
              <a:rPr lang="en-US" dirty="0"/>
            </a:br>
            <a:r>
              <a:rPr lang="en-US" dirty="0"/>
              <a:t>vel, vitae arcu in dolor blandit. Maecenas semper sem cum erat. </a:t>
            </a:r>
          </a:p>
        </p:txBody>
      </p:sp>
      <p:sp>
        <p:nvSpPr>
          <p:cNvPr id="10" name="Textplatzhalter 2">
            <a:extLst>
              <a:ext uri="{FF2B5EF4-FFF2-40B4-BE49-F238E27FC236}">
                <a16:creationId xmlns:a16="http://schemas.microsoft.com/office/drawing/2014/main" id="{E881A82F-D984-9C1A-642E-812F1AF55BB8}"/>
              </a:ext>
            </a:extLst>
          </p:cNvPr>
          <p:cNvSpPr txBox="1">
            <a:spLocks/>
          </p:cNvSpPr>
          <p:nvPr/>
        </p:nvSpPr>
        <p:spPr bwMode="gray">
          <a:xfrm>
            <a:off x="9120624" y="3429000"/>
            <a:ext cx="2592000" cy="2376264"/>
          </a:xfrm>
          <a:prstGeom prst="rect">
            <a:avLst/>
          </a:prstGeom>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dirty="0"/>
              <a:t>Proin libero dolor, tempus ullamcorpe</a:t>
            </a:r>
            <a:br>
              <a:rPr lang="en-US" dirty="0"/>
            </a:br>
            <a:r>
              <a:rPr lang="en-US" dirty="0"/>
              <a:t>vel, vitae arcu in dolor blandit. Maecenas semper sem cum erat. </a:t>
            </a:r>
          </a:p>
        </p:txBody>
      </p:sp>
      <p:sp>
        <p:nvSpPr>
          <p:cNvPr id="11" name="Textplatzhalter 2">
            <a:extLst>
              <a:ext uri="{FF2B5EF4-FFF2-40B4-BE49-F238E27FC236}">
                <a16:creationId xmlns:a16="http://schemas.microsoft.com/office/drawing/2014/main" id="{B8990185-FE0C-B6C9-D223-F02EE8588CAE}"/>
              </a:ext>
            </a:extLst>
          </p:cNvPr>
          <p:cNvSpPr txBox="1">
            <a:spLocks/>
          </p:cNvSpPr>
          <p:nvPr/>
        </p:nvSpPr>
        <p:spPr bwMode="gray">
          <a:xfrm>
            <a:off x="479472" y="3429000"/>
            <a:ext cx="2592000" cy="2376264"/>
          </a:xfrm>
          <a:prstGeom prst="rect">
            <a:avLst/>
          </a:prstGeom>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dirty="0"/>
              <a:t>Proin libero dolor, tempus ullamcorpe</a:t>
            </a:r>
            <a:br>
              <a:rPr lang="en-US" dirty="0"/>
            </a:br>
            <a:r>
              <a:rPr lang="en-US" dirty="0"/>
              <a:t>vel, vitae arcu in dolor blandit. Maecenas semper sem cum erat. </a:t>
            </a:r>
          </a:p>
        </p:txBody>
      </p:sp>
    </p:spTree>
    <p:extLst>
      <p:ext uri="{BB962C8B-B14F-4D97-AF65-F5344CB8AC3E}">
        <p14:creationId xmlns:p14="http://schemas.microsoft.com/office/powerpoint/2010/main" val="26252571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 name="Bildplatzhalter 8">
            <a:extLst>
              <a:ext uri="{FF2B5EF4-FFF2-40B4-BE49-F238E27FC236}">
                <a16:creationId xmlns:a16="http://schemas.microsoft.com/office/drawing/2014/main" id="{3E691B71-988A-0F14-5CA3-67BC25B95115}"/>
              </a:ext>
            </a:extLst>
          </p:cNvPr>
          <p:cNvPicPr>
            <a:picLocks noChangeAspect="1"/>
          </p:cNvPicPr>
          <p:nvPr>
            <p:custDataLst>
              <p:tags r:id="rId1"/>
            </p:custDataLst>
          </p:nvPr>
        </p:nvPicPr>
        <p:blipFill rotWithShape="1">
          <a:blip r:embed="rId5">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t="16336" b="48520"/>
          <a:stretch/>
        </p:blipFill>
        <p:spPr bwMode="gray">
          <a:xfrm>
            <a:off x="0" y="-1"/>
            <a:ext cx="12192000" cy="3429001"/>
          </a:xfrm>
          <a:prstGeom prst="rect">
            <a:avLst/>
          </a:prstGeom>
        </p:spPr>
      </p:pic>
      <p:graphicFrame>
        <p:nvGraphicFramePr>
          <p:cNvPr id="6" name="Objekt 5" hidden="1">
            <a:extLst>
              <a:ext uri="{FF2B5EF4-FFF2-40B4-BE49-F238E27FC236}">
                <a16:creationId xmlns:a16="http://schemas.microsoft.com/office/drawing/2014/main" id="{24B674FF-496D-48E1-BE53-C569E8EFEFF3}"/>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7" imgW="270" imgH="270" progId="TCLayout.ActiveDocument.1">
                  <p:embed/>
                </p:oleObj>
              </mc:Choice>
              <mc:Fallback>
                <p:oleObj name="think-cell Folie" r:id="rId7" imgW="270" imgH="270" progId="TCLayout.ActiveDocument.1">
                  <p:embed/>
                  <p:pic>
                    <p:nvPicPr>
                      <p:cNvPr id="6" name="Objekt 5" hidden="1">
                        <a:extLst>
                          <a:ext uri="{FF2B5EF4-FFF2-40B4-BE49-F238E27FC236}">
                            <a16:creationId xmlns:a16="http://schemas.microsoft.com/office/drawing/2014/main" id="{24B674FF-496D-48E1-BE53-C569E8EFEFF3}"/>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11" name="Textplatzhalter 10">
            <a:extLst>
              <a:ext uri="{FF2B5EF4-FFF2-40B4-BE49-F238E27FC236}">
                <a16:creationId xmlns:a16="http://schemas.microsoft.com/office/drawing/2014/main" id="{056D9860-7BFC-B448-4E27-A87B7D25A229}"/>
              </a:ext>
            </a:extLst>
          </p:cNvPr>
          <p:cNvSpPr>
            <a:spLocks noGrp="1"/>
          </p:cNvSpPr>
          <p:nvPr>
            <p:ph type="body" sz="quarter" idx="13"/>
          </p:nvPr>
        </p:nvSpPr>
        <p:spPr bwMode="invGray"/>
        <p:txBody>
          <a:bodyPr/>
          <a:lstStyle/>
          <a:p>
            <a:endParaRPr lang="en-US" dirty="0"/>
          </a:p>
        </p:txBody>
      </p:sp>
      <p:sp>
        <p:nvSpPr>
          <p:cNvPr id="4" name="Fußzeilenplatzhalter 3">
            <a:extLst>
              <a:ext uri="{FF2B5EF4-FFF2-40B4-BE49-F238E27FC236}">
                <a16:creationId xmlns:a16="http://schemas.microsoft.com/office/drawing/2014/main" id="{430A154A-ADD0-1335-7A95-8A9E5D4884EB}"/>
              </a:ext>
            </a:extLst>
          </p:cNvPr>
          <p:cNvSpPr>
            <a:spLocks noGrp="1"/>
          </p:cNvSpPr>
          <p:nvPr>
            <p:ph type="ftr" sz="quarter" idx="14"/>
          </p:nvPr>
        </p:nvSpPr>
        <p:spPr bwMode="invGray">
          <a:xfrm>
            <a:off x="6312024" y="6246836"/>
            <a:ext cx="5040560" cy="288000"/>
          </a:xfrm>
        </p:spPr>
        <p:txBody>
          <a:bodyPr/>
          <a:lstStyle/>
          <a:p>
            <a:r>
              <a:rPr lang="en-US" dirty="0"/>
              <a:t>Slide library    |     ONLY FOR INTERNAL USE</a:t>
            </a:r>
          </a:p>
        </p:txBody>
      </p:sp>
      <p:sp>
        <p:nvSpPr>
          <p:cNvPr id="5" name="Foliennummernplatzhalter 4">
            <a:extLst>
              <a:ext uri="{FF2B5EF4-FFF2-40B4-BE49-F238E27FC236}">
                <a16:creationId xmlns:a16="http://schemas.microsoft.com/office/drawing/2014/main" id="{F927CC11-E313-E682-B035-D6310AD9CF53}"/>
              </a:ext>
            </a:extLst>
          </p:cNvPr>
          <p:cNvSpPr>
            <a:spLocks noGrp="1"/>
          </p:cNvSpPr>
          <p:nvPr>
            <p:ph type="sldNum" sz="quarter" idx="15"/>
          </p:nvPr>
        </p:nvSpPr>
        <p:spPr bwMode="invGray">
          <a:xfrm>
            <a:off x="11424592" y="6246836"/>
            <a:ext cx="288000" cy="288000"/>
          </a:xfrm>
        </p:spPr>
        <p:txBody>
          <a:bodyPr/>
          <a:lstStyle/>
          <a:p>
            <a:fld id="{8FF9B0DE-3FEB-4AA0-B465-B80EF7C1333D}" type="slidenum">
              <a:rPr lang="en-US" smtClean="0"/>
              <a:pPr/>
              <a:t>24</a:t>
            </a:fld>
            <a:endParaRPr lang="en-US" dirty="0"/>
          </a:p>
        </p:txBody>
      </p:sp>
      <p:sp>
        <p:nvSpPr>
          <p:cNvPr id="26" name="Textplatzhalter 8">
            <a:extLst>
              <a:ext uri="{FF2B5EF4-FFF2-40B4-BE49-F238E27FC236}">
                <a16:creationId xmlns:a16="http://schemas.microsoft.com/office/drawing/2014/main" id="{6EAFEC9A-A8C1-38CC-6329-944D13355C3A}"/>
              </a:ext>
            </a:extLst>
          </p:cNvPr>
          <p:cNvSpPr txBox="1">
            <a:spLocks/>
          </p:cNvSpPr>
          <p:nvPr/>
        </p:nvSpPr>
        <p:spPr bwMode="gray">
          <a:xfrm>
            <a:off x="9696624" y="4185084"/>
            <a:ext cx="2016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32</a:t>
            </a:r>
          </a:p>
        </p:txBody>
      </p:sp>
      <p:sp>
        <p:nvSpPr>
          <p:cNvPr id="27" name="Textplatzhalter 8">
            <a:extLst>
              <a:ext uri="{FF2B5EF4-FFF2-40B4-BE49-F238E27FC236}">
                <a16:creationId xmlns:a16="http://schemas.microsoft.com/office/drawing/2014/main" id="{9A94A6CA-0584-0690-006C-A8A00968F08D}"/>
              </a:ext>
            </a:extLst>
          </p:cNvPr>
          <p:cNvSpPr txBox="1">
            <a:spLocks/>
          </p:cNvSpPr>
          <p:nvPr/>
        </p:nvSpPr>
        <p:spPr bwMode="gray">
          <a:xfrm>
            <a:off x="479376" y="3933824"/>
            <a:ext cx="2016000" cy="1871439"/>
          </a:xfrm>
          <a:prstGeom prst="rect">
            <a:avLst/>
          </a:prstGeom>
          <a:noFill/>
          <a:effectLst/>
        </p:spPr>
        <p:txBody>
          <a:bodyPr wrap="square" lIns="0" tIns="0" rIns="0" bIns="0" anchor="t"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2500" dirty="0"/>
              <a:t>Data overview</a:t>
            </a:r>
          </a:p>
        </p:txBody>
      </p:sp>
      <p:sp>
        <p:nvSpPr>
          <p:cNvPr id="30" name="Textplatzhalter 8">
            <a:extLst>
              <a:ext uri="{FF2B5EF4-FFF2-40B4-BE49-F238E27FC236}">
                <a16:creationId xmlns:a16="http://schemas.microsoft.com/office/drawing/2014/main" id="{66EAA300-44A0-D7AB-0B54-A404C63A4738}"/>
              </a:ext>
            </a:extLst>
          </p:cNvPr>
          <p:cNvSpPr txBox="1">
            <a:spLocks/>
          </p:cNvSpPr>
          <p:nvPr/>
        </p:nvSpPr>
        <p:spPr bwMode="gray">
          <a:xfrm>
            <a:off x="7390566" y="4185084"/>
            <a:ext cx="2016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4</a:t>
            </a:r>
          </a:p>
        </p:txBody>
      </p:sp>
      <p:sp>
        <p:nvSpPr>
          <p:cNvPr id="34" name="Textplatzhalter 8">
            <a:extLst>
              <a:ext uri="{FF2B5EF4-FFF2-40B4-BE49-F238E27FC236}">
                <a16:creationId xmlns:a16="http://schemas.microsoft.com/office/drawing/2014/main" id="{C3EF7093-93C3-3126-D99D-E2E48C66CB27}"/>
              </a:ext>
            </a:extLst>
          </p:cNvPr>
          <p:cNvSpPr txBox="1">
            <a:spLocks/>
          </p:cNvSpPr>
          <p:nvPr/>
        </p:nvSpPr>
        <p:spPr bwMode="gray">
          <a:xfrm>
            <a:off x="5083471" y="4185084"/>
            <a:ext cx="2016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8</a:t>
            </a:r>
          </a:p>
        </p:txBody>
      </p:sp>
      <p:sp>
        <p:nvSpPr>
          <p:cNvPr id="47" name="Textplatzhalter 8">
            <a:extLst>
              <a:ext uri="{FF2B5EF4-FFF2-40B4-BE49-F238E27FC236}">
                <a16:creationId xmlns:a16="http://schemas.microsoft.com/office/drawing/2014/main" id="{D47A79FC-4F20-6E05-0A40-819BFD320247}"/>
              </a:ext>
            </a:extLst>
          </p:cNvPr>
          <p:cNvSpPr txBox="1">
            <a:spLocks/>
          </p:cNvSpPr>
          <p:nvPr/>
        </p:nvSpPr>
        <p:spPr bwMode="gray">
          <a:xfrm>
            <a:off x="2779375" y="4185084"/>
            <a:ext cx="2016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12</a:t>
            </a:r>
          </a:p>
        </p:txBody>
      </p:sp>
      <p:sp>
        <p:nvSpPr>
          <p:cNvPr id="56" name="Textplatzhalter 2">
            <a:extLst>
              <a:ext uri="{FF2B5EF4-FFF2-40B4-BE49-F238E27FC236}">
                <a16:creationId xmlns:a16="http://schemas.microsoft.com/office/drawing/2014/main" id="{A986AFA5-6AD5-94C6-0B26-CABAED1B4AAC}"/>
              </a:ext>
            </a:extLst>
          </p:cNvPr>
          <p:cNvSpPr txBox="1">
            <a:spLocks/>
          </p:cNvSpPr>
          <p:nvPr/>
        </p:nvSpPr>
        <p:spPr bwMode="invGray">
          <a:xfrm>
            <a:off x="5083367" y="4905164"/>
            <a:ext cx="2016000" cy="9001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Proin libero commodo</a:t>
            </a:r>
          </a:p>
        </p:txBody>
      </p:sp>
      <p:sp>
        <p:nvSpPr>
          <p:cNvPr id="57" name="Textplatzhalter 2">
            <a:extLst>
              <a:ext uri="{FF2B5EF4-FFF2-40B4-BE49-F238E27FC236}">
                <a16:creationId xmlns:a16="http://schemas.microsoft.com/office/drawing/2014/main" id="{6D2AF177-AD13-D9E8-5A9A-A79A762EF650}"/>
              </a:ext>
            </a:extLst>
          </p:cNvPr>
          <p:cNvSpPr txBox="1">
            <a:spLocks/>
          </p:cNvSpPr>
          <p:nvPr/>
        </p:nvSpPr>
        <p:spPr bwMode="invGray">
          <a:xfrm>
            <a:off x="2779271" y="4905164"/>
            <a:ext cx="2016000" cy="9001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Lorem ipsum sit amet</a:t>
            </a:r>
          </a:p>
        </p:txBody>
      </p:sp>
      <p:sp>
        <p:nvSpPr>
          <p:cNvPr id="58" name="Textplatzhalter 2">
            <a:extLst>
              <a:ext uri="{FF2B5EF4-FFF2-40B4-BE49-F238E27FC236}">
                <a16:creationId xmlns:a16="http://schemas.microsoft.com/office/drawing/2014/main" id="{D6C119F6-BF93-40E4-7D9F-7E47CB5B3205}"/>
              </a:ext>
            </a:extLst>
          </p:cNvPr>
          <p:cNvSpPr txBox="1">
            <a:spLocks/>
          </p:cNvSpPr>
          <p:nvPr/>
        </p:nvSpPr>
        <p:spPr bwMode="invGray">
          <a:xfrm>
            <a:off x="7390462" y="4905164"/>
            <a:ext cx="2016000" cy="9001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Maecenas dias sit</a:t>
            </a:r>
          </a:p>
        </p:txBody>
      </p:sp>
      <p:sp>
        <p:nvSpPr>
          <p:cNvPr id="59" name="Textplatzhalter 2">
            <a:extLst>
              <a:ext uri="{FF2B5EF4-FFF2-40B4-BE49-F238E27FC236}">
                <a16:creationId xmlns:a16="http://schemas.microsoft.com/office/drawing/2014/main" id="{4CC06D1C-E2C5-58D4-7AF8-26896A54C589}"/>
              </a:ext>
            </a:extLst>
          </p:cNvPr>
          <p:cNvSpPr txBox="1">
            <a:spLocks/>
          </p:cNvSpPr>
          <p:nvPr/>
        </p:nvSpPr>
        <p:spPr bwMode="invGray">
          <a:xfrm>
            <a:off x="9696520" y="4905164"/>
            <a:ext cx="2016000" cy="9001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Sed vitae arcu bin</a:t>
            </a:r>
          </a:p>
        </p:txBody>
      </p:sp>
    </p:spTree>
    <p:extLst>
      <p:ext uri="{BB962C8B-B14F-4D97-AF65-F5344CB8AC3E}">
        <p14:creationId xmlns:p14="http://schemas.microsoft.com/office/powerpoint/2010/main" val="221196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platzhalter 2">
            <a:extLst>
              <a:ext uri="{FF2B5EF4-FFF2-40B4-BE49-F238E27FC236}">
                <a16:creationId xmlns:a16="http://schemas.microsoft.com/office/drawing/2014/main" id="{366D3358-8E9C-1FF7-7E79-A83D513237B5}"/>
              </a:ext>
            </a:extLst>
          </p:cNvPr>
          <p:cNvSpPr txBox="1">
            <a:spLocks/>
          </p:cNvSpPr>
          <p:nvPr/>
        </p:nvSpPr>
        <p:spPr bwMode="ltGray">
          <a:xfrm>
            <a:off x="4331804" y="5157264"/>
            <a:ext cx="3636000" cy="648000"/>
          </a:xfrm>
          <a:prstGeom prst="rect">
            <a:avLst/>
          </a:prstGeom>
          <a:solidFill>
            <a:schemeClr val="bg2"/>
          </a:solidFill>
        </p:spPr>
        <p:txBody>
          <a:bodyPr vert="horz" lIns="720000" tIns="0" rIns="14400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Dolor amet sit cum et.</a:t>
            </a:r>
          </a:p>
        </p:txBody>
      </p:sp>
      <p:sp>
        <p:nvSpPr>
          <p:cNvPr id="25" name="Textplatzhalter 2">
            <a:extLst>
              <a:ext uri="{FF2B5EF4-FFF2-40B4-BE49-F238E27FC236}">
                <a16:creationId xmlns:a16="http://schemas.microsoft.com/office/drawing/2014/main" id="{3D9F3CBC-A641-377B-9546-22AE108A3BFB}"/>
              </a:ext>
            </a:extLst>
          </p:cNvPr>
          <p:cNvSpPr txBox="1">
            <a:spLocks/>
          </p:cNvSpPr>
          <p:nvPr/>
        </p:nvSpPr>
        <p:spPr bwMode="ltGray">
          <a:xfrm>
            <a:off x="8040215" y="1412875"/>
            <a:ext cx="3672359" cy="648000"/>
          </a:xfrm>
          <a:prstGeom prst="rect">
            <a:avLst/>
          </a:prstGeom>
          <a:solidFill>
            <a:schemeClr val="bg2"/>
          </a:solidFill>
        </p:spPr>
        <p:txBody>
          <a:bodyPr vert="horz" lIns="936000" tIns="0" rIns="14400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Lorem ipsum sit amet.</a:t>
            </a:r>
          </a:p>
        </p:txBody>
      </p:sp>
      <p:sp>
        <p:nvSpPr>
          <p:cNvPr id="10" name="Titel 9">
            <a:extLst>
              <a:ext uri="{FF2B5EF4-FFF2-40B4-BE49-F238E27FC236}">
                <a16:creationId xmlns:a16="http://schemas.microsoft.com/office/drawing/2014/main" id="{17E2BE3B-EDFE-39D2-4992-4BC143046869}"/>
              </a:ext>
            </a:extLst>
          </p:cNvPr>
          <p:cNvSpPr>
            <a:spLocks noGrp="1"/>
          </p:cNvSpPr>
          <p:nvPr>
            <p:ph type="title"/>
          </p:nvPr>
        </p:nvSpPr>
        <p:spPr bwMode="gray"/>
        <p:txBody>
          <a:bodyPr/>
          <a:lstStyle/>
          <a:p>
            <a:r>
              <a:rPr lang="en-US" dirty="0"/>
              <a:t>Collage of images with text</a:t>
            </a:r>
          </a:p>
        </p:txBody>
      </p:sp>
      <p:sp>
        <p:nvSpPr>
          <p:cNvPr id="11" name="Textplatzhalter 10">
            <a:extLst>
              <a:ext uri="{FF2B5EF4-FFF2-40B4-BE49-F238E27FC236}">
                <a16:creationId xmlns:a16="http://schemas.microsoft.com/office/drawing/2014/main" id="{4E6DEE31-1BA3-DB00-AA46-88E273666DD1}"/>
              </a:ext>
            </a:extLst>
          </p:cNvPr>
          <p:cNvSpPr>
            <a:spLocks noGrp="1"/>
          </p:cNvSpPr>
          <p:nvPr>
            <p:ph type="body" sz="quarter" idx="13"/>
          </p:nvPr>
        </p:nvSpPr>
        <p:spPr bwMode="gray"/>
        <p:txBody>
          <a:bodyPr/>
          <a:lstStyle/>
          <a:p>
            <a:endParaRPr lang="en-US" dirty="0"/>
          </a:p>
        </p:txBody>
      </p:sp>
      <p:pic>
        <p:nvPicPr>
          <p:cNvPr id="12" name="Grafik 11">
            <a:extLst>
              <a:ext uri="{FF2B5EF4-FFF2-40B4-BE49-F238E27FC236}">
                <a16:creationId xmlns:a16="http://schemas.microsoft.com/office/drawing/2014/main" id="{AF16B190-903E-21EE-BA2E-1FB3FDCEE9C2}"/>
              </a:ext>
            </a:extLst>
          </p:cNvPr>
          <p:cNvPicPr>
            <a:picLocks noChangeAspect="1"/>
          </p:cNvPicPr>
          <p:nvPr>
            <p:custDataLst>
              <p:tags r:id="rId1"/>
            </p:custDataLst>
          </p:nvPr>
        </p:nvPicPr>
        <p:blipFill rotWithShape="1">
          <a:blip r:embed="rId7" cstate="print">
            <a:extLst>
              <a:ext uri="{28A0092B-C50C-407E-A947-70E740481C1C}">
                <a14:useLocalDpi xmlns:a14="http://schemas.microsoft.com/office/drawing/2010/main" val="0"/>
              </a:ext>
            </a:extLst>
          </a:blip>
          <a:srcRect t="20683" r="980" b="20540"/>
          <a:stretch/>
        </p:blipFill>
        <p:spPr bwMode="gray">
          <a:xfrm>
            <a:off x="4332288" y="1412775"/>
            <a:ext cx="3635920" cy="1728193"/>
          </a:xfrm>
          <a:prstGeom prst="rect">
            <a:avLst/>
          </a:prstGeom>
        </p:spPr>
      </p:pic>
      <p:pic>
        <p:nvPicPr>
          <p:cNvPr id="14" name="Grafik 13">
            <a:extLst>
              <a:ext uri="{FF2B5EF4-FFF2-40B4-BE49-F238E27FC236}">
                <a16:creationId xmlns:a16="http://schemas.microsoft.com/office/drawing/2014/main" id="{E4574D8A-F6FE-4CC1-1AF1-F25B06ACBCDD}"/>
              </a:ext>
            </a:extLst>
          </p:cNvPr>
          <p:cNvPicPr>
            <a:picLocks noChangeAspect="1"/>
          </p:cNvPicPr>
          <p:nvPr>
            <p:custDataLst>
              <p:tags r:id="rId2"/>
            </p:custDataLst>
          </p:nvPr>
        </p:nvPicPr>
        <p:blipFill rotWithShape="1">
          <a:blip r:embed="rId7" cstate="print">
            <a:extLst>
              <a:ext uri="{28A0092B-C50C-407E-A947-70E740481C1C}">
                <a14:useLocalDpi xmlns:a14="http://schemas.microsoft.com/office/drawing/2010/main" val="0"/>
              </a:ext>
            </a:extLst>
          </a:blip>
          <a:srcRect t="20683" b="20550"/>
          <a:stretch/>
        </p:blipFill>
        <p:spPr bwMode="gray">
          <a:xfrm>
            <a:off x="8039990" y="4077072"/>
            <a:ext cx="3672586" cy="1728192"/>
          </a:xfrm>
          <a:prstGeom prst="rect">
            <a:avLst/>
          </a:prstGeom>
        </p:spPr>
      </p:pic>
      <p:pic>
        <p:nvPicPr>
          <p:cNvPr id="15" name="Grafik 14">
            <a:extLst>
              <a:ext uri="{FF2B5EF4-FFF2-40B4-BE49-F238E27FC236}">
                <a16:creationId xmlns:a16="http://schemas.microsoft.com/office/drawing/2014/main" id="{8822C357-5673-F433-AAD2-4A3EED255589}"/>
              </a:ext>
            </a:extLst>
          </p:cNvPr>
          <p:cNvPicPr>
            <a:picLocks noChangeAspect="1"/>
          </p:cNvPicPr>
          <p:nvPr>
            <p:custDataLst>
              <p:tags r:id="rId3"/>
            </p:custDataLst>
          </p:nvPr>
        </p:nvPicPr>
        <p:blipFill rotWithShape="1">
          <a:blip r:embed="rId7" cstate="print">
            <a:extLst>
              <a:ext uri="{28A0092B-C50C-407E-A947-70E740481C1C}">
                <a14:useLocalDpi xmlns:a14="http://schemas.microsoft.com/office/drawing/2010/main" val="0"/>
              </a:ext>
            </a:extLst>
          </a:blip>
          <a:srcRect t="18234" r="980" b="18091"/>
          <a:stretch/>
        </p:blipFill>
        <p:spPr bwMode="gray">
          <a:xfrm>
            <a:off x="4332288" y="3212976"/>
            <a:ext cx="3635920" cy="1872208"/>
          </a:xfrm>
          <a:prstGeom prst="rect">
            <a:avLst/>
          </a:prstGeom>
        </p:spPr>
      </p:pic>
      <p:sp>
        <p:nvSpPr>
          <p:cNvPr id="16" name="Textplatzhalter 2">
            <a:extLst>
              <a:ext uri="{FF2B5EF4-FFF2-40B4-BE49-F238E27FC236}">
                <a16:creationId xmlns:a16="http://schemas.microsoft.com/office/drawing/2014/main" id="{06C986CD-0128-3C04-ED0B-2DE1388EC788}"/>
              </a:ext>
            </a:extLst>
          </p:cNvPr>
          <p:cNvSpPr txBox="1">
            <a:spLocks/>
          </p:cNvSpPr>
          <p:nvPr/>
        </p:nvSpPr>
        <p:spPr bwMode="gray">
          <a:xfrm>
            <a:off x="479473" y="1412875"/>
            <a:ext cx="3564299" cy="4392389"/>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 dolor sit</a:t>
            </a:r>
          </a:p>
          <a:p>
            <a:pPr marL="0" indent="0">
              <a:buNone/>
            </a:pPr>
            <a:r>
              <a:rPr lang="en-US" dirty="0"/>
              <a:t>Consetetur sadipscing elitr, tresed sit diam nonumy eirmod tempor invidunt ut labore et dolore magna aliquyam erat, sed diadiam nonumy.</a:t>
            </a:r>
          </a:p>
          <a:p>
            <a:pPr marL="0" indent="0">
              <a:buNone/>
            </a:pPr>
            <a:r>
              <a:rPr lang="en-US" dirty="0"/>
              <a:t>Consetetur sadipscing elitr, tresed et diam nonumy eirmod tempor invidunt ut labore et dolore magna.</a:t>
            </a:r>
          </a:p>
        </p:txBody>
      </p:sp>
      <p:pic>
        <p:nvPicPr>
          <p:cNvPr id="21" name="Grafik 20">
            <a:extLst>
              <a:ext uri="{FF2B5EF4-FFF2-40B4-BE49-F238E27FC236}">
                <a16:creationId xmlns:a16="http://schemas.microsoft.com/office/drawing/2014/main" id="{A650A78E-C041-FEB9-C199-5F980DAF96E0}"/>
              </a:ext>
            </a:extLst>
          </p:cNvPr>
          <p:cNvPicPr>
            <a:picLocks noChangeAspect="1"/>
          </p:cNvPicPr>
          <p:nvPr>
            <p:custDataLst>
              <p:tags r:id="rId4"/>
            </p:custDataLst>
          </p:nvPr>
        </p:nvPicPr>
        <p:blipFill rotWithShape="1">
          <a:blip r:embed="rId7" cstate="print">
            <a:extLst>
              <a:ext uri="{28A0092B-C50C-407E-A947-70E740481C1C}">
                <a14:useLocalDpi xmlns:a14="http://schemas.microsoft.com/office/drawing/2010/main" val="0"/>
              </a:ext>
            </a:extLst>
          </a:blip>
          <a:srcRect t="18234" r="-12" b="18091"/>
          <a:stretch/>
        </p:blipFill>
        <p:spPr bwMode="gray">
          <a:xfrm>
            <a:off x="8040265" y="2132856"/>
            <a:ext cx="3672359" cy="1872208"/>
          </a:xfrm>
          <a:prstGeom prst="rect">
            <a:avLst/>
          </a:prstGeom>
        </p:spPr>
      </p:pic>
      <p:pic>
        <p:nvPicPr>
          <p:cNvPr id="22" name="Grafik 21">
            <a:extLst>
              <a:ext uri="{FF2B5EF4-FFF2-40B4-BE49-F238E27FC236}">
                <a16:creationId xmlns:a16="http://schemas.microsoft.com/office/drawing/2014/main" id="{AEA72A0D-1879-6EB8-ACBF-E020A8DD2D6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bwMode="gray">
          <a:xfrm>
            <a:off x="4403868" y="5229256"/>
            <a:ext cx="504000" cy="504000"/>
          </a:xfrm>
          <a:prstGeom prst="rect">
            <a:avLst/>
          </a:prstGeom>
        </p:spPr>
      </p:pic>
      <p:sp>
        <p:nvSpPr>
          <p:cNvPr id="23" name="Textplatzhalter 8">
            <a:extLst>
              <a:ext uri="{FF2B5EF4-FFF2-40B4-BE49-F238E27FC236}">
                <a16:creationId xmlns:a16="http://schemas.microsoft.com/office/drawing/2014/main" id="{E7466BAA-6211-8033-051A-9F72D9648275}"/>
              </a:ext>
            </a:extLst>
          </p:cNvPr>
          <p:cNvSpPr txBox="1">
            <a:spLocks/>
          </p:cNvSpPr>
          <p:nvPr/>
        </p:nvSpPr>
        <p:spPr bwMode="gray">
          <a:xfrm>
            <a:off x="8040217" y="1412776"/>
            <a:ext cx="720080" cy="648000"/>
          </a:xfrm>
          <a:prstGeom prst="rect">
            <a:avLst/>
          </a:prstGeom>
          <a:noFill/>
          <a:effectLst/>
        </p:spPr>
        <p:txBody>
          <a:bodyPr wrap="none" lIns="14400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2500" dirty="0"/>
              <a:t>36%</a:t>
            </a:r>
          </a:p>
        </p:txBody>
      </p:sp>
      <p:sp>
        <p:nvSpPr>
          <p:cNvPr id="4" name="Fußzeilenplatzhalter 3">
            <a:extLst>
              <a:ext uri="{FF2B5EF4-FFF2-40B4-BE49-F238E27FC236}">
                <a16:creationId xmlns:a16="http://schemas.microsoft.com/office/drawing/2014/main" id="{A382DED0-7E78-8605-70A5-B91CD1668F08}"/>
              </a:ext>
            </a:extLst>
          </p:cNvPr>
          <p:cNvSpPr>
            <a:spLocks noGrp="1"/>
          </p:cNvSpPr>
          <p:nvPr>
            <p:ph type="ftr" sz="quarter" idx="10"/>
          </p:nvPr>
        </p:nvSpPr>
        <p:spPr bwMode="gray"/>
        <p:txBody>
          <a:bodyPr/>
          <a:lstStyle/>
          <a:p>
            <a:r>
              <a:rPr lang="en-US" dirty="0"/>
              <a:t>Slide library    |     ONLY FOR INTERNAL USE</a:t>
            </a:r>
          </a:p>
        </p:txBody>
      </p:sp>
      <p:sp>
        <p:nvSpPr>
          <p:cNvPr id="5" name="Foliennummernplatzhalter 4">
            <a:extLst>
              <a:ext uri="{FF2B5EF4-FFF2-40B4-BE49-F238E27FC236}">
                <a16:creationId xmlns:a16="http://schemas.microsoft.com/office/drawing/2014/main" id="{AD6DBC93-6BC3-6F8E-EFEB-9813AF5B318C}"/>
              </a:ext>
            </a:extLst>
          </p:cNvPr>
          <p:cNvSpPr>
            <a:spLocks noGrp="1"/>
          </p:cNvSpPr>
          <p:nvPr>
            <p:ph type="sldNum" sz="quarter" idx="11"/>
          </p:nvPr>
        </p:nvSpPr>
        <p:spPr bwMode="gray"/>
        <p:txBody>
          <a:bodyPr/>
          <a:lstStyle/>
          <a:p>
            <a:fld id="{8FF9B0DE-3FEB-4AA0-B465-B80EF7C1333D}" type="slidenum">
              <a:rPr lang="en-US" smtClean="0"/>
              <a:pPr/>
              <a:t>25</a:t>
            </a:fld>
            <a:endParaRPr lang="en-US" dirty="0"/>
          </a:p>
        </p:txBody>
      </p:sp>
    </p:spTree>
    <p:extLst>
      <p:ext uri="{BB962C8B-B14F-4D97-AF65-F5344CB8AC3E}">
        <p14:creationId xmlns:p14="http://schemas.microsoft.com/office/powerpoint/2010/main" val="35076404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el 14">
            <a:extLst>
              <a:ext uri="{FF2B5EF4-FFF2-40B4-BE49-F238E27FC236}">
                <a16:creationId xmlns:a16="http://schemas.microsoft.com/office/drawing/2014/main" id="{58C3889C-0D55-4003-BF93-543127FC22A9}"/>
              </a:ext>
            </a:extLst>
          </p:cNvPr>
          <p:cNvSpPr>
            <a:spLocks noGrp="1"/>
          </p:cNvSpPr>
          <p:nvPr>
            <p:ph type="title"/>
          </p:nvPr>
        </p:nvSpPr>
        <p:spPr bwMode="gray">
          <a:xfrm>
            <a:off x="479425" y="476250"/>
            <a:ext cx="3563938" cy="720725"/>
          </a:xfrm>
        </p:spPr>
        <p:txBody>
          <a:bodyPr/>
          <a:lstStyle/>
          <a:p>
            <a:r>
              <a:rPr lang="en-US" dirty="0"/>
              <a:t>Laptop screen</a:t>
            </a:r>
          </a:p>
        </p:txBody>
      </p:sp>
      <p:sp>
        <p:nvSpPr>
          <p:cNvPr id="9" name="Textplatzhalter 8">
            <a:extLst>
              <a:ext uri="{FF2B5EF4-FFF2-40B4-BE49-F238E27FC236}">
                <a16:creationId xmlns:a16="http://schemas.microsoft.com/office/drawing/2014/main" id="{5EC2186B-61AF-D2EE-ABD6-E9D35EF256C6}"/>
              </a:ext>
            </a:extLst>
          </p:cNvPr>
          <p:cNvSpPr>
            <a:spLocks noGrp="1"/>
          </p:cNvSpPr>
          <p:nvPr>
            <p:ph type="body" sz="quarter" idx="13"/>
          </p:nvPr>
        </p:nvSpPr>
        <p:spPr bwMode="gray">
          <a:xfrm>
            <a:off x="479998" y="5805280"/>
            <a:ext cx="3564000" cy="144000"/>
          </a:xfrm>
        </p:spPr>
        <p:txBody>
          <a:bodyPr/>
          <a:lstStyle/>
          <a:p>
            <a:endParaRPr lang="en-US" dirty="0"/>
          </a:p>
        </p:txBody>
      </p:sp>
      <p:sp>
        <p:nvSpPr>
          <p:cNvPr id="4" name="Fußzeilenplatzhalter 3">
            <a:extLst>
              <a:ext uri="{FF2B5EF4-FFF2-40B4-BE49-F238E27FC236}">
                <a16:creationId xmlns:a16="http://schemas.microsoft.com/office/drawing/2014/main" id="{C99242E9-44A6-59FF-0692-C980535F29E0}"/>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5" name="Foliennummernplatzhalter 4">
            <a:extLst>
              <a:ext uri="{FF2B5EF4-FFF2-40B4-BE49-F238E27FC236}">
                <a16:creationId xmlns:a16="http://schemas.microsoft.com/office/drawing/2014/main" id="{CA12C67C-B393-45E4-F694-D4F130AD677B}"/>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26</a:t>
            </a:fld>
            <a:endParaRPr lang="en-US" dirty="0"/>
          </a:p>
        </p:txBody>
      </p:sp>
      <p:pic>
        <p:nvPicPr>
          <p:cNvPr id="17" name="Grafik 16">
            <a:extLst>
              <a:ext uri="{FF2B5EF4-FFF2-40B4-BE49-F238E27FC236}">
                <a16:creationId xmlns:a16="http://schemas.microsoft.com/office/drawing/2014/main" id="{F9EE563B-9BBA-48FC-0C1E-11AE5E383338}"/>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gray">
          <a:xfrm>
            <a:off x="3796689" y="476250"/>
            <a:ext cx="9644127" cy="5473700"/>
          </a:xfrm>
          <a:custGeom>
            <a:avLst/>
            <a:gdLst>
              <a:gd name="connsiteX0" fmla="*/ 1036491 w 8815658"/>
              <a:gd name="connsiteY0" fmla="*/ 290646 h 5003488"/>
              <a:gd name="connsiteX1" fmla="*/ 1036491 w 8815658"/>
              <a:gd name="connsiteY1" fmla="*/ 4495446 h 5003488"/>
              <a:gd name="connsiteX2" fmla="*/ 7840491 w 8815658"/>
              <a:gd name="connsiteY2" fmla="*/ 4495446 h 5003488"/>
              <a:gd name="connsiteX3" fmla="*/ 7840491 w 8815658"/>
              <a:gd name="connsiteY3" fmla="*/ 290646 h 5003488"/>
              <a:gd name="connsiteX4" fmla="*/ 0 w 8815658"/>
              <a:gd name="connsiteY4" fmla="*/ 0 h 5003488"/>
              <a:gd name="connsiteX5" fmla="*/ 8815658 w 8815658"/>
              <a:gd name="connsiteY5" fmla="*/ 0 h 5003488"/>
              <a:gd name="connsiteX6" fmla="*/ 8815658 w 8815658"/>
              <a:gd name="connsiteY6" fmla="*/ 5003488 h 5003488"/>
              <a:gd name="connsiteX7" fmla="*/ 0 w 8815658"/>
              <a:gd name="connsiteY7" fmla="*/ 5003488 h 5003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15658" h="5003488">
                <a:moveTo>
                  <a:pt x="1036491" y="290646"/>
                </a:moveTo>
                <a:lnTo>
                  <a:pt x="1036491" y="4495446"/>
                </a:lnTo>
                <a:lnTo>
                  <a:pt x="7840491" y="4495446"/>
                </a:lnTo>
                <a:lnTo>
                  <a:pt x="7840491" y="290646"/>
                </a:lnTo>
                <a:close/>
                <a:moveTo>
                  <a:pt x="0" y="0"/>
                </a:moveTo>
                <a:lnTo>
                  <a:pt x="8815658" y="0"/>
                </a:lnTo>
                <a:lnTo>
                  <a:pt x="8815658" y="5003488"/>
                </a:lnTo>
                <a:lnTo>
                  <a:pt x="0" y="5003488"/>
                </a:lnTo>
                <a:close/>
              </a:path>
            </a:pathLst>
          </a:custGeom>
        </p:spPr>
      </p:pic>
      <p:sp>
        <p:nvSpPr>
          <p:cNvPr id="21" name="Textplatzhalter 2">
            <a:extLst>
              <a:ext uri="{FF2B5EF4-FFF2-40B4-BE49-F238E27FC236}">
                <a16:creationId xmlns:a16="http://schemas.microsoft.com/office/drawing/2014/main" id="{5E65FA33-ACE6-9F5F-1774-381A5DE7153F}"/>
              </a:ext>
            </a:extLst>
          </p:cNvPr>
          <p:cNvSpPr txBox="1">
            <a:spLocks/>
          </p:cNvSpPr>
          <p:nvPr/>
        </p:nvSpPr>
        <p:spPr bwMode="gray">
          <a:xfrm>
            <a:off x="479473" y="2600908"/>
            <a:ext cx="3564299" cy="3204356"/>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 dolor sit amet</a:t>
            </a:r>
          </a:p>
          <a:p>
            <a:pPr marL="0" indent="0">
              <a:buNone/>
            </a:pPr>
            <a:r>
              <a:rPr lang="en-US" dirty="0"/>
              <a:t>Proin libero tempus ullamcorpe enim. Sed sodales purus eget tortor. Sed vitae arcu in dolor condimentum ullamcorpe posuere, magna sed pulvinar ultricies, purus lectus malesuada libero, sit amet commodo magna eros quis urna.</a:t>
            </a:r>
          </a:p>
        </p:txBody>
      </p:sp>
      <p:pic>
        <p:nvPicPr>
          <p:cNvPr id="22" name="Grafik 21">
            <a:extLst>
              <a:ext uri="{FF2B5EF4-FFF2-40B4-BE49-F238E27FC236}">
                <a16:creationId xmlns:a16="http://schemas.microsoft.com/office/drawing/2014/main" id="{6D72CCD1-51B2-8FB9-6CC6-947784116BD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bwMode="gray">
          <a:xfrm>
            <a:off x="479376" y="1880566"/>
            <a:ext cx="576000" cy="576000"/>
          </a:xfrm>
          <a:prstGeom prst="rect">
            <a:avLst/>
          </a:prstGeom>
        </p:spPr>
      </p:pic>
      <p:pic>
        <p:nvPicPr>
          <p:cNvPr id="6" name="Grafik 5">
            <a:extLst>
              <a:ext uri="{FF2B5EF4-FFF2-40B4-BE49-F238E27FC236}">
                <a16:creationId xmlns:a16="http://schemas.microsoft.com/office/drawing/2014/main" id="{CA13B8F4-C2ED-6FCD-18F5-90452ECF6DC0}"/>
              </a:ext>
            </a:extLst>
          </p:cNvPr>
          <p:cNvPicPr>
            <a:picLocks noChangeAspect="1"/>
          </p:cNvPicPr>
          <p:nvPr/>
        </p:nvPicPr>
        <p:blipFill rotWithShape="1">
          <a:blip>
            <a:extLst>
              <a:ext uri="{96DAC541-7B7A-43D3-8B79-37D633B846F1}">
                <asvg:svgBlip xmlns:asvg="http://schemas.microsoft.com/office/drawing/2016/SVG/main" r:embed="rId6"/>
              </a:ext>
            </a:extLst>
          </a:blip>
          <a:srcRect r="9725"/>
          <a:stretch/>
        </p:blipFill>
        <p:spPr>
          <a:xfrm>
            <a:off x="4930177" y="780379"/>
            <a:ext cx="7443419" cy="4637971"/>
          </a:xfrm>
          <a:prstGeom prst="rect">
            <a:avLst/>
          </a:prstGeom>
        </p:spPr>
      </p:pic>
    </p:spTree>
    <p:extLst>
      <p:ext uri="{BB962C8B-B14F-4D97-AF65-F5344CB8AC3E}">
        <p14:creationId xmlns:p14="http://schemas.microsoft.com/office/powerpoint/2010/main" val="14473847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9A2681D8-2D7C-94B0-607C-E954F1E62682}"/>
              </a:ext>
            </a:extLst>
          </p:cNvPr>
          <p:cNvSpPr/>
          <p:nvPr/>
        </p:nvSpPr>
        <p:spPr bwMode="ltGray">
          <a:xfrm>
            <a:off x="0" y="3969060"/>
            <a:ext cx="12192000" cy="288894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21" name="Textplatzhalter 2">
            <a:extLst>
              <a:ext uri="{FF2B5EF4-FFF2-40B4-BE49-F238E27FC236}">
                <a16:creationId xmlns:a16="http://schemas.microsoft.com/office/drawing/2014/main" id="{65A8E776-5859-9A81-33E7-957735A4A847}"/>
              </a:ext>
            </a:extLst>
          </p:cNvPr>
          <p:cNvSpPr txBox="1">
            <a:spLocks/>
          </p:cNvSpPr>
          <p:nvPr/>
        </p:nvSpPr>
        <p:spPr bwMode="gray">
          <a:xfrm>
            <a:off x="479424" y="3969060"/>
            <a:ext cx="2592000" cy="1836204"/>
          </a:xfrm>
          <a:prstGeom prst="rect">
            <a:avLst/>
          </a:prstGeom>
        </p:spPr>
        <p:txBody>
          <a:bodyPr vert="horz" lIns="0" tIns="28800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市场规模最大，BI已有合规院内渠道，适合P0资源优先投入</a:t>
            </a:r>
          </a:p>
        </p:txBody>
      </p:sp>
      <p:sp>
        <p:nvSpPr>
          <p:cNvPr id="22" name="Textplatzhalter 2">
            <a:extLst>
              <a:ext uri="{FF2B5EF4-FFF2-40B4-BE49-F238E27FC236}">
                <a16:creationId xmlns:a16="http://schemas.microsoft.com/office/drawing/2014/main" id="{135BB3FA-ACE3-4C78-E052-FE17C06457CD}"/>
              </a:ext>
            </a:extLst>
          </p:cNvPr>
          <p:cNvSpPr txBox="1">
            <a:spLocks/>
          </p:cNvSpPr>
          <p:nvPr/>
        </p:nvSpPr>
        <p:spPr bwMode="gray">
          <a:xfrm>
            <a:off x="3359792" y="3969060"/>
            <a:ext cx="2592000" cy="1836204"/>
          </a:xfrm>
          <a:prstGeom prst="rect">
            <a:avLst/>
          </a:prstGeom>
        </p:spPr>
        <p:txBody>
          <a:bodyPr vert="horz" lIns="0" tIns="28800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电商搜索词防守，SKU销量稳定，防范Zoetis大宠爱替代</a:t>
            </a:r>
          </a:p>
        </p:txBody>
      </p:sp>
      <p:sp>
        <p:nvSpPr>
          <p:cNvPr id="23" name="Textplatzhalter 2">
            <a:extLst>
              <a:ext uri="{FF2B5EF4-FFF2-40B4-BE49-F238E27FC236}">
                <a16:creationId xmlns:a16="http://schemas.microsoft.com/office/drawing/2014/main" id="{CE37B7B2-C549-4FB7-0E82-008CABC3ED67}"/>
              </a:ext>
            </a:extLst>
          </p:cNvPr>
          <p:cNvSpPr txBox="1">
            <a:spLocks/>
          </p:cNvSpPr>
          <p:nvPr/>
        </p:nvSpPr>
        <p:spPr bwMode="gray">
          <a:xfrm>
            <a:off x="6240112" y="3969060"/>
            <a:ext cx="2592000" cy="1836204"/>
          </a:xfrm>
          <a:prstGeom prst="rect">
            <a:avLst/>
          </a:prstGeom>
        </p:spPr>
        <p:txBody>
          <a:bodyPr vert="horz" lIns="0" tIns="28800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围绕竞品词+症状词做SEO/SEM拦截，引导医院问诊</a:t>
            </a:r>
          </a:p>
        </p:txBody>
      </p:sp>
      <p:sp>
        <p:nvSpPr>
          <p:cNvPr id="24" name="Textplatzhalter 2">
            <a:extLst>
              <a:ext uri="{FF2B5EF4-FFF2-40B4-BE49-F238E27FC236}">
                <a16:creationId xmlns:a16="http://schemas.microsoft.com/office/drawing/2014/main" id="{BF8CF018-375F-2FEB-E96E-7E918F5615A1}"/>
              </a:ext>
            </a:extLst>
          </p:cNvPr>
          <p:cNvSpPr txBox="1">
            <a:spLocks/>
          </p:cNvSpPr>
          <p:nvPr/>
        </p:nvSpPr>
        <p:spPr bwMode="gray">
          <a:xfrm>
            <a:off x="9120624" y="3969060"/>
            <a:ext cx="2592000" cy="1836204"/>
          </a:xfrm>
          <a:prstGeom prst="rect">
            <a:avLst/>
          </a:prstGeom>
        </p:spPr>
        <p:txBody>
          <a:bodyPr vert="horz" lIns="0" tIns="28800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长尾补充，覆盖轻症/预防场景，补充产品矩阵</a:t>
            </a:r>
          </a:p>
        </p:txBody>
      </p:sp>
      <p:sp>
        <p:nvSpPr>
          <p:cNvPr id="12" name="Titel 11">
            <a:extLst>
              <a:ext uri="{FF2B5EF4-FFF2-40B4-BE49-F238E27FC236}">
                <a16:creationId xmlns:a16="http://schemas.microsoft.com/office/drawing/2014/main" id="{D1433A80-29D9-A118-5F2A-35F81D94140A}"/>
              </a:ext>
            </a:extLst>
          </p:cNvPr>
          <p:cNvSpPr>
            <a:spLocks noGrp="1"/>
          </p:cNvSpPr>
          <p:nvPr>
            <p:ph type="title"/>
          </p:nvPr>
        </p:nvSpPr>
        <p:spPr bwMode="gray">
          <a:xfrm>
            <a:off x="479424" y="477000"/>
            <a:ext cx="11233151" cy="720000"/>
          </a:xfrm>
        </p:spPr>
        <p:txBody>
          <a:bodyPr/>
          <a:lstStyle/>
          <a:p>
            <a:r>
              <a:rPr lang="en-US" dirty="0"/>
              <a:t>优先级矩阵 | Priority Matrix</a:t>
            </a:r>
          </a:p>
        </p:txBody>
      </p:sp>
      <p:sp>
        <p:nvSpPr>
          <p:cNvPr id="9" name="Textplatzhalter 8">
            <a:extLst>
              <a:ext uri="{FF2B5EF4-FFF2-40B4-BE49-F238E27FC236}">
                <a16:creationId xmlns:a16="http://schemas.microsoft.com/office/drawing/2014/main" id="{E3AD608B-C5A2-8860-B900-07E2F834958A}"/>
              </a:ext>
            </a:extLst>
          </p:cNvPr>
          <p:cNvSpPr>
            <a:spLocks noGrp="1"/>
          </p:cNvSpPr>
          <p:nvPr>
            <p:ph type="body" sz="quarter" idx="13"/>
          </p:nvPr>
        </p:nvSpPr>
        <p:spPr bwMode="gray"/>
        <p:txBody>
          <a:bodyPr/>
          <a:lstStyle/>
          <a:p>
            <a:endParaRPr lang="en-US" dirty="0">
              <a:solidFill>
                <a:schemeClr val="bg1"/>
              </a:solidFill>
            </a:endParaRPr>
          </a:p>
        </p:txBody>
      </p:sp>
      <p:sp>
        <p:nvSpPr>
          <p:cNvPr id="4" name="Fußzeilenplatzhalter 3">
            <a:extLst>
              <a:ext uri="{FF2B5EF4-FFF2-40B4-BE49-F238E27FC236}">
                <a16:creationId xmlns:a16="http://schemas.microsoft.com/office/drawing/2014/main" id="{E6CD93A8-6694-BAFE-0BF7-3410E16B6627}"/>
              </a:ext>
            </a:extLst>
          </p:cNvPr>
          <p:cNvSpPr>
            <a:spLocks noGrp="1"/>
          </p:cNvSpPr>
          <p:nvPr>
            <p:ph type="ftr" sz="quarter" idx="10"/>
          </p:nvPr>
        </p:nvSpPr>
        <p:spPr bwMode="gray">
          <a:xfrm>
            <a:off x="6312024" y="6246836"/>
            <a:ext cx="5040560" cy="288000"/>
          </a:xfrm>
        </p:spPr>
        <p:txBody>
          <a:bodyPr/>
          <a:lstStyle/>
          <a:p>
            <a:r>
              <a:rPr lang="en-US" dirty="0">
                <a:solidFill>
                  <a:schemeClr val="bg1"/>
                </a:solidFill>
              </a:rPr>
              <a:t>BI宠物 | 勃林格殷格翰 | 仅供内部使用</a:t>
            </a:r>
          </a:p>
        </p:txBody>
      </p:sp>
      <p:sp>
        <p:nvSpPr>
          <p:cNvPr id="5" name="Foliennummernplatzhalter 4">
            <a:extLst>
              <a:ext uri="{FF2B5EF4-FFF2-40B4-BE49-F238E27FC236}">
                <a16:creationId xmlns:a16="http://schemas.microsoft.com/office/drawing/2014/main" id="{02F60D09-1084-B6F2-96CA-B59E7451A2D1}"/>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solidFill>
                  <a:schemeClr val="bg1"/>
                </a:solidFill>
              </a:rPr>
              <a:pPr/>
              <a:t>27</a:t>
            </a:fld>
            <a:endParaRPr lang="en-US" dirty="0">
              <a:solidFill>
                <a:schemeClr val="bg1"/>
              </a:solidFill>
            </a:endParaRPr>
          </a:p>
        </p:txBody>
      </p:sp>
      <p:sp>
        <p:nvSpPr>
          <p:cNvPr id="28" name="Textplatzhalter 2">
            <a:extLst>
              <a:ext uri="{FF2B5EF4-FFF2-40B4-BE49-F238E27FC236}">
                <a16:creationId xmlns:a16="http://schemas.microsoft.com/office/drawing/2014/main" id="{43F37A76-2560-E726-097B-9D36AD292495}"/>
              </a:ext>
            </a:extLst>
          </p:cNvPr>
          <p:cNvSpPr txBox="1">
            <a:spLocks/>
          </p:cNvSpPr>
          <p:nvPr/>
        </p:nvSpPr>
        <p:spPr bwMode="gray">
          <a:xfrm>
            <a:off x="479472" y="1412776"/>
            <a:ext cx="2592000" cy="864000"/>
          </a:xfrm>
          <a:prstGeom prst="rect">
            <a:avLst/>
          </a:prstGeom>
          <a:noFill/>
        </p:spPr>
        <p:txBody>
          <a:bodyPr vert="horz" lIns="0" tIns="0" rIns="0" bIns="144000" rtlCol="0" anchor="b"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P0 博来恩猫用滴剂</a:t>
            </a:r>
          </a:p>
          <a:p>
            <a:pPr marL="0" indent="0">
              <a:buNone/>
            </a:pPr>
            <a:r>
              <a:rPr lang="en-US" dirty="0"/>
              <a:t>Proin libero tempus porta</a:t>
            </a:r>
          </a:p>
        </p:txBody>
      </p:sp>
      <p:sp>
        <p:nvSpPr>
          <p:cNvPr id="29" name="Textplatzhalter 2">
            <a:extLst>
              <a:ext uri="{FF2B5EF4-FFF2-40B4-BE49-F238E27FC236}">
                <a16:creationId xmlns:a16="http://schemas.microsoft.com/office/drawing/2014/main" id="{F6336F01-329D-EC55-112E-F14769D0DD1D}"/>
              </a:ext>
            </a:extLst>
          </p:cNvPr>
          <p:cNvSpPr txBox="1">
            <a:spLocks/>
          </p:cNvSpPr>
          <p:nvPr/>
        </p:nvSpPr>
        <p:spPr bwMode="gray">
          <a:xfrm>
            <a:off x="6240112" y="1412776"/>
            <a:ext cx="2592000" cy="864000"/>
          </a:xfrm>
          <a:prstGeom prst="rect">
            <a:avLst/>
          </a:prstGeom>
          <a:noFill/>
        </p:spPr>
        <p:txBody>
          <a:bodyPr vert="horz" lIns="0" tIns="0" rIns="0" bIns="144000" rtlCol="0" anchor="b"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P2 电商搜索词防守</a:t>
            </a:r>
          </a:p>
          <a:p>
            <a:pPr marL="0" indent="0">
              <a:buNone/>
            </a:pPr>
            <a:r>
              <a:rPr lang="en-US" dirty="0"/>
              <a:t>Proin libero tempus porta</a:t>
            </a:r>
          </a:p>
        </p:txBody>
      </p:sp>
      <p:sp>
        <p:nvSpPr>
          <p:cNvPr id="30" name="Textplatzhalter 2">
            <a:extLst>
              <a:ext uri="{FF2B5EF4-FFF2-40B4-BE49-F238E27FC236}">
                <a16:creationId xmlns:a16="http://schemas.microsoft.com/office/drawing/2014/main" id="{B1446A15-7B19-6A6C-44C2-3929686AF603}"/>
              </a:ext>
            </a:extLst>
          </p:cNvPr>
          <p:cNvSpPr txBox="1">
            <a:spLocks/>
          </p:cNvSpPr>
          <p:nvPr/>
        </p:nvSpPr>
        <p:spPr bwMode="gray">
          <a:xfrm>
            <a:off x="9120624" y="1412776"/>
            <a:ext cx="2592000" cy="864000"/>
          </a:xfrm>
          <a:prstGeom prst="rect">
            <a:avLst/>
          </a:prstGeom>
          <a:noFill/>
        </p:spPr>
        <p:txBody>
          <a:bodyPr vert="horz" lIns="0" tIns="0" rIns="0" bIns="144000" rtlCol="0" anchor="b"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P3 犬用单方口服</a:t>
            </a:r>
          </a:p>
          <a:p>
            <a:pPr marL="0" indent="0">
              <a:buNone/>
            </a:pPr>
            <a:r>
              <a:rPr lang="en-US" dirty="0"/>
              <a:t>Proin libero tempus porta</a:t>
            </a:r>
          </a:p>
        </p:txBody>
      </p:sp>
      <p:sp>
        <p:nvSpPr>
          <p:cNvPr id="35" name="Textplatzhalter 2">
            <a:extLst>
              <a:ext uri="{FF2B5EF4-FFF2-40B4-BE49-F238E27FC236}">
                <a16:creationId xmlns:a16="http://schemas.microsoft.com/office/drawing/2014/main" id="{D6D7D78F-22E4-CE80-3D9A-35866CCB95ED}"/>
              </a:ext>
            </a:extLst>
          </p:cNvPr>
          <p:cNvSpPr txBox="1">
            <a:spLocks/>
          </p:cNvSpPr>
          <p:nvPr/>
        </p:nvSpPr>
        <p:spPr bwMode="gray">
          <a:xfrm>
            <a:off x="3359792" y="1412776"/>
            <a:ext cx="2592000" cy="864000"/>
          </a:xfrm>
          <a:prstGeom prst="rect">
            <a:avLst/>
          </a:prstGeom>
          <a:noFill/>
        </p:spPr>
        <p:txBody>
          <a:bodyPr vert="horz" lIns="0" tIns="0" rIns="0" bIns="144000" rtlCol="0" anchor="b"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P1 超可信犬用咀嚼片</a:t>
            </a:r>
          </a:p>
          <a:p>
            <a:pPr marL="0" indent="0">
              <a:buNone/>
            </a:pPr>
            <a:r>
              <a:rPr lang="en-US" dirty="0"/>
              <a:t>Proin libero tempus porta</a:t>
            </a:r>
          </a:p>
        </p:txBody>
      </p:sp>
      <p:cxnSp>
        <p:nvCxnSpPr>
          <p:cNvPr id="26" name="Gerader Verbinder 25">
            <a:extLst>
              <a:ext uri="{FF2B5EF4-FFF2-40B4-BE49-F238E27FC236}">
                <a16:creationId xmlns:a16="http://schemas.microsoft.com/office/drawing/2014/main" id="{CE59ED62-1217-C3AB-B524-7EC346915436}"/>
              </a:ext>
            </a:extLst>
          </p:cNvPr>
          <p:cNvCxnSpPr>
            <a:cxnSpLocks/>
          </p:cNvCxnSpPr>
          <p:nvPr/>
        </p:nvCxnSpPr>
        <p:spPr bwMode="gray">
          <a:xfrm>
            <a:off x="479424" y="2276776"/>
            <a:ext cx="2592000" cy="0"/>
          </a:xfrm>
          <a:prstGeom prst="line">
            <a:avLst/>
          </a:prstGeom>
          <a:ln w="9525">
            <a:solidFill>
              <a:schemeClr val="bg2"/>
            </a:solidFill>
            <a:tailEnd type="arrow"/>
          </a:ln>
        </p:spPr>
        <p:style>
          <a:lnRef idx="1">
            <a:schemeClr val="accent1"/>
          </a:lnRef>
          <a:fillRef idx="0">
            <a:schemeClr val="accent1"/>
          </a:fillRef>
          <a:effectRef idx="0">
            <a:schemeClr val="accent1"/>
          </a:effectRef>
          <a:fontRef idx="minor">
            <a:schemeClr val="tx1"/>
          </a:fontRef>
        </p:style>
      </p:cxnSp>
      <p:cxnSp>
        <p:nvCxnSpPr>
          <p:cNvPr id="38" name="Gerader Verbinder 37">
            <a:extLst>
              <a:ext uri="{FF2B5EF4-FFF2-40B4-BE49-F238E27FC236}">
                <a16:creationId xmlns:a16="http://schemas.microsoft.com/office/drawing/2014/main" id="{358CC744-7587-C529-1154-DF4506D32F83}"/>
              </a:ext>
            </a:extLst>
          </p:cNvPr>
          <p:cNvCxnSpPr>
            <a:cxnSpLocks/>
          </p:cNvCxnSpPr>
          <p:nvPr/>
        </p:nvCxnSpPr>
        <p:spPr bwMode="gray">
          <a:xfrm>
            <a:off x="3359792" y="2276776"/>
            <a:ext cx="2592000" cy="0"/>
          </a:xfrm>
          <a:prstGeom prst="line">
            <a:avLst/>
          </a:prstGeom>
          <a:ln w="9525">
            <a:solidFill>
              <a:schemeClr val="bg2"/>
            </a:solidFill>
            <a:tailEnd type="arrow"/>
          </a:ln>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719FA251-43E7-98F5-0010-8EE16B30E5B6}"/>
              </a:ext>
            </a:extLst>
          </p:cNvPr>
          <p:cNvCxnSpPr>
            <a:cxnSpLocks/>
          </p:cNvCxnSpPr>
          <p:nvPr/>
        </p:nvCxnSpPr>
        <p:spPr bwMode="gray">
          <a:xfrm>
            <a:off x="6240112" y="2276776"/>
            <a:ext cx="2592000" cy="0"/>
          </a:xfrm>
          <a:prstGeom prst="line">
            <a:avLst/>
          </a:prstGeom>
          <a:ln w="9525">
            <a:solidFill>
              <a:schemeClr val="bg2"/>
            </a:solidFill>
            <a:tailEnd type="arrow"/>
          </a:ln>
        </p:spPr>
        <p:style>
          <a:lnRef idx="1">
            <a:schemeClr val="accent1"/>
          </a:lnRef>
          <a:fillRef idx="0">
            <a:schemeClr val="accent1"/>
          </a:fillRef>
          <a:effectRef idx="0">
            <a:schemeClr val="accent1"/>
          </a:effectRef>
          <a:fontRef idx="minor">
            <a:schemeClr val="tx1"/>
          </a:fontRef>
        </p:style>
      </p:cxnSp>
      <p:cxnSp>
        <p:nvCxnSpPr>
          <p:cNvPr id="40" name="Gerader Verbinder 39">
            <a:extLst>
              <a:ext uri="{FF2B5EF4-FFF2-40B4-BE49-F238E27FC236}">
                <a16:creationId xmlns:a16="http://schemas.microsoft.com/office/drawing/2014/main" id="{95AD054D-C6B9-D203-BB46-A6A97318D824}"/>
              </a:ext>
            </a:extLst>
          </p:cNvPr>
          <p:cNvCxnSpPr>
            <a:cxnSpLocks/>
          </p:cNvCxnSpPr>
          <p:nvPr/>
        </p:nvCxnSpPr>
        <p:spPr bwMode="gray">
          <a:xfrm>
            <a:off x="9120624" y="2276776"/>
            <a:ext cx="2592000" cy="0"/>
          </a:xfrm>
          <a:prstGeom prst="line">
            <a:avLst/>
          </a:prstGeom>
          <a:ln w="9525">
            <a:solidFill>
              <a:schemeClr val="bg2"/>
            </a:solidFill>
            <a:tailEnd type="arrow"/>
          </a:ln>
        </p:spPr>
        <p:style>
          <a:lnRef idx="1">
            <a:schemeClr val="accent1"/>
          </a:lnRef>
          <a:fillRef idx="0">
            <a:schemeClr val="accent1"/>
          </a:fillRef>
          <a:effectRef idx="0">
            <a:schemeClr val="accent1"/>
          </a:effectRef>
          <a:fontRef idx="minor">
            <a:schemeClr val="tx1"/>
          </a:fontRef>
        </p:style>
      </p:cxnSp>
      <p:sp>
        <p:nvSpPr>
          <p:cNvPr id="41" name="Textplatzhalter 2">
            <a:extLst>
              <a:ext uri="{FF2B5EF4-FFF2-40B4-BE49-F238E27FC236}">
                <a16:creationId xmlns:a16="http://schemas.microsoft.com/office/drawing/2014/main" id="{633FAFE7-D7DF-1F53-9C42-659D22C45FC1}"/>
              </a:ext>
            </a:extLst>
          </p:cNvPr>
          <p:cNvSpPr txBox="1">
            <a:spLocks/>
          </p:cNvSpPr>
          <p:nvPr/>
        </p:nvSpPr>
        <p:spPr bwMode="gray">
          <a:xfrm>
            <a:off x="479472" y="2276872"/>
            <a:ext cx="2592000" cy="1404000"/>
          </a:xfrm>
          <a:prstGeom prst="rect">
            <a:avLst/>
          </a:prstGeom>
          <a:noFill/>
        </p:spPr>
        <p:txBody>
          <a:bodyPr vert="horz" lIns="0" tIns="144000" rIns="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dirty="0"/>
              <a:t/>
            </a:r>
          </a:p>
        </p:txBody>
      </p:sp>
      <p:sp>
        <p:nvSpPr>
          <p:cNvPr id="42" name="Textplatzhalter 2">
            <a:extLst>
              <a:ext uri="{FF2B5EF4-FFF2-40B4-BE49-F238E27FC236}">
                <a16:creationId xmlns:a16="http://schemas.microsoft.com/office/drawing/2014/main" id="{927A8555-4D4E-1AE3-EF5B-FEF4FF5BEE87}"/>
              </a:ext>
            </a:extLst>
          </p:cNvPr>
          <p:cNvSpPr txBox="1">
            <a:spLocks/>
          </p:cNvSpPr>
          <p:nvPr/>
        </p:nvSpPr>
        <p:spPr bwMode="gray">
          <a:xfrm>
            <a:off x="6240112" y="2276872"/>
            <a:ext cx="2592000" cy="1404000"/>
          </a:xfrm>
          <a:prstGeom prst="rect">
            <a:avLst/>
          </a:prstGeom>
          <a:noFill/>
        </p:spPr>
        <p:txBody>
          <a:bodyPr vert="horz" lIns="0" tIns="144000" rIns="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dirty="0"/>
              <a:t/>
            </a:r>
          </a:p>
        </p:txBody>
      </p:sp>
      <p:sp>
        <p:nvSpPr>
          <p:cNvPr id="43" name="Textplatzhalter 2">
            <a:extLst>
              <a:ext uri="{FF2B5EF4-FFF2-40B4-BE49-F238E27FC236}">
                <a16:creationId xmlns:a16="http://schemas.microsoft.com/office/drawing/2014/main" id="{CDBE1A5C-5442-F1F2-BB87-D04237CA2F01}"/>
              </a:ext>
            </a:extLst>
          </p:cNvPr>
          <p:cNvSpPr txBox="1">
            <a:spLocks/>
          </p:cNvSpPr>
          <p:nvPr/>
        </p:nvSpPr>
        <p:spPr bwMode="gray">
          <a:xfrm>
            <a:off x="9120624" y="2276872"/>
            <a:ext cx="2592000" cy="1404000"/>
          </a:xfrm>
          <a:prstGeom prst="rect">
            <a:avLst/>
          </a:prstGeom>
          <a:noFill/>
        </p:spPr>
        <p:txBody>
          <a:bodyPr vert="horz" lIns="0" tIns="144000" rIns="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dirty="0"/>
              <a:t/>
            </a:r>
          </a:p>
        </p:txBody>
      </p:sp>
      <p:sp>
        <p:nvSpPr>
          <p:cNvPr id="44" name="Textplatzhalter 2">
            <a:extLst>
              <a:ext uri="{FF2B5EF4-FFF2-40B4-BE49-F238E27FC236}">
                <a16:creationId xmlns:a16="http://schemas.microsoft.com/office/drawing/2014/main" id="{E2D14D98-8E48-D68A-F634-B6A1BE5E6A9D}"/>
              </a:ext>
            </a:extLst>
          </p:cNvPr>
          <p:cNvSpPr txBox="1">
            <a:spLocks/>
          </p:cNvSpPr>
          <p:nvPr/>
        </p:nvSpPr>
        <p:spPr bwMode="gray">
          <a:xfrm>
            <a:off x="3359792" y="2276872"/>
            <a:ext cx="2592000" cy="1404000"/>
          </a:xfrm>
          <a:prstGeom prst="rect">
            <a:avLst/>
          </a:prstGeom>
          <a:noFill/>
        </p:spPr>
        <p:txBody>
          <a:bodyPr vert="horz" lIns="0" tIns="144000" rIns="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dirty="0"/>
              <a:t/>
            </a:r>
          </a:p>
        </p:txBody>
      </p:sp>
      <p:pic>
        <p:nvPicPr>
          <p:cNvPr id="2" name="Grafik 1">
            <a:extLst>
              <a:ext uri="{FF2B5EF4-FFF2-40B4-BE49-F238E27FC236}">
                <a16:creationId xmlns:a16="http://schemas.microsoft.com/office/drawing/2014/main" id="{6647DD27-65CB-D080-DF4E-165BD5736C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25062498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hteck 22">
            <a:extLst>
              <a:ext uri="{FF2B5EF4-FFF2-40B4-BE49-F238E27FC236}">
                <a16:creationId xmlns:a16="http://schemas.microsoft.com/office/drawing/2014/main" id="{9648F546-FBD1-3357-58F0-8CC89236F38F}"/>
              </a:ext>
            </a:extLst>
          </p:cNvPr>
          <p:cNvSpPr/>
          <p:nvPr/>
        </p:nvSpPr>
        <p:spPr bwMode="ltGray">
          <a:xfrm>
            <a:off x="6096000" y="0"/>
            <a:ext cx="6095999"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graphicFrame>
        <p:nvGraphicFramePr>
          <p:cNvPr id="7" name="Objekt 6" hidden="1">
            <a:extLst>
              <a:ext uri="{FF2B5EF4-FFF2-40B4-BE49-F238E27FC236}">
                <a16:creationId xmlns:a16="http://schemas.microsoft.com/office/drawing/2014/main" id="{106F6428-9046-4788-AD32-38578B6ED69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 imgW="306" imgH="306" progId="TCLayout.ActiveDocument.1">
                  <p:embed/>
                </p:oleObj>
              </mc:Choice>
              <mc:Fallback>
                <p:oleObj name="think-cell Folie" r:id="rId5" imgW="306" imgH="306" progId="TCLayout.ActiveDocument.1">
                  <p:embed/>
                  <p:pic>
                    <p:nvPicPr>
                      <p:cNvPr id="7" name="Objekt 6" hidden="1">
                        <a:extLst>
                          <a:ext uri="{FF2B5EF4-FFF2-40B4-BE49-F238E27FC236}">
                            <a16:creationId xmlns:a16="http://schemas.microsoft.com/office/drawing/2014/main" id="{106F6428-9046-4788-AD32-38578B6ED69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Rechteck 5" hidden="1">
            <a:extLst>
              <a:ext uri="{FF2B5EF4-FFF2-40B4-BE49-F238E27FC236}">
                <a16:creationId xmlns:a16="http://schemas.microsoft.com/office/drawing/2014/main" id="{966D6694-E2D1-435E-9298-903578FCCF8A}"/>
              </a:ext>
            </a:extLst>
          </p:cNvPr>
          <p:cNvSpPr/>
          <p:nvPr>
            <p:custDataLst>
              <p:tags r:id="rId2"/>
            </p:custDataLst>
          </p:nvPr>
        </p:nvSpPr>
        <p:spPr bwMode="gray">
          <a:xfrm>
            <a:off x="0" y="0"/>
            <a:ext cx="158750" cy="15875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dirty="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4" name="Titel 3">
            <a:extLst>
              <a:ext uri="{FF2B5EF4-FFF2-40B4-BE49-F238E27FC236}">
                <a16:creationId xmlns:a16="http://schemas.microsoft.com/office/drawing/2014/main" id="{8C0ED3A6-3B59-59D6-2F77-E91D0225EB8B}"/>
              </a:ext>
            </a:extLst>
          </p:cNvPr>
          <p:cNvSpPr>
            <a:spLocks noGrp="1"/>
          </p:cNvSpPr>
          <p:nvPr>
            <p:ph type="title"/>
          </p:nvPr>
        </p:nvSpPr>
        <p:spPr bwMode="gray">
          <a:xfrm>
            <a:off x="479425" y="476250"/>
            <a:ext cx="5472000" cy="720725"/>
          </a:xfrm>
        </p:spPr>
        <p:txBody>
          <a:bodyPr/>
          <a:lstStyle/>
          <a:p>
            <a:r>
              <a:rPr lang="en-US" dirty="0"/>
              <a:t>市场概览 | Market Overview — 猫狗增长趋势 &amp; 核心数据</a:t>
            </a:r>
          </a:p>
        </p:txBody>
      </p:sp>
      <p:sp>
        <p:nvSpPr>
          <p:cNvPr id="14" name="Textplatzhalter 13">
            <a:extLst>
              <a:ext uri="{FF2B5EF4-FFF2-40B4-BE49-F238E27FC236}">
                <a16:creationId xmlns:a16="http://schemas.microsoft.com/office/drawing/2014/main" id="{89275085-AD8E-FB84-BD8A-7D5A28754594}"/>
              </a:ext>
            </a:extLst>
          </p:cNvPr>
          <p:cNvSpPr>
            <a:spLocks noGrp="1"/>
          </p:cNvSpPr>
          <p:nvPr>
            <p:ph type="body" sz="quarter" idx="13"/>
          </p:nvPr>
        </p:nvSpPr>
        <p:spPr bwMode="gray">
          <a:xfrm>
            <a:off x="479998" y="5805280"/>
            <a:ext cx="5472000" cy="144000"/>
          </a:xfrm>
        </p:spPr>
        <p:txBody>
          <a:bodyPr/>
          <a:lstStyle/>
          <a:p>
            <a:endParaRPr lang="en-US" dirty="0"/>
          </a:p>
        </p:txBody>
      </p:sp>
      <p:sp>
        <p:nvSpPr>
          <p:cNvPr id="5" name="Fußzeilenplatzhalter 4">
            <a:extLst>
              <a:ext uri="{FF2B5EF4-FFF2-40B4-BE49-F238E27FC236}">
                <a16:creationId xmlns:a16="http://schemas.microsoft.com/office/drawing/2014/main" id="{2517298A-E99F-9FD3-CFE9-828FDE4FE256}"/>
              </a:ext>
            </a:extLst>
          </p:cNvPr>
          <p:cNvSpPr>
            <a:spLocks noGrp="1"/>
          </p:cNvSpPr>
          <p:nvPr>
            <p:ph type="ftr" sz="quarter" idx="10"/>
          </p:nvPr>
        </p:nvSpPr>
        <p:spPr bwMode="gray">
          <a:xfrm>
            <a:off x="6312024" y="6246836"/>
            <a:ext cx="5040560" cy="288000"/>
          </a:xfrm>
        </p:spPr>
        <p:txBody>
          <a:bodyPr/>
          <a:lstStyle/>
          <a:p>
            <a:r>
              <a:rPr lang="en-US" dirty="0">
                <a:solidFill>
                  <a:schemeClr val="bg1"/>
                </a:solidFill>
              </a:rPr>
              <a:t>数据来源：艾媒咨询、前瞻网、中国畜牧业协会宠物产业分会、派读宠物行业大数据平台  |  Data: May 2026</a:t>
            </a:r>
          </a:p>
        </p:txBody>
      </p:sp>
      <p:sp>
        <p:nvSpPr>
          <p:cNvPr id="9" name="Foliennummernplatzhalter 8">
            <a:extLst>
              <a:ext uri="{FF2B5EF4-FFF2-40B4-BE49-F238E27FC236}">
                <a16:creationId xmlns:a16="http://schemas.microsoft.com/office/drawing/2014/main" id="{299F91A6-15AE-9FD9-DB3F-FF4366EB107F}"/>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solidFill>
                  <a:schemeClr val="bg1"/>
                </a:solidFill>
              </a:rPr>
              <a:pPr/>
              <a:t>28</a:t>
            </a:fld>
            <a:endParaRPr lang="en-US" dirty="0">
              <a:solidFill>
                <a:schemeClr val="bg1"/>
              </a:solidFill>
            </a:endParaRPr>
          </a:p>
        </p:txBody>
      </p:sp>
      <p:sp>
        <p:nvSpPr>
          <p:cNvPr id="12" name="Textplatzhalter 2">
            <a:extLst>
              <a:ext uri="{FF2B5EF4-FFF2-40B4-BE49-F238E27FC236}">
                <a16:creationId xmlns:a16="http://schemas.microsoft.com/office/drawing/2014/main" id="{79B34916-5210-CA39-D9D3-08443E8C3B75}"/>
              </a:ext>
            </a:extLst>
          </p:cNvPr>
          <p:cNvSpPr txBox="1">
            <a:spLocks/>
          </p:cNvSpPr>
          <p:nvPr/>
        </p:nvSpPr>
        <p:spPr bwMode="gray">
          <a:xfrm>
            <a:off x="479474" y="1412875"/>
            <a:ext cx="5472064" cy="4392389"/>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dirty="0"/>
              <a:t>数据来源：艾媒、宠工委、京东消费研究院 | Data: May 2026</a:t>
            </a:r>
          </a:p>
          <a:p>
            <a:pPr marL="0" indent="0">
              <a:buNone/>
            </a:pPr>
            <a:r>
              <a:rPr lang="en-US" dirty="0"/>
              <a:t>中国市场宠物行业总规模，含食品/医疗/用品等全产业链</a:t>
            </a:r>
          </a:p>
        </p:txBody>
      </p:sp>
      <p:pic>
        <p:nvPicPr>
          <p:cNvPr id="8" name="Grafik 7">
            <a:extLst>
              <a:ext uri="{FF2B5EF4-FFF2-40B4-BE49-F238E27FC236}">
                <a16:creationId xmlns:a16="http://schemas.microsoft.com/office/drawing/2014/main" id="{B6F43060-869E-A3C7-3E46-84684625095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bwMode="gray">
          <a:xfrm>
            <a:off x="6528112" y="404664"/>
            <a:ext cx="576000" cy="576000"/>
          </a:xfrm>
          <a:prstGeom prst="rect">
            <a:avLst/>
          </a:prstGeom>
        </p:spPr>
      </p:pic>
      <p:sp>
        <p:nvSpPr>
          <p:cNvPr id="17" name="Textplatzhalter 8">
            <a:extLst>
              <a:ext uri="{FF2B5EF4-FFF2-40B4-BE49-F238E27FC236}">
                <a16:creationId xmlns:a16="http://schemas.microsoft.com/office/drawing/2014/main" id="{9DAA71CD-27A5-67DE-0BA0-4D973A21B32B}"/>
              </a:ext>
            </a:extLst>
          </p:cNvPr>
          <p:cNvSpPr txBox="1">
            <a:spLocks/>
          </p:cNvSpPr>
          <p:nvPr/>
        </p:nvSpPr>
        <p:spPr bwMode="gray">
          <a:xfrm>
            <a:off x="7320240" y="476672"/>
            <a:ext cx="4392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solidFill>
                  <a:schemeClr val="bg1"/>
                </a:solidFill>
              </a:rPr>
              <a:t>3,100+</a:t>
            </a:r>
          </a:p>
        </p:txBody>
      </p:sp>
      <p:sp>
        <p:nvSpPr>
          <p:cNvPr id="18" name="Textplatzhalter 2">
            <a:extLst>
              <a:ext uri="{FF2B5EF4-FFF2-40B4-BE49-F238E27FC236}">
                <a16:creationId xmlns:a16="http://schemas.microsoft.com/office/drawing/2014/main" id="{2BC4A02F-7E78-0A11-AB72-60D25339B800}"/>
              </a:ext>
            </a:extLst>
          </p:cNvPr>
          <p:cNvSpPr txBox="1">
            <a:spLocks/>
          </p:cNvSpPr>
          <p:nvPr/>
        </p:nvSpPr>
        <p:spPr bwMode="gray">
          <a:xfrm>
            <a:off x="7320136" y="1196808"/>
            <a:ext cx="4392000" cy="504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亿元 CNY
中国宠物市场规模</a:t>
            </a:r>
          </a:p>
        </p:txBody>
      </p:sp>
      <p:sp>
        <p:nvSpPr>
          <p:cNvPr id="42" name="Textplatzhalter 8">
            <a:extLst>
              <a:ext uri="{FF2B5EF4-FFF2-40B4-BE49-F238E27FC236}">
                <a16:creationId xmlns:a16="http://schemas.microsoft.com/office/drawing/2014/main" id="{760AD228-A9BE-DE38-63A9-6E4B7CC382A6}"/>
              </a:ext>
            </a:extLst>
          </p:cNvPr>
          <p:cNvSpPr txBox="1">
            <a:spLocks/>
          </p:cNvSpPr>
          <p:nvPr/>
        </p:nvSpPr>
        <p:spPr bwMode="gray">
          <a:xfrm>
            <a:off x="7320240" y="1880828"/>
            <a:ext cx="4392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solidFill>
                  <a:schemeClr val="bg1"/>
                </a:solidFill>
              </a:rPr>
              <a:t>840</a:t>
            </a:r>
          </a:p>
        </p:txBody>
      </p:sp>
      <p:sp>
        <p:nvSpPr>
          <p:cNvPr id="43" name="Textplatzhalter 2">
            <a:extLst>
              <a:ext uri="{FF2B5EF4-FFF2-40B4-BE49-F238E27FC236}">
                <a16:creationId xmlns:a16="http://schemas.microsoft.com/office/drawing/2014/main" id="{67BCC5CC-96B4-9E7D-E636-8FB98362E3A1}"/>
              </a:ext>
            </a:extLst>
          </p:cNvPr>
          <p:cNvSpPr txBox="1">
            <a:spLocks/>
          </p:cNvSpPr>
          <p:nvPr/>
        </p:nvSpPr>
        <p:spPr bwMode="gray">
          <a:xfrm>
            <a:off x="7320136" y="2600964"/>
            <a:ext cx="4392000" cy="504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市场规模+增速双指标，猫用市场增速领跑</a:t>
            </a:r>
          </a:p>
        </p:txBody>
      </p:sp>
      <p:pic>
        <p:nvPicPr>
          <p:cNvPr id="45" name="Grafik 44">
            <a:extLst>
              <a:ext uri="{FF2B5EF4-FFF2-40B4-BE49-F238E27FC236}">
                <a16:creationId xmlns:a16="http://schemas.microsoft.com/office/drawing/2014/main" id="{7CCEC55B-3EEB-C0D4-2A8E-3D6C750495F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bwMode="gray">
          <a:xfrm flipH="1" flipV="1">
            <a:off x="6528112" y="3212976"/>
            <a:ext cx="576000" cy="576000"/>
          </a:xfrm>
          <a:prstGeom prst="rect">
            <a:avLst/>
          </a:prstGeom>
        </p:spPr>
      </p:pic>
      <p:sp>
        <p:nvSpPr>
          <p:cNvPr id="47" name="Textplatzhalter 8">
            <a:extLst>
              <a:ext uri="{FF2B5EF4-FFF2-40B4-BE49-F238E27FC236}">
                <a16:creationId xmlns:a16="http://schemas.microsoft.com/office/drawing/2014/main" id="{1CDA0D25-1DF0-4265-A9A6-F6889B17ACE6}"/>
              </a:ext>
            </a:extLst>
          </p:cNvPr>
          <p:cNvSpPr txBox="1">
            <a:spLocks/>
          </p:cNvSpPr>
          <p:nvPr/>
        </p:nvSpPr>
        <p:spPr bwMode="gray">
          <a:xfrm>
            <a:off x="7320240" y="3284984"/>
            <a:ext cx="4392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300</a:t>
            </a:r>
          </a:p>
        </p:txBody>
      </p:sp>
      <p:sp>
        <p:nvSpPr>
          <p:cNvPr id="48" name="Textplatzhalter 2">
            <a:extLst>
              <a:ext uri="{FF2B5EF4-FFF2-40B4-BE49-F238E27FC236}">
                <a16:creationId xmlns:a16="http://schemas.microsoft.com/office/drawing/2014/main" id="{642B6D05-32F4-07B3-34E1-9A64DF5B5BB9}"/>
              </a:ext>
            </a:extLst>
          </p:cNvPr>
          <p:cNvSpPr txBox="1">
            <a:spLocks/>
          </p:cNvSpPr>
          <p:nvPr/>
        </p:nvSpPr>
        <p:spPr bwMode="gray">
          <a:xfrm>
            <a:off x="7320136" y="4005144"/>
            <a:ext cx="4392000" cy="504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亿元 CNY
宠物医疗消费</a:t>
            </a:r>
          </a:p>
        </p:txBody>
      </p:sp>
      <p:pic>
        <p:nvPicPr>
          <p:cNvPr id="49" name="Grafik 48">
            <a:extLst>
              <a:ext uri="{FF2B5EF4-FFF2-40B4-BE49-F238E27FC236}">
                <a16:creationId xmlns:a16="http://schemas.microsoft.com/office/drawing/2014/main" id="{C48AFD75-51EC-C5BB-CE58-42425C3A5B4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bwMode="gray">
          <a:xfrm>
            <a:off x="6528112" y="4617132"/>
            <a:ext cx="576000" cy="576000"/>
          </a:xfrm>
          <a:prstGeom prst="rect">
            <a:avLst/>
          </a:prstGeom>
        </p:spPr>
      </p:pic>
      <p:sp>
        <p:nvSpPr>
          <p:cNvPr id="50" name="Textplatzhalter 8">
            <a:extLst>
              <a:ext uri="{FF2B5EF4-FFF2-40B4-BE49-F238E27FC236}">
                <a16:creationId xmlns:a16="http://schemas.microsoft.com/office/drawing/2014/main" id="{E8495231-480E-40D1-BE11-DB9B862F7826}"/>
              </a:ext>
            </a:extLst>
          </p:cNvPr>
          <p:cNvSpPr txBox="1">
            <a:spLocks/>
          </p:cNvSpPr>
          <p:nvPr/>
        </p:nvSpPr>
        <p:spPr bwMode="gray">
          <a:xfrm>
            <a:off x="7320240" y="4689076"/>
            <a:ext cx="4392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solidFill>
                  <a:schemeClr val="bg1"/>
                </a:solidFill>
              </a:rPr>
              <a:t>5%</a:t>
            </a:r>
          </a:p>
        </p:txBody>
      </p:sp>
      <p:sp>
        <p:nvSpPr>
          <p:cNvPr id="53" name="Textplatzhalter 2">
            <a:extLst>
              <a:ext uri="{FF2B5EF4-FFF2-40B4-BE49-F238E27FC236}">
                <a16:creationId xmlns:a16="http://schemas.microsoft.com/office/drawing/2014/main" id="{EF1BAD84-51D1-F079-F41E-C7E6C9673F44}"/>
              </a:ext>
            </a:extLst>
          </p:cNvPr>
          <p:cNvSpPr txBox="1">
            <a:spLocks/>
          </p:cNvSpPr>
          <p:nvPr/>
        </p:nvSpPr>
        <p:spPr bwMode="gray">
          <a:xfrm>
            <a:off x="7320136" y="5409096"/>
            <a:ext cx="4392000" cy="503976"/>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市场规模+增速双指标，猫用市场增速领跑</a:t>
            </a:r>
          </a:p>
        </p:txBody>
      </p:sp>
      <p:pic>
        <p:nvPicPr>
          <p:cNvPr id="54" name="Grafik 53">
            <a:extLst>
              <a:ext uri="{FF2B5EF4-FFF2-40B4-BE49-F238E27FC236}">
                <a16:creationId xmlns:a16="http://schemas.microsoft.com/office/drawing/2014/main" id="{8A8E3F3F-E1DB-1EEA-1A24-0726098799A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bwMode="gray">
          <a:xfrm>
            <a:off x="6528112" y="1808884"/>
            <a:ext cx="576000" cy="576000"/>
          </a:xfrm>
          <a:prstGeom prst="rect">
            <a:avLst/>
          </a:prstGeom>
        </p:spPr>
      </p:pic>
    </p:spTree>
    <p:extLst>
      <p:ext uri="{BB962C8B-B14F-4D97-AF65-F5344CB8AC3E}">
        <p14:creationId xmlns:p14="http://schemas.microsoft.com/office/powerpoint/2010/main" val="7252073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iekt 3" hidden="1">
            <a:extLst>
              <a:ext uri="{FF2B5EF4-FFF2-40B4-BE49-F238E27FC236}">
                <a16:creationId xmlns:a16="http://schemas.microsoft.com/office/drawing/2014/main" id="{B1113471-D478-4F70-AD1C-AB5B7B83146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 imgW="399" imgH="399" progId="TCLayout.ActiveDocument.1">
                  <p:embed/>
                </p:oleObj>
              </mc:Choice>
              <mc:Fallback>
                <p:oleObj name="think-cell Folie" r:id="rId5" imgW="399" imgH="399" progId="TCLayout.ActiveDocument.1">
                  <p:embed/>
                  <p:pic>
                    <p:nvPicPr>
                      <p:cNvPr id="4" name="Obiekt 3" hidden="1">
                        <a:extLst>
                          <a:ext uri="{FF2B5EF4-FFF2-40B4-BE49-F238E27FC236}">
                            <a16:creationId xmlns:a16="http://schemas.microsoft.com/office/drawing/2014/main" id="{B1113471-D478-4F70-AD1C-AB5B7B83146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Prostokąt 2" hidden="1">
            <a:extLst>
              <a:ext uri="{FF2B5EF4-FFF2-40B4-BE49-F238E27FC236}">
                <a16:creationId xmlns:a16="http://schemas.microsoft.com/office/drawing/2014/main" id="{7F43898E-F1B5-4619-89C6-3A92D40FA4F8}"/>
              </a:ext>
            </a:extLst>
          </p:cNvPr>
          <p:cNvSpPr/>
          <p:nvPr>
            <p:custDataLst>
              <p:tags r:id="rId2"/>
            </p:custDataLst>
          </p:nvPr>
        </p:nvSpPr>
        <p:spPr>
          <a:xfrm>
            <a:off x="0" y="0"/>
            <a:ext cx="158750" cy="158750"/>
          </a:xfrm>
          <a:prstGeom prst="rect">
            <a:avLst/>
          </a:prstGeom>
          <a:no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dirty="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11" name="Titel 10">
            <a:extLst>
              <a:ext uri="{FF2B5EF4-FFF2-40B4-BE49-F238E27FC236}">
                <a16:creationId xmlns:a16="http://schemas.microsoft.com/office/drawing/2014/main" id="{9DED22F0-7C9C-435B-5798-C83C37D0847F}"/>
              </a:ext>
            </a:extLst>
          </p:cNvPr>
          <p:cNvSpPr>
            <a:spLocks noGrp="1"/>
          </p:cNvSpPr>
          <p:nvPr>
            <p:ph type="title"/>
          </p:nvPr>
        </p:nvSpPr>
        <p:spPr bwMode="gray">
          <a:xfrm>
            <a:off x="479424" y="477000"/>
            <a:ext cx="11233151" cy="720000"/>
          </a:xfrm>
        </p:spPr>
        <p:txBody>
          <a:bodyPr/>
          <a:lstStyle/>
          <a:p>
            <a:r>
              <a:rPr lang="en-US" dirty="0"/>
              <a:t>Timeline</a:t>
            </a:r>
          </a:p>
        </p:txBody>
      </p:sp>
      <p:sp>
        <p:nvSpPr>
          <p:cNvPr id="13" name="Textplatzhalter 12">
            <a:extLst>
              <a:ext uri="{FF2B5EF4-FFF2-40B4-BE49-F238E27FC236}">
                <a16:creationId xmlns:a16="http://schemas.microsoft.com/office/drawing/2014/main" id="{C57EE880-6404-2EC6-5F31-2A5789058851}"/>
              </a:ext>
            </a:extLst>
          </p:cNvPr>
          <p:cNvSpPr>
            <a:spLocks noGrp="1"/>
          </p:cNvSpPr>
          <p:nvPr>
            <p:ph type="body" sz="quarter" idx="13"/>
          </p:nvPr>
        </p:nvSpPr>
        <p:spPr bwMode="gray"/>
        <p:txBody>
          <a:bodyPr/>
          <a:lstStyle/>
          <a:p>
            <a:endParaRPr lang="en-US" dirty="0"/>
          </a:p>
        </p:txBody>
      </p:sp>
      <p:sp>
        <p:nvSpPr>
          <p:cNvPr id="6" name="Fußzeilenplatzhalter 5">
            <a:extLst>
              <a:ext uri="{FF2B5EF4-FFF2-40B4-BE49-F238E27FC236}">
                <a16:creationId xmlns:a16="http://schemas.microsoft.com/office/drawing/2014/main" id="{9CB8603A-E279-3440-8BCE-DA5DFC43E200}"/>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7" name="Foliennummernplatzhalter 6">
            <a:extLst>
              <a:ext uri="{FF2B5EF4-FFF2-40B4-BE49-F238E27FC236}">
                <a16:creationId xmlns:a16="http://schemas.microsoft.com/office/drawing/2014/main" id="{E6798797-CE04-FCA7-7A89-0E0C40884CEC}"/>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29</a:t>
            </a:fld>
            <a:endParaRPr lang="en-US" dirty="0"/>
          </a:p>
        </p:txBody>
      </p:sp>
      <p:cxnSp>
        <p:nvCxnSpPr>
          <p:cNvPr id="14" name="Gerader Verbinder 13">
            <a:extLst>
              <a:ext uri="{FF2B5EF4-FFF2-40B4-BE49-F238E27FC236}">
                <a16:creationId xmlns:a16="http://schemas.microsoft.com/office/drawing/2014/main" id="{34A127BF-6D2E-1592-FFF8-44E4242F0341}"/>
              </a:ext>
            </a:extLst>
          </p:cNvPr>
          <p:cNvCxnSpPr>
            <a:cxnSpLocks/>
          </p:cNvCxnSpPr>
          <p:nvPr/>
        </p:nvCxnSpPr>
        <p:spPr bwMode="gray">
          <a:xfrm>
            <a:off x="0" y="2276872"/>
            <a:ext cx="11712575" cy="0"/>
          </a:xfrm>
          <a:prstGeom prst="line">
            <a:avLst/>
          </a:prstGeom>
          <a:ln w="9525">
            <a:solidFill>
              <a:schemeClr val="bg2"/>
            </a:solidFill>
            <a:tailEnd type="arrow"/>
          </a:ln>
        </p:spPr>
        <p:style>
          <a:lnRef idx="1">
            <a:schemeClr val="accent1"/>
          </a:lnRef>
          <a:fillRef idx="0">
            <a:schemeClr val="accent1"/>
          </a:fillRef>
          <a:effectRef idx="0">
            <a:schemeClr val="accent1"/>
          </a:effectRef>
          <a:fontRef idx="minor">
            <a:schemeClr val="tx1"/>
          </a:fontRef>
        </p:style>
      </p:cxnSp>
      <p:sp>
        <p:nvSpPr>
          <p:cNvPr id="15" name="Textplatzhalter 2">
            <a:extLst>
              <a:ext uri="{FF2B5EF4-FFF2-40B4-BE49-F238E27FC236}">
                <a16:creationId xmlns:a16="http://schemas.microsoft.com/office/drawing/2014/main" id="{8B52D360-81E7-E758-FF2F-7E8AFB10EDA2}"/>
              </a:ext>
            </a:extLst>
          </p:cNvPr>
          <p:cNvSpPr txBox="1">
            <a:spLocks/>
          </p:cNvSpPr>
          <p:nvPr/>
        </p:nvSpPr>
        <p:spPr bwMode="gray">
          <a:xfrm>
            <a:off x="479473" y="3285264"/>
            <a:ext cx="1656000" cy="2520000"/>
          </a:xfrm>
          <a:prstGeom prst="rect">
            <a:avLst/>
          </a:prstGeom>
        </p:spPr>
        <p:txBody>
          <a:bodyPr vert="horz" lIns="14400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p>
          <a:p>
            <a:pPr marL="0" lvl="4" indent="0">
              <a:buNone/>
            </a:pPr>
            <a:r>
              <a:rPr lang="en-US" dirty="0"/>
              <a:t>Integer facilisis,</a:t>
            </a:r>
            <a:br>
              <a:rPr lang="en-US" dirty="0"/>
            </a:br>
            <a:r>
              <a:rPr lang="en-US" dirty="0"/>
              <a:t>sem ut blandit vestibulum, felis massa laoreet.</a:t>
            </a:r>
          </a:p>
        </p:txBody>
      </p:sp>
      <p:sp>
        <p:nvSpPr>
          <p:cNvPr id="16" name="Textplatzhalter 2">
            <a:extLst>
              <a:ext uri="{FF2B5EF4-FFF2-40B4-BE49-F238E27FC236}">
                <a16:creationId xmlns:a16="http://schemas.microsoft.com/office/drawing/2014/main" id="{98426FD2-3DAC-5A77-7B8B-D1E1E2C3F125}"/>
              </a:ext>
            </a:extLst>
          </p:cNvPr>
          <p:cNvSpPr txBox="1">
            <a:spLocks/>
          </p:cNvSpPr>
          <p:nvPr/>
        </p:nvSpPr>
        <p:spPr bwMode="gray">
          <a:xfrm>
            <a:off x="2423666" y="3285264"/>
            <a:ext cx="1620000" cy="2520000"/>
          </a:xfrm>
          <a:prstGeom prst="rect">
            <a:avLst/>
          </a:prstGeom>
        </p:spPr>
        <p:txBody>
          <a:bodyPr vert="horz" lIns="14400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p>
          <a:p>
            <a:pPr marL="0" lvl="4" indent="0">
              <a:buNone/>
            </a:pPr>
            <a:r>
              <a:rPr lang="en-US" dirty="0"/>
              <a:t>Integer facilisis,</a:t>
            </a:r>
            <a:br>
              <a:rPr lang="en-US" dirty="0"/>
            </a:br>
            <a:r>
              <a:rPr lang="en-US" dirty="0"/>
              <a:t>sem ut blandit vestibulum, felis massa laoreet mi, vel vene ate natis lacus bin erat quis esthe.</a:t>
            </a:r>
          </a:p>
        </p:txBody>
      </p:sp>
      <p:sp>
        <p:nvSpPr>
          <p:cNvPr id="17" name="Textplatzhalter 2">
            <a:extLst>
              <a:ext uri="{FF2B5EF4-FFF2-40B4-BE49-F238E27FC236}">
                <a16:creationId xmlns:a16="http://schemas.microsoft.com/office/drawing/2014/main" id="{3D3632E4-9DE1-F2B8-394E-9184261C3B5C}"/>
              </a:ext>
            </a:extLst>
          </p:cNvPr>
          <p:cNvSpPr txBox="1">
            <a:spLocks/>
          </p:cNvSpPr>
          <p:nvPr/>
        </p:nvSpPr>
        <p:spPr bwMode="gray">
          <a:xfrm>
            <a:off x="4331804" y="3285264"/>
            <a:ext cx="1620000" cy="2520000"/>
          </a:xfrm>
          <a:prstGeom prst="rect">
            <a:avLst/>
          </a:prstGeom>
        </p:spPr>
        <p:txBody>
          <a:bodyPr vert="horz" lIns="14400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p>
          <a:p>
            <a:pPr marL="0" lvl="4" indent="0">
              <a:buNone/>
            </a:pPr>
            <a:r>
              <a:rPr lang="en-US" dirty="0"/>
              <a:t>Integer facilisis,</a:t>
            </a:r>
            <a:br>
              <a:rPr lang="en-US" dirty="0"/>
            </a:br>
            <a:r>
              <a:rPr lang="en-US" dirty="0"/>
              <a:t>sem ut blandit vestibulum, felis massa laoreet.</a:t>
            </a:r>
          </a:p>
        </p:txBody>
      </p:sp>
      <p:pic>
        <p:nvPicPr>
          <p:cNvPr id="18" name="Grafik 17">
            <a:extLst>
              <a:ext uri="{FF2B5EF4-FFF2-40B4-BE49-F238E27FC236}">
                <a16:creationId xmlns:a16="http://schemas.microsoft.com/office/drawing/2014/main" id="{6C3EAAA3-B654-6FA8-8B23-444E7905D7B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bwMode="gray">
          <a:xfrm>
            <a:off x="479376" y="1412776"/>
            <a:ext cx="576000" cy="576000"/>
          </a:xfrm>
          <a:prstGeom prst="rect">
            <a:avLst/>
          </a:prstGeom>
        </p:spPr>
      </p:pic>
      <p:sp>
        <p:nvSpPr>
          <p:cNvPr id="21" name="Textplatzhalter 2">
            <a:extLst>
              <a:ext uri="{FF2B5EF4-FFF2-40B4-BE49-F238E27FC236}">
                <a16:creationId xmlns:a16="http://schemas.microsoft.com/office/drawing/2014/main" id="{DD56AA47-8F14-C9C3-EB5E-D9780E1B4E9A}"/>
              </a:ext>
            </a:extLst>
          </p:cNvPr>
          <p:cNvSpPr txBox="1">
            <a:spLocks/>
          </p:cNvSpPr>
          <p:nvPr/>
        </p:nvSpPr>
        <p:spPr bwMode="gray">
          <a:xfrm>
            <a:off x="6240052" y="3285264"/>
            <a:ext cx="1620000" cy="2520000"/>
          </a:xfrm>
          <a:prstGeom prst="rect">
            <a:avLst/>
          </a:prstGeom>
        </p:spPr>
        <p:txBody>
          <a:bodyPr vert="horz" lIns="14400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p>
          <a:p>
            <a:pPr marL="0" lvl="4" indent="0">
              <a:buNone/>
            </a:pPr>
            <a:r>
              <a:rPr lang="en-US" dirty="0"/>
              <a:t>Integer facilisis</a:t>
            </a:r>
            <a:br>
              <a:rPr lang="en-US" dirty="0"/>
            </a:br>
            <a:r>
              <a:rPr lang="en-US" dirty="0"/>
              <a:t>sem ut blandit vestibulum, felis massa laoreet mi, vel vene ate natis lacus.</a:t>
            </a:r>
          </a:p>
        </p:txBody>
      </p:sp>
      <p:sp>
        <p:nvSpPr>
          <p:cNvPr id="22" name="Textplatzhalter 2">
            <a:extLst>
              <a:ext uri="{FF2B5EF4-FFF2-40B4-BE49-F238E27FC236}">
                <a16:creationId xmlns:a16="http://schemas.microsoft.com/office/drawing/2014/main" id="{199CDB6F-0DC4-7E47-1D09-89FB8DEB5438}"/>
              </a:ext>
            </a:extLst>
          </p:cNvPr>
          <p:cNvSpPr txBox="1">
            <a:spLocks/>
          </p:cNvSpPr>
          <p:nvPr/>
        </p:nvSpPr>
        <p:spPr bwMode="gray">
          <a:xfrm>
            <a:off x="8148245" y="3285264"/>
            <a:ext cx="1620000" cy="2520000"/>
          </a:xfrm>
          <a:prstGeom prst="rect">
            <a:avLst/>
          </a:prstGeom>
        </p:spPr>
        <p:txBody>
          <a:bodyPr vert="horz" lIns="14400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p>
          <a:p>
            <a:pPr marL="0" lvl="4" indent="0">
              <a:buNone/>
            </a:pPr>
            <a:r>
              <a:rPr lang="en-US" dirty="0"/>
              <a:t>Integer facilisis,</a:t>
            </a:r>
            <a:br>
              <a:rPr lang="en-US" dirty="0"/>
            </a:br>
            <a:r>
              <a:rPr lang="en-US" dirty="0"/>
              <a:t>sem ut blandit vestibulum, felis massa laoreet.</a:t>
            </a:r>
          </a:p>
        </p:txBody>
      </p:sp>
      <p:sp>
        <p:nvSpPr>
          <p:cNvPr id="23" name="Textplatzhalter 2">
            <a:extLst>
              <a:ext uri="{FF2B5EF4-FFF2-40B4-BE49-F238E27FC236}">
                <a16:creationId xmlns:a16="http://schemas.microsoft.com/office/drawing/2014/main" id="{E872B040-3BA1-1502-9B49-F2F4A4FF2851}"/>
              </a:ext>
            </a:extLst>
          </p:cNvPr>
          <p:cNvSpPr txBox="1">
            <a:spLocks/>
          </p:cNvSpPr>
          <p:nvPr/>
        </p:nvSpPr>
        <p:spPr bwMode="gray">
          <a:xfrm>
            <a:off x="10056440" y="3285264"/>
            <a:ext cx="1656000" cy="2520000"/>
          </a:xfrm>
          <a:prstGeom prst="rect">
            <a:avLst/>
          </a:prstGeom>
        </p:spPr>
        <p:txBody>
          <a:bodyPr vert="horz" lIns="144000" tIns="14400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p>
          <a:p>
            <a:pPr marL="0" lvl="4" indent="0">
              <a:buNone/>
            </a:pPr>
            <a:r>
              <a:rPr lang="en-US" dirty="0"/>
              <a:t>Integer facilisis</a:t>
            </a:r>
            <a:br>
              <a:rPr lang="en-US" dirty="0"/>
            </a:br>
            <a:r>
              <a:rPr lang="en-US" dirty="0"/>
              <a:t>sem ut blandit vestibulum, felis massa laoreet mi, vel vene ate natis lacus.</a:t>
            </a:r>
          </a:p>
        </p:txBody>
      </p:sp>
      <p:sp>
        <p:nvSpPr>
          <p:cNvPr id="32" name="Textplatzhalter 8">
            <a:extLst>
              <a:ext uri="{FF2B5EF4-FFF2-40B4-BE49-F238E27FC236}">
                <a16:creationId xmlns:a16="http://schemas.microsoft.com/office/drawing/2014/main" id="{EB135C87-2B56-404A-63AF-BEBBB24B31FA}"/>
              </a:ext>
            </a:extLst>
          </p:cNvPr>
          <p:cNvSpPr txBox="1">
            <a:spLocks/>
          </p:cNvSpPr>
          <p:nvPr/>
        </p:nvSpPr>
        <p:spPr bwMode="gray">
          <a:xfrm>
            <a:off x="479480" y="2276872"/>
            <a:ext cx="1656000" cy="864000"/>
          </a:xfrm>
          <a:prstGeom prst="rect">
            <a:avLst/>
          </a:prstGeom>
          <a:noFill/>
          <a:effectLst/>
        </p:spPr>
        <p:txBody>
          <a:bodyPr wrap="none" lIns="144000" tIns="0" rIns="0" bIns="0" anchor="b"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2500" dirty="0">
                <a:solidFill>
                  <a:schemeClr val="bg2"/>
                </a:solidFill>
              </a:rPr>
              <a:t>20XX</a:t>
            </a:r>
          </a:p>
        </p:txBody>
      </p:sp>
      <p:cxnSp>
        <p:nvCxnSpPr>
          <p:cNvPr id="27" name="Gerader Verbinder 26">
            <a:extLst>
              <a:ext uri="{FF2B5EF4-FFF2-40B4-BE49-F238E27FC236}">
                <a16:creationId xmlns:a16="http://schemas.microsoft.com/office/drawing/2014/main" id="{1386965E-4568-7D4E-0514-6C3FFF39433A}"/>
              </a:ext>
            </a:extLst>
          </p:cNvPr>
          <p:cNvCxnSpPr>
            <a:cxnSpLocks/>
          </p:cNvCxnSpPr>
          <p:nvPr/>
        </p:nvCxnSpPr>
        <p:spPr bwMode="gray">
          <a:xfrm flipV="1">
            <a:off x="479401" y="2276871"/>
            <a:ext cx="0" cy="864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38" name="Textplatzhalter 8">
            <a:extLst>
              <a:ext uri="{FF2B5EF4-FFF2-40B4-BE49-F238E27FC236}">
                <a16:creationId xmlns:a16="http://schemas.microsoft.com/office/drawing/2014/main" id="{B52DB202-8271-DBC2-8962-540FB17A262A}"/>
              </a:ext>
            </a:extLst>
          </p:cNvPr>
          <p:cNvSpPr txBox="1">
            <a:spLocks/>
          </p:cNvSpPr>
          <p:nvPr/>
        </p:nvSpPr>
        <p:spPr bwMode="gray">
          <a:xfrm>
            <a:off x="2423696" y="2276872"/>
            <a:ext cx="1620000" cy="864000"/>
          </a:xfrm>
          <a:prstGeom prst="rect">
            <a:avLst/>
          </a:prstGeom>
          <a:noFill/>
          <a:effectLst/>
        </p:spPr>
        <p:txBody>
          <a:bodyPr wrap="none" lIns="144000" tIns="0" rIns="0" bIns="0" anchor="b"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3600" dirty="0"/>
              <a:t>20XX</a:t>
            </a:r>
          </a:p>
        </p:txBody>
      </p:sp>
      <p:cxnSp>
        <p:nvCxnSpPr>
          <p:cNvPr id="40" name="Gerader Verbinder 39">
            <a:extLst>
              <a:ext uri="{FF2B5EF4-FFF2-40B4-BE49-F238E27FC236}">
                <a16:creationId xmlns:a16="http://schemas.microsoft.com/office/drawing/2014/main" id="{8268C79C-4FE3-19EC-E850-229D4105BD38}"/>
              </a:ext>
            </a:extLst>
          </p:cNvPr>
          <p:cNvCxnSpPr>
            <a:cxnSpLocks/>
          </p:cNvCxnSpPr>
          <p:nvPr/>
        </p:nvCxnSpPr>
        <p:spPr bwMode="gray">
          <a:xfrm flipV="1">
            <a:off x="2423617" y="2276871"/>
            <a:ext cx="0" cy="864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5" name="Gerader Verbinder 44">
            <a:extLst>
              <a:ext uri="{FF2B5EF4-FFF2-40B4-BE49-F238E27FC236}">
                <a16:creationId xmlns:a16="http://schemas.microsoft.com/office/drawing/2014/main" id="{513A4334-92B3-9280-ADFB-AA2663EDEAFC}"/>
              </a:ext>
            </a:extLst>
          </p:cNvPr>
          <p:cNvCxnSpPr>
            <a:cxnSpLocks/>
          </p:cNvCxnSpPr>
          <p:nvPr/>
        </p:nvCxnSpPr>
        <p:spPr bwMode="gray">
          <a:xfrm flipV="1">
            <a:off x="4331804" y="2276871"/>
            <a:ext cx="0" cy="864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pic>
        <p:nvPicPr>
          <p:cNvPr id="48" name="Grafik 47">
            <a:extLst>
              <a:ext uri="{FF2B5EF4-FFF2-40B4-BE49-F238E27FC236}">
                <a16:creationId xmlns:a16="http://schemas.microsoft.com/office/drawing/2014/main" id="{104B17A8-E18D-D309-86B2-2438E257B27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bwMode="gray">
          <a:xfrm>
            <a:off x="8148408" y="1412776"/>
            <a:ext cx="576000" cy="576000"/>
          </a:xfrm>
          <a:prstGeom prst="rect">
            <a:avLst/>
          </a:prstGeom>
        </p:spPr>
      </p:pic>
      <p:pic>
        <p:nvPicPr>
          <p:cNvPr id="49" name="Grafik 48">
            <a:extLst>
              <a:ext uri="{FF2B5EF4-FFF2-40B4-BE49-F238E27FC236}">
                <a16:creationId xmlns:a16="http://schemas.microsoft.com/office/drawing/2014/main" id="{B579221B-5AE9-6917-5613-2A21EB23B6A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bwMode="gray">
          <a:xfrm>
            <a:off x="6240196" y="1412776"/>
            <a:ext cx="576000" cy="576000"/>
          </a:xfrm>
          <a:prstGeom prst="rect">
            <a:avLst/>
          </a:prstGeom>
        </p:spPr>
      </p:pic>
      <p:sp>
        <p:nvSpPr>
          <p:cNvPr id="50" name="Textplatzhalter 8">
            <a:extLst>
              <a:ext uri="{FF2B5EF4-FFF2-40B4-BE49-F238E27FC236}">
                <a16:creationId xmlns:a16="http://schemas.microsoft.com/office/drawing/2014/main" id="{703EB0B9-D1C8-BAA5-A353-2057EF40689E}"/>
              </a:ext>
            </a:extLst>
          </p:cNvPr>
          <p:cNvSpPr txBox="1">
            <a:spLocks/>
          </p:cNvSpPr>
          <p:nvPr/>
        </p:nvSpPr>
        <p:spPr bwMode="gray">
          <a:xfrm>
            <a:off x="4331804" y="2276872"/>
            <a:ext cx="1620000" cy="864000"/>
          </a:xfrm>
          <a:prstGeom prst="rect">
            <a:avLst/>
          </a:prstGeom>
          <a:noFill/>
          <a:effectLst/>
        </p:spPr>
        <p:txBody>
          <a:bodyPr wrap="none" lIns="144000" tIns="0" rIns="0" bIns="0" anchor="b"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2500" dirty="0">
                <a:solidFill>
                  <a:schemeClr val="bg2"/>
                </a:solidFill>
              </a:rPr>
              <a:t>20XX</a:t>
            </a:r>
          </a:p>
        </p:txBody>
      </p:sp>
      <p:cxnSp>
        <p:nvCxnSpPr>
          <p:cNvPr id="51" name="Gerader Verbinder 50">
            <a:extLst>
              <a:ext uri="{FF2B5EF4-FFF2-40B4-BE49-F238E27FC236}">
                <a16:creationId xmlns:a16="http://schemas.microsoft.com/office/drawing/2014/main" id="{CDB88EC2-DEFF-A5E1-AFA3-F8A400EC6690}"/>
              </a:ext>
            </a:extLst>
          </p:cNvPr>
          <p:cNvCxnSpPr>
            <a:cxnSpLocks/>
          </p:cNvCxnSpPr>
          <p:nvPr/>
        </p:nvCxnSpPr>
        <p:spPr bwMode="gray">
          <a:xfrm flipV="1">
            <a:off x="6240196" y="2276871"/>
            <a:ext cx="0" cy="864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54" name="Textplatzhalter 8">
            <a:extLst>
              <a:ext uri="{FF2B5EF4-FFF2-40B4-BE49-F238E27FC236}">
                <a16:creationId xmlns:a16="http://schemas.microsoft.com/office/drawing/2014/main" id="{BF0ACEFC-FDD7-0F41-F46A-108156DE3DB0}"/>
              </a:ext>
            </a:extLst>
          </p:cNvPr>
          <p:cNvSpPr txBox="1">
            <a:spLocks/>
          </p:cNvSpPr>
          <p:nvPr/>
        </p:nvSpPr>
        <p:spPr bwMode="gray">
          <a:xfrm>
            <a:off x="6240196" y="2276872"/>
            <a:ext cx="1620000" cy="864000"/>
          </a:xfrm>
          <a:prstGeom prst="rect">
            <a:avLst/>
          </a:prstGeom>
          <a:noFill/>
          <a:effectLst/>
        </p:spPr>
        <p:txBody>
          <a:bodyPr wrap="none" lIns="144000" tIns="0" rIns="0" bIns="0" anchor="b"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2500" dirty="0">
                <a:solidFill>
                  <a:schemeClr val="bg2"/>
                </a:solidFill>
              </a:rPr>
              <a:t>20XX</a:t>
            </a:r>
          </a:p>
        </p:txBody>
      </p:sp>
      <p:cxnSp>
        <p:nvCxnSpPr>
          <p:cNvPr id="56" name="Gerader Verbinder 55">
            <a:extLst>
              <a:ext uri="{FF2B5EF4-FFF2-40B4-BE49-F238E27FC236}">
                <a16:creationId xmlns:a16="http://schemas.microsoft.com/office/drawing/2014/main" id="{5B951E74-AD58-8B37-5B2D-51DE931CAEA0}"/>
              </a:ext>
            </a:extLst>
          </p:cNvPr>
          <p:cNvCxnSpPr>
            <a:cxnSpLocks/>
          </p:cNvCxnSpPr>
          <p:nvPr/>
        </p:nvCxnSpPr>
        <p:spPr bwMode="gray">
          <a:xfrm flipV="1">
            <a:off x="8148228" y="2276871"/>
            <a:ext cx="0" cy="864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59" name="Textplatzhalter 8">
            <a:extLst>
              <a:ext uri="{FF2B5EF4-FFF2-40B4-BE49-F238E27FC236}">
                <a16:creationId xmlns:a16="http://schemas.microsoft.com/office/drawing/2014/main" id="{C5FE56AE-2BBE-2AD1-2D55-69A7C885A481}"/>
              </a:ext>
            </a:extLst>
          </p:cNvPr>
          <p:cNvSpPr txBox="1">
            <a:spLocks/>
          </p:cNvSpPr>
          <p:nvPr/>
        </p:nvSpPr>
        <p:spPr bwMode="gray">
          <a:xfrm>
            <a:off x="8148408" y="2276872"/>
            <a:ext cx="1620000" cy="864000"/>
          </a:xfrm>
          <a:prstGeom prst="rect">
            <a:avLst/>
          </a:prstGeom>
          <a:noFill/>
          <a:effectLst/>
        </p:spPr>
        <p:txBody>
          <a:bodyPr wrap="none" lIns="144000" tIns="0" rIns="0" bIns="0" anchor="b"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2500" dirty="0">
                <a:solidFill>
                  <a:schemeClr val="bg2"/>
                </a:solidFill>
              </a:rPr>
              <a:t>20XX</a:t>
            </a:r>
          </a:p>
        </p:txBody>
      </p:sp>
      <p:sp>
        <p:nvSpPr>
          <p:cNvPr id="315393" name="Textplatzhalter 8">
            <a:extLst>
              <a:ext uri="{FF2B5EF4-FFF2-40B4-BE49-F238E27FC236}">
                <a16:creationId xmlns:a16="http://schemas.microsoft.com/office/drawing/2014/main" id="{EC19A6B4-6175-0C26-090F-FC2C20AE8C72}"/>
              </a:ext>
            </a:extLst>
          </p:cNvPr>
          <p:cNvSpPr txBox="1">
            <a:spLocks/>
          </p:cNvSpPr>
          <p:nvPr/>
        </p:nvSpPr>
        <p:spPr bwMode="gray">
          <a:xfrm>
            <a:off x="10056624" y="2276872"/>
            <a:ext cx="1656000" cy="864000"/>
          </a:xfrm>
          <a:prstGeom prst="rect">
            <a:avLst/>
          </a:prstGeom>
          <a:noFill/>
          <a:effectLst/>
        </p:spPr>
        <p:txBody>
          <a:bodyPr wrap="none" lIns="144000" tIns="0" rIns="0" bIns="0" anchor="b"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2500" dirty="0">
                <a:solidFill>
                  <a:schemeClr val="bg2"/>
                </a:solidFill>
              </a:rPr>
              <a:t>20XX</a:t>
            </a:r>
          </a:p>
        </p:txBody>
      </p:sp>
      <p:cxnSp>
        <p:nvCxnSpPr>
          <p:cNvPr id="315395" name="Gerader Verbinder 315394">
            <a:extLst>
              <a:ext uri="{FF2B5EF4-FFF2-40B4-BE49-F238E27FC236}">
                <a16:creationId xmlns:a16="http://schemas.microsoft.com/office/drawing/2014/main" id="{ADD98F6A-DACE-E67E-A983-13731A35A021}"/>
              </a:ext>
            </a:extLst>
          </p:cNvPr>
          <p:cNvCxnSpPr>
            <a:cxnSpLocks/>
          </p:cNvCxnSpPr>
          <p:nvPr/>
        </p:nvCxnSpPr>
        <p:spPr bwMode="gray">
          <a:xfrm flipV="1">
            <a:off x="10056545" y="2276871"/>
            <a:ext cx="0" cy="864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39" name="Ellipse 38">
            <a:extLst>
              <a:ext uri="{FF2B5EF4-FFF2-40B4-BE49-F238E27FC236}">
                <a16:creationId xmlns:a16="http://schemas.microsoft.com/office/drawing/2014/main" id="{9F09B556-F01B-1117-3675-856E85DD62FF}"/>
              </a:ext>
            </a:extLst>
          </p:cNvPr>
          <p:cNvSpPr>
            <a:spLocks noChangeAspect="1"/>
          </p:cNvSpPr>
          <p:nvPr/>
        </p:nvSpPr>
        <p:spPr bwMode="gray">
          <a:xfrm>
            <a:off x="2370684" y="2223912"/>
            <a:ext cx="108000" cy="108000"/>
          </a:xfrm>
          <a:prstGeom prst="ellipse">
            <a:avLst/>
          </a:prstGeom>
          <a:solidFill>
            <a:schemeClr val="tx2"/>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43" name="Ellipse 42">
            <a:extLst>
              <a:ext uri="{FF2B5EF4-FFF2-40B4-BE49-F238E27FC236}">
                <a16:creationId xmlns:a16="http://schemas.microsoft.com/office/drawing/2014/main" id="{760FCC7A-F11D-5CC0-201D-2B62F2CD023B}"/>
              </a:ext>
            </a:extLst>
          </p:cNvPr>
          <p:cNvSpPr>
            <a:spLocks noChangeAspect="1"/>
          </p:cNvSpPr>
          <p:nvPr/>
        </p:nvSpPr>
        <p:spPr bwMode="gray">
          <a:xfrm>
            <a:off x="425425" y="2223912"/>
            <a:ext cx="108000" cy="108000"/>
          </a:xfrm>
          <a:prstGeom prst="ellipse">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46" name="Ellipse 45">
            <a:extLst>
              <a:ext uri="{FF2B5EF4-FFF2-40B4-BE49-F238E27FC236}">
                <a16:creationId xmlns:a16="http://schemas.microsoft.com/office/drawing/2014/main" id="{974D6F8D-9A02-9C76-C9B6-8A8185B4233B}"/>
              </a:ext>
            </a:extLst>
          </p:cNvPr>
          <p:cNvSpPr>
            <a:spLocks noChangeAspect="1"/>
          </p:cNvSpPr>
          <p:nvPr/>
        </p:nvSpPr>
        <p:spPr bwMode="gray">
          <a:xfrm>
            <a:off x="4276762" y="2223912"/>
            <a:ext cx="108000" cy="108000"/>
          </a:xfrm>
          <a:prstGeom prst="ellipse">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52" name="Ellipse 51">
            <a:extLst>
              <a:ext uri="{FF2B5EF4-FFF2-40B4-BE49-F238E27FC236}">
                <a16:creationId xmlns:a16="http://schemas.microsoft.com/office/drawing/2014/main" id="{F1394CBA-5969-644F-088B-FDE4DB3892CA}"/>
              </a:ext>
            </a:extLst>
          </p:cNvPr>
          <p:cNvSpPr>
            <a:spLocks noChangeAspect="1"/>
          </p:cNvSpPr>
          <p:nvPr/>
        </p:nvSpPr>
        <p:spPr bwMode="gray">
          <a:xfrm>
            <a:off x="6185154" y="2223912"/>
            <a:ext cx="108000" cy="108000"/>
          </a:xfrm>
          <a:prstGeom prst="ellipse">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57" name="Ellipse 56">
            <a:extLst>
              <a:ext uri="{FF2B5EF4-FFF2-40B4-BE49-F238E27FC236}">
                <a16:creationId xmlns:a16="http://schemas.microsoft.com/office/drawing/2014/main" id="{53B6B0BB-D32C-E7CE-F19F-33CDF65BA035}"/>
              </a:ext>
            </a:extLst>
          </p:cNvPr>
          <p:cNvSpPr>
            <a:spLocks noChangeAspect="1"/>
          </p:cNvSpPr>
          <p:nvPr/>
        </p:nvSpPr>
        <p:spPr bwMode="gray">
          <a:xfrm>
            <a:off x="8095270" y="2223912"/>
            <a:ext cx="108000" cy="108000"/>
          </a:xfrm>
          <a:prstGeom prst="ellipse">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315397" name="Ellipse 315396">
            <a:extLst>
              <a:ext uri="{FF2B5EF4-FFF2-40B4-BE49-F238E27FC236}">
                <a16:creationId xmlns:a16="http://schemas.microsoft.com/office/drawing/2014/main" id="{E838320F-3B52-B421-51E8-61AED173A3FB}"/>
              </a:ext>
            </a:extLst>
          </p:cNvPr>
          <p:cNvSpPr>
            <a:spLocks noChangeAspect="1"/>
          </p:cNvSpPr>
          <p:nvPr/>
        </p:nvSpPr>
        <p:spPr bwMode="gray">
          <a:xfrm>
            <a:off x="10002569" y="2223912"/>
            <a:ext cx="108000" cy="108000"/>
          </a:xfrm>
          <a:prstGeom prst="ellipse">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pic>
        <p:nvPicPr>
          <p:cNvPr id="8" name="Grafik 7">
            <a:extLst>
              <a:ext uri="{FF2B5EF4-FFF2-40B4-BE49-F238E27FC236}">
                <a16:creationId xmlns:a16="http://schemas.microsoft.com/office/drawing/2014/main" id="{C344AD6D-79B5-F881-43FD-1972516472C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056440" y="1412776"/>
            <a:ext cx="576000" cy="576000"/>
          </a:xfrm>
          <a:prstGeom prst="rect">
            <a:avLst/>
          </a:prstGeom>
        </p:spPr>
      </p:pic>
      <p:pic>
        <p:nvPicPr>
          <p:cNvPr id="12" name="Grafik 11">
            <a:extLst>
              <a:ext uri="{FF2B5EF4-FFF2-40B4-BE49-F238E27FC236}">
                <a16:creationId xmlns:a16="http://schemas.microsoft.com/office/drawing/2014/main" id="{6BDC91A4-1646-5614-9E26-7ECEC0F250A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330762" y="1412760"/>
            <a:ext cx="576001" cy="576001"/>
          </a:xfrm>
          <a:prstGeom prst="rect">
            <a:avLst/>
          </a:prstGeom>
        </p:spPr>
      </p:pic>
      <p:pic>
        <p:nvPicPr>
          <p:cNvPr id="26" name="Grafik 25">
            <a:extLst>
              <a:ext uri="{FF2B5EF4-FFF2-40B4-BE49-F238E27FC236}">
                <a16:creationId xmlns:a16="http://schemas.microsoft.com/office/drawing/2014/main" id="{AB75C3BA-C897-9EAC-4BF8-11442207801F}"/>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423666" y="1410866"/>
            <a:ext cx="576000" cy="576000"/>
          </a:xfrm>
          <a:prstGeom prst="rect">
            <a:avLst/>
          </a:prstGeom>
        </p:spPr>
      </p:pic>
    </p:spTree>
    <p:extLst>
      <p:ext uri="{BB962C8B-B14F-4D97-AF65-F5344CB8AC3E}">
        <p14:creationId xmlns:p14="http://schemas.microsoft.com/office/powerpoint/2010/main" val="2997096283"/>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kt 2" hidden="1"/>
          <p:cNvGraphicFramePr>
            <a:graphicFrameLocks noChangeAspect="1"/>
          </p:cNvGraphicFramePr>
          <p:nvPr>
            <p:custDataLst>
              <p:tags r:id="rId1"/>
            </p:custDataLst>
          </p:nvPr>
        </p:nvGraphicFramePr>
        <p:xfrm>
          <a:off x="1525589" y="1589"/>
          <a:ext cx="1587" cy="1587"/>
        </p:xfrm>
        <a:graphic>
          <a:graphicData uri="http://schemas.openxmlformats.org/presentationml/2006/ole">
            <mc:AlternateContent xmlns:mc="http://schemas.openxmlformats.org/markup-compatibility/2006">
              <mc:Choice xmlns:v="urn:schemas-microsoft-com:vml" Requires="v">
                <p:oleObj name="think-cell Folie" r:id="rId5" imgW="360" imgH="360" progId="TCLayout.ActiveDocument.1">
                  <p:embed/>
                </p:oleObj>
              </mc:Choice>
              <mc:Fallback>
                <p:oleObj name="think-cell Folie" r:id="rId5" imgW="360" imgH="360" progId="TCLayout.ActiveDocument.1">
                  <p:embed/>
                  <p:pic>
                    <p:nvPicPr>
                      <p:cNvPr id="3" name="Objekt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5589"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hteck 8" hidden="1">
            <a:extLst>
              <a:ext uri="{FF2B5EF4-FFF2-40B4-BE49-F238E27FC236}">
                <a16:creationId xmlns:a16="http://schemas.microsoft.com/office/drawing/2014/main" id="{2CA31B8A-3F76-4F44-95CC-66A89C85FE99}"/>
              </a:ext>
            </a:extLst>
          </p:cNvPr>
          <p:cNvSpPr/>
          <p:nvPr>
            <p:custDataLst>
              <p:tags r:id="rId2"/>
            </p:custDataLst>
          </p:nvPr>
        </p:nvSpPr>
        <p:spPr>
          <a:xfrm>
            <a:off x="0" y="0"/>
            <a:ext cx="158750" cy="15875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dirty="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15" name="Titel 14">
            <a:extLst>
              <a:ext uri="{FF2B5EF4-FFF2-40B4-BE49-F238E27FC236}">
                <a16:creationId xmlns:a16="http://schemas.microsoft.com/office/drawing/2014/main" id="{0F6CD223-B38D-BCB3-494B-375D502B27CD}"/>
              </a:ext>
            </a:extLst>
          </p:cNvPr>
          <p:cNvSpPr>
            <a:spLocks noGrp="1"/>
          </p:cNvSpPr>
          <p:nvPr>
            <p:ph type="title"/>
          </p:nvPr>
        </p:nvSpPr>
        <p:spPr bwMode="gray">
          <a:xfrm>
            <a:off x="479424" y="477000"/>
            <a:ext cx="11233151" cy="720000"/>
          </a:xfrm>
        </p:spPr>
        <p:txBody>
          <a:bodyPr/>
          <a:lstStyle/>
          <a:p>
            <a:r>
              <a:rPr lang="en-US" dirty="0"/>
              <a:t>Project plan in months</a:t>
            </a:r>
          </a:p>
        </p:txBody>
      </p:sp>
      <p:sp>
        <p:nvSpPr>
          <p:cNvPr id="11" name="Textplatzhalter 10">
            <a:extLst>
              <a:ext uri="{FF2B5EF4-FFF2-40B4-BE49-F238E27FC236}">
                <a16:creationId xmlns:a16="http://schemas.microsoft.com/office/drawing/2014/main" id="{DBC5BBCC-3161-3563-6BCB-67EBC5922440}"/>
              </a:ext>
            </a:extLst>
          </p:cNvPr>
          <p:cNvSpPr>
            <a:spLocks noGrp="1"/>
          </p:cNvSpPr>
          <p:nvPr>
            <p:ph type="body" sz="quarter" idx="13"/>
          </p:nvPr>
        </p:nvSpPr>
        <p:spPr bwMode="gray"/>
        <p:txBody>
          <a:bodyPr/>
          <a:lstStyle/>
          <a:p>
            <a:endParaRPr lang="en-US" dirty="0"/>
          </a:p>
        </p:txBody>
      </p:sp>
      <p:sp>
        <p:nvSpPr>
          <p:cNvPr id="5" name="Fußzeilenplatzhalter 4">
            <a:extLst>
              <a:ext uri="{FF2B5EF4-FFF2-40B4-BE49-F238E27FC236}">
                <a16:creationId xmlns:a16="http://schemas.microsoft.com/office/drawing/2014/main" id="{B12AF48E-C423-EF61-03D2-D84A39DACF1E}"/>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6" name="Foliennummernplatzhalter 5">
            <a:extLst>
              <a:ext uri="{FF2B5EF4-FFF2-40B4-BE49-F238E27FC236}">
                <a16:creationId xmlns:a16="http://schemas.microsoft.com/office/drawing/2014/main" id="{D474E245-3636-5079-7421-119294A1AF8C}"/>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30</a:t>
            </a:fld>
            <a:endParaRPr lang="en-US" dirty="0"/>
          </a:p>
        </p:txBody>
      </p:sp>
      <p:graphicFrame>
        <p:nvGraphicFramePr>
          <p:cNvPr id="17" name="Inhaltsplatzhalter 11">
            <a:extLst>
              <a:ext uri="{FF2B5EF4-FFF2-40B4-BE49-F238E27FC236}">
                <a16:creationId xmlns:a16="http://schemas.microsoft.com/office/drawing/2014/main" id="{67C60C9E-6BD4-2FF3-CA31-166509EF380F}"/>
              </a:ext>
            </a:extLst>
          </p:cNvPr>
          <p:cNvGraphicFramePr>
            <a:graphicFrameLocks/>
          </p:cNvGraphicFramePr>
          <p:nvPr/>
        </p:nvGraphicFramePr>
        <p:xfrm>
          <a:off x="479425" y="1412875"/>
          <a:ext cx="11232000" cy="4072320"/>
        </p:xfrm>
        <a:graphic>
          <a:graphicData uri="http://schemas.openxmlformats.org/drawingml/2006/table">
            <a:tbl>
              <a:tblPr firstRow="1" bandRow="1">
                <a:tableStyleId>{5C22544A-7EE6-4342-B048-85BDC9FD1C3A}</a:tableStyleId>
              </a:tblPr>
              <a:tblGrid>
                <a:gridCol w="3672000">
                  <a:extLst>
                    <a:ext uri="{9D8B030D-6E8A-4147-A177-3AD203B41FA5}">
                      <a16:colId xmlns:a16="http://schemas.microsoft.com/office/drawing/2014/main" val="2389719309"/>
                    </a:ext>
                  </a:extLst>
                </a:gridCol>
                <a:gridCol w="472500">
                  <a:extLst>
                    <a:ext uri="{9D8B030D-6E8A-4147-A177-3AD203B41FA5}">
                      <a16:colId xmlns:a16="http://schemas.microsoft.com/office/drawing/2014/main" val="2275645487"/>
                    </a:ext>
                  </a:extLst>
                </a:gridCol>
                <a:gridCol w="472500">
                  <a:extLst>
                    <a:ext uri="{9D8B030D-6E8A-4147-A177-3AD203B41FA5}">
                      <a16:colId xmlns:a16="http://schemas.microsoft.com/office/drawing/2014/main" val="1313878961"/>
                    </a:ext>
                  </a:extLst>
                </a:gridCol>
                <a:gridCol w="472500">
                  <a:extLst>
                    <a:ext uri="{9D8B030D-6E8A-4147-A177-3AD203B41FA5}">
                      <a16:colId xmlns:a16="http://schemas.microsoft.com/office/drawing/2014/main" val="678137465"/>
                    </a:ext>
                  </a:extLst>
                </a:gridCol>
                <a:gridCol w="472500">
                  <a:extLst>
                    <a:ext uri="{9D8B030D-6E8A-4147-A177-3AD203B41FA5}">
                      <a16:colId xmlns:a16="http://schemas.microsoft.com/office/drawing/2014/main" val="1645080943"/>
                    </a:ext>
                  </a:extLst>
                </a:gridCol>
                <a:gridCol w="472500">
                  <a:extLst>
                    <a:ext uri="{9D8B030D-6E8A-4147-A177-3AD203B41FA5}">
                      <a16:colId xmlns:a16="http://schemas.microsoft.com/office/drawing/2014/main" val="3979469845"/>
                    </a:ext>
                  </a:extLst>
                </a:gridCol>
                <a:gridCol w="472500">
                  <a:extLst>
                    <a:ext uri="{9D8B030D-6E8A-4147-A177-3AD203B41FA5}">
                      <a16:colId xmlns:a16="http://schemas.microsoft.com/office/drawing/2014/main" val="479772630"/>
                    </a:ext>
                  </a:extLst>
                </a:gridCol>
                <a:gridCol w="472500">
                  <a:extLst>
                    <a:ext uri="{9D8B030D-6E8A-4147-A177-3AD203B41FA5}">
                      <a16:colId xmlns:a16="http://schemas.microsoft.com/office/drawing/2014/main" val="3325378748"/>
                    </a:ext>
                  </a:extLst>
                </a:gridCol>
                <a:gridCol w="472500">
                  <a:extLst>
                    <a:ext uri="{9D8B030D-6E8A-4147-A177-3AD203B41FA5}">
                      <a16:colId xmlns:a16="http://schemas.microsoft.com/office/drawing/2014/main" val="418550560"/>
                    </a:ext>
                  </a:extLst>
                </a:gridCol>
                <a:gridCol w="472500">
                  <a:extLst>
                    <a:ext uri="{9D8B030D-6E8A-4147-A177-3AD203B41FA5}">
                      <a16:colId xmlns:a16="http://schemas.microsoft.com/office/drawing/2014/main" val="2816088615"/>
                    </a:ext>
                  </a:extLst>
                </a:gridCol>
                <a:gridCol w="472500">
                  <a:extLst>
                    <a:ext uri="{9D8B030D-6E8A-4147-A177-3AD203B41FA5}">
                      <a16:colId xmlns:a16="http://schemas.microsoft.com/office/drawing/2014/main" val="1795256851"/>
                    </a:ext>
                  </a:extLst>
                </a:gridCol>
                <a:gridCol w="472500">
                  <a:extLst>
                    <a:ext uri="{9D8B030D-6E8A-4147-A177-3AD203B41FA5}">
                      <a16:colId xmlns:a16="http://schemas.microsoft.com/office/drawing/2014/main" val="1221329605"/>
                    </a:ext>
                  </a:extLst>
                </a:gridCol>
                <a:gridCol w="472500">
                  <a:extLst>
                    <a:ext uri="{9D8B030D-6E8A-4147-A177-3AD203B41FA5}">
                      <a16:colId xmlns:a16="http://schemas.microsoft.com/office/drawing/2014/main" val="4061990194"/>
                    </a:ext>
                  </a:extLst>
                </a:gridCol>
                <a:gridCol w="472500">
                  <a:extLst>
                    <a:ext uri="{9D8B030D-6E8A-4147-A177-3AD203B41FA5}">
                      <a16:colId xmlns:a16="http://schemas.microsoft.com/office/drawing/2014/main" val="558019939"/>
                    </a:ext>
                  </a:extLst>
                </a:gridCol>
                <a:gridCol w="472500">
                  <a:extLst>
                    <a:ext uri="{9D8B030D-6E8A-4147-A177-3AD203B41FA5}">
                      <a16:colId xmlns:a16="http://schemas.microsoft.com/office/drawing/2014/main" val="189543412"/>
                    </a:ext>
                  </a:extLst>
                </a:gridCol>
                <a:gridCol w="472500">
                  <a:extLst>
                    <a:ext uri="{9D8B030D-6E8A-4147-A177-3AD203B41FA5}">
                      <a16:colId xmlns:a16="http://schemas.microsoft.com/office/drawing/2014/main" val="2810138710"/>
                    </a:ext>
                  </a:extLst>
                </a:gridCol>
                <a:gridCol w="472500">
                  <a:extLst>
                    <a:ext uri="{9D8B030D-6E8A-4147-A177-3AD203B41FA5}">
                      <a16:colId xmlns:a16="http://schemas.microsoft.com/office/drawing/2014/main" val="3202867001"/>
                    </a:ext>
                  </a:extLst>
                </a:gridCol>
              </a:tblGrid>
              <a:tr h="288000">
                <a:tc>
                  <a:txBody>
                    <a:bodyPr/>
                    <a:lstStyle/>
                    <a:p>
                      <a:endParaRPr lang="en-US" sz="1200" b="1" cap="none" baseline="0" noProof="0" dirty="0">
                        <a:solidFill>
                          <a:schemeClr val="tx1"/>
                        </a:solidFill>
                        <a:latin typeface="+mn-lt"/>
                      </a:endParaRPr>
                    </a:p>
                  </a:txBody>
                  <a:tcPr marL="144000" marR="144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l"/>
                      <a:r>
                        <a:rPr kumimoji="0" lang="en-US" sz="1200" b="1" i="0" u="none" strike="noStrike" kern="1200" cap="none" spc="0" normalizeH="0" baseline="0" noProof="0" dirty="0">
                          <a:ln>
                            <a:noFill/>
                          </a:ln>
                          <a:solidFill>
                            <a:schemeClr val="tx1"/>
                          </a:solidFill>
                          <a:effectLst/>
                          <a:uLnTx/>
                          <a:uFillTx/>
                          <a:latin typeface="+mn-lt"/>
                          <a:ea typeface="+mn-ea"/>
                          <a:cs typeface="+mn-cs"/>
                        </a:rPr>
                        <a:t>20XX</a:t>
                      </a:r>
                    </a:p>
                  </a:txBody>
                  <a:tcPr marL="144000" marR="144000" marT="54000" marB="5400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de-DE"/>
                    </a:p>
                  </a:txBody>
                  <a:tcPr/>
                </a:tc>
                <a:tc hMerge="1">
                  <a:txBody>
                    <a:bodyPr/>
                    <a:lstStyle/>
                    <a:p>
                      <a:endParaRPr lang="de-DE"/>
                    </a:p>
                  </a:txBody>
                  <a:tcPr/>
                </a:tc>
                <a:tc hMerge="1">
                  <a:txBody>
                    <a:bodyPr/>
                    <a:lstStyle/>
                    <a:p>
                      <a:endParaRPr lang="de-DE"/>
                    </a:p>
                  </a:txBody>
                  <a:tcPr/>
                </a:tc>
                <a:tc hMerge="1">
                  <a:txBody>
                    <a:bodyPr/>
                    <a:lstStyle/>
                    <a:p>
                      <a:endParaRPr lang="de-DE"/>
                    </a:p>
                  </a:txBody>
                  <a:tcPr/>
                </a:tc>
                <a:tc hMerge="1">
                  <a:txBody>
                    <a:bodyPr/>
                    <a:lstStyle/>
                    <a:p>
                      <a:endParaRPr lang="de-DE"/>
                    </a:p>
                  </a:txBody>
                  <a:tcPr/>
                </a:tc>
                <a:tc hMerge="1">
                  <a:txBody>
                    <a:bodyPr/>
                    <a:lstStyle/>
                    <a:p>
                      <a:endParaRPr lang="de-DE"/>
                    </a:p>
                  </a:txBody>
                  <a:tcPr/>
                </a:tc>
                <a:tc hMerge="1">
                  <a:txBody>
                    <a:bodyPr/>
                    <a:lstStyle/>
                    <a:p>
                      <a:pPr algn="l"/>
                      <a:endParaRPr lang="en-US" sz="1200" b="1" cap="none" baseline="0" noProof="0" dirty="0">
                        <a:solidFill>
                          <a:schemeClr val="tx1"/>
                        </a:solidFill>
                        <a:latin typeface="+mn-lt"/>
                      </a:endParaRP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de-DE"/>
                    </a:p>
                  </a:txBody>
                  <a:tcPr/>
                </a:tc>
                <a:tc hMerge="1">
                  <a:txBody>
                    <a:bodyPr/>
                    <a:lstStyle/>
                    <a:p>
                      <a:endParaRPr lang="de-DE"/>
                    </a:p>
                  </a:txBody>
                  <a:tcPr/>
                </a:tc>
                <a:tc hMerge="1">
                  <a:txBody>
                    <a:bodyPr/>
                    <a:lstStyle/>
                    <a:p>
                      <a:endParaRPr lang="de-DE"/>
                    </a:p>
                  </a:txBody>
                  <a:tcPr/>
                </a:tc>
                <a:tc hMerge="1">
                  <a:txBody>
                    <a:bodyPr/>
                    <a:lstStyle/>
                    <a:p>
                      <a:endParaRPr lang="de-DE"/>
                    </a:p>
                  </a:txBody>
                  <a:tcPr/>
                </a:tc>
                <a:tc gridSpan="4">
                  <a:txBody>
                    <a:bodyPr/>
                    <a:lstStyle/>
                    <a:p>
                      <a:pPr algn="l"/>
                      <a:r>
                        <a:rPr lang="en-US" sz="1200" b="1" cap="none" baseline="0" noProof="0" dirty="0">
                          <a:solidFill>
                            <a:schemeClr val="tx1"/>
                          </a:solidFill>
                          <a:latin typeface="+mn-lt"/>
                        </a:rPr>
                        <a:t>20XX</a:t>
                      </a:r>
                    </a:p>
                  </a:txBody>
                  <a:tcPr marL="144000" marR="144000" marT="54000" marB="5400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de-DE"/>
                    </a:p>
                  </a:txBody>
                  <a:tcPr/>
                </a:tc>
                <a:tc hMerge="1">
                  <a:txBody>
                    <a:bodyPr/>
                    <a:lstStyle/>
                    <a:p>
                      <a:endParaRPr lang="de-DE"/>
                    </a:p>
                  </a:txBody>
                  <a:tcPr/>
                </a:tc>
                <a:tc hMerge="1">
                  <a:txBody>
                    <a:bodyPr/>
                    <a:lstStyle/>
                    <a:p>
                      <a:endParaRPr lang="de-DE"/>
                    </a:p>
                  </a:txBody>
                  <a:tcPr/>
                </a:tc>
                <a:extLst>
                  <a:ext uri="{0D108BD9-81ED-4DB2-BD59-A6C34878D82A}">
                    <a16:rowId xmlns:a16="http://schemas.microsoft.com/office/drawing/2014/main" val="4261012171"/>
                  </a:ext>
                </a:extLst>
              </a:tr>
              <a:tr h="288000">
                <a:tc>
                  <a:txBody>
                    <a:bodyPr/>
                    <a:lstStyle/>
                    <a:p>
                      <a:endParaRPr lang="en-US" sz="1200" noProof="0" dirty="0">
                        <a:solidFill>
                          <a:schemeClr val="tx1"/>
                        </a:solidFill>
                        <a:latin typeface="+mn-lt"/>
                      </a:endParaRPr>
                    </a:p>
                  </a:txBody>
                  <a:tcPr marL="144000" marR="144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Q1</a:t>
                      </a: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5E3DE"/>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Q2</a:t>
                      </a: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5E3DE"/>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Q3</a:t>
                      </a: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5E3DE"/>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Q4</a:t>
                      </a: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5E3DE"/>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Q1</a:t>
                      </a: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5E3DE"/>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Q2</a:t>
                      </a: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2472231323"/>
                  </a:ext>
                </a:extLst>
              </a:tr>
              <a:tr h="288000">
                <a:tc>
                  <a:txBody>
                    <a:bodyPr/>
                    <a:lstStyle/>
                    <a:p>
                      <a:r>
                        <a:rPr lang="en-US" sz="1200" noProof="0" dirty="0">
                          <a:solidFill>
                            <a:schemeClr val="tx1"/>
                          </a:solidFill>
                          <a:latin typeface="+mn-lt"/>
                        </a:rPr>
                        <a:t>Vitae tincidunt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3342221996"/>
                  </a:ext>
                </a:extLst>
              </a:tr>
              <a:tr h="288000">
                <a:tc>
                  <a:txBody>
                    <a:bodyPr/>
                    <a:lstStyle/>
                    <a:p>
                      <a:r>
                        <a:rPr lang="en-US" sz="1200" noProof="0" dirty="0">
                          <a:solidFill>
                            <a:schemeClr val="tx1"/>
                          </a:solidFill>
                          <a:latin typeface="+mn-lt"/>
                        </a:rPr>
                        <a: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2116593542"/>
                  </a:ext>
                </a:extLst>
              </a:tr>
              <a:tr h="288000">
                <a:tc>
                  <a:txBody>
                    <a:bodyPr/>
                    <a:lstStyle/>
                    <a:p>
                      <a:r>
                        <a:rPr lang="en-US" sz="1200" noProof="0" dirty="0">
                          <a:solidFill>
                            <a:schemeClr val="tx1"/>
                          </a:solidFill>
                          <a:latin typeface="+mn-lt"/>
                        </a:rPr>
                        <a: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852966573"/>
                  </a:ext>
                </a:extLst>
              </a:tr>
              <a:tr h="288000">
                <a:tc>
                  <a:txBody>
                    <a:bodyPr/>
                    <a:lstStyle/>
                    <a:p>
                      <a:r>
                        <a:rPr lang="en-US" sz="1200" noProof="0" dirty="0">
                          <a:solidFill>
                            <a:schemeClr val="tx1"/>
                          </a:solidFill>
                          <a:latin typeface="+mn-lt"/>
                        </a:rPr>
                        <a: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3626949063"/>
                  </a:ext>
                </a:extLst>
              </a:tr>
              <a:tr h="288000">
                <a:tc>
                  <a:txBody>
                    <a:bodyPr/>
                    <a:lstStyle/>
                    <a:p>
                      <a:r>
                        <a:rPr lang="en-US" sz="1200" noProof="0" dirty="0">
                          <a:solidFill>
                            <a:schemeClr val="tx1"/>
                          </a:solidFill>
                          <a:latin typeface="+mn-lt"/>
                        </a:rPr>
                        <a:t>Vitae tincidunt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1055563034"/>
                  </a:ext>
                </a:extLst>
              </a:tr>
              <a:tr h="288000">
                <a:tc>
                  <a:txBody>
                    <a:bodyPr/>
                    <a:lstStyle/>
                    <a:p>
                      <a:r>
                        <a:rPr lang="en-US" sz="1200" noProof="0" dirty="0">
                          <a:solidFill>
                            <a:schemeClr val="tx1"/>
                          </a:solidFill>
                          <a:latin typeface="+mn-lt"/>
                        </a:rPr>
                        <a: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220626698"/>
                  </a:ext>
                </a:extLst>
              </a:tr>
              <a:tr h="288000">
                <a:tc>
                  <a:txBody>
                    <a:bodyPr/>
                    <a:lstStyle/>
                    <a:p>
                      <a:r>
                        <a:rPr lang="en-US" sz="1200" noProof="0" dirty="0">
                          <a:solidFill>
                            <a:schemeClr val="tx1"/>
                          </a:solidFill>
                          <a:latin typeface="+mn-lt"/>
                        </a:rPr>
                        <a: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394188425"/>
                  </a:ext>
                </a:extLst>
              </a:tr>
              <a:tr h="288000">
                <a:tc>
                  <a:txBody>
                    <a:bodyPr/>
                    <a:lstStyle/>
                    <a:p>
                      <a:r>
                        <a:rPr lang="en-US" sz="1200" noProof="0" dirty="0">
                          <a:solidFill>
                            <a:schemeClr val="tx1"/>
                          </a:solidFill>
                          <a:latin typeface="+mn-lt"/>
                        </a:rPr>
                        <a: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1594589082"/>
                  </a:ext>
                </a:extLst>
              </a:tr>
              <a:tr h="288000">
                <a:tc>
                  <a:txBody>
                    <a:bodyPr/>
                    <a:lstStyle/>
                    <a:p>
                      <a:r>
                        <a:rPr lang="en-US" sz="1200" noProof="0" dirty="0">
                          <a:solidFill>
                            <a:schemeClr val="tx1"/>
                          </a:solidFill>
                          <a:latin typeface="+mn-lt"/>
                        </a:rPr>
                        <a:t>Vitae tincidunt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3630223165"/>
                  </a:ext>
                </a:extLst>
              </a:tr>
              <a:tr h="288000">
                <a:tc>
                  <a:txBody>
                    <a:bodyPr/>
                    <a:lstStyle/>
                    <a:p>
                      <a:r>
                        <a:rPr lang="en-US" sz="1200" noProof="0" dirty="0">
                          <a:solidFill>
                            <a:schemeClr val="tx1"/>
                          </a:solidFill>
                          <a:latin typeface="+mn-lt"/>
                        </a:rPr>
                        <a: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3429419355"/>
                  </a:ext>
                </a:extLst>
              </a:tr>
              <a:tr h="288000">
                <a:tc>
                  <a:txBody>
                    <a:bodyPr/>
                    <a:lstStyle/>
                    <a:p>
                      <a:r>
                        <a:rPr lang="en-US" sz="1200" noProof="0" dirty="0">
                          <a:solidFill>
                            <a:schemeClr val="tx1"/>
                          </a:solidFill>
                          <a:latin typeface="+mn-lt"/>
                        </a:rPr>
                        <a: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2967272978"/>
                  </a:ext>
                </a:extLst>
              </a:tr>
              <a:tr h="288000">
                <a:tc>
                  <a:txBody>
                    <a:bodyPr/>
                    <a:lstStyle/>
                    <a:p>
                      <a:r>
                        <a:rPr lang="en-US" sz="1200" b="0" cap="none" baseline="0" noProof="0" dirty="0">
                          <a:solidFill>
                            <a:schemeClr val="tx1"/>
                          </a:solidFill>
                          <a:latin typeface="+mn-lt"/>
                        </a:rPr>
                        <a: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1309180450"/>
                  </a:ext>
                </a:extLst>
              </a:tr>
            </a:tbl>
          </a:graphicData>
        </a:graphic>
      </p:graphicFrame>
      <p:sp>
        <p:nvSpPr>
          <p:cNvPr id="18" name="Rechteck 17">
            <a:extLst>
              <a:ext uri="{FF2B5EF4-FFF2-40B4-BE49-F238E27FC236}">
                <a16:creationId xmlns:a16="http://schemas.microsoft.com/office/drawing/2014/main" id="{1ADEF80A-D36F-1114-E349-A18E01B4A812}"/>
              </a:ext>
            </a:extLst>
          </p:cNvPr>
          <p:cNvSpPr/>
          <p:nvPr/>
        </p:nvSpPr>
        <p:spPr bwMode="gray">
          <a:xfrm>
            <a:off x="5699956" y="2391064"/>
            <a:ext cx="1872000" cy="72008"/>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19" name="Rechteck 18">
            <a:extLst>
              <a:ext uri="{FF2B5EF4-FFF2-40B4-BE49-F238E27FC236}">
                <a16:creationId xmlns:a16="http://schemas.microsoft.com/office/drawing/2014/main" id="{9ACAB0A6-2B41-1FAA-F8FB-7C0054FF574C}"/>
              </a:ext>
            </a:extLst>
          </p:cNvPr>
          <p:cNvSpPr/>
          <p:nvPr/>
        </p:nvSpPr>
        <p:spPr bwMode="gray">
          <a:xfrm>
            <a:off x="6456040" y="2683318"/>
            <a:ext cx="3672000" cy="72008"/>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20" name="Rechteck 19">
            <a:extLst>
              <a:ext uri="{FF2B5EF4-FFF2-40B4-BE49-F238E27FC236}">
                <a16:creationId xmlns:a16="http://schemas.microsoft.com/office/drawing/2014/main" id="{8EB3D8CB-AD28-CEF1-CB30-4A328C189A31}"/>
              </a:ext>
            </a:extLst>
          </p:cNvPr>
          <p:cNvSpPr/>
          <p:nvPr/>
        </p:nvSpPr>
        <p:spPr bwMode="gray">
          <a:xfrm>
            <a:off x="6924500" y="2974413"/>
            <a:ext cx="2736000" cy="72008"/>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21" name="Textplatzhalter 2">
            <a:extLst>
              <a:ext uri="{FF2B5EF4-FFF2-40B4-BE49-F238E27FC236}">
                <a16:creationId xmlns:a16="http://schemas.microsoft.com/office/drawing/2014/main" id="{C4889810-A3A4-EE3B-FB51-5AE36ED47E5E}"/>
              </a:ext>
            </a:extLst>
          </p:cNvPr>
          <p:cNvSpPr txBox="1">
            <a:spLocks/>
          </p:cNvSpPr>
          <p:nvPr/>
        </p:nvSpPr>
        <p:spPr bwMode="gray">
          <a:xfrm>
            <a:off x="4979996" y="2027835"/>
            <a:ext cx="1800080" cy="216000"/>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nSpc>
                <a:spcPct val="100000"/>
              </a:lnSpc>
              <a:buNone/>
            </a:pPr>
            <a:r>
              <a:rPr lang="en-US" sz="1200" b="1" dirty="0"/>
              <a:t>Lorem ipsum</a:t>
            </a:r>
          </a:p>
        </p:txBody>
      </p:sp>
      <p:sp>
        <p:nvSpPr>
          <p:cNvPr id="22" name="Ellipse 21">
            <a:extLst>
              <a:ext uri="{FF2B5EF4-FFF2-40B4-BE49-F238E27FC236}">
                <a16:creationId xmlns:a16="http://schemas.microsoft.com/office/drawing/2014/main" id="{52B3F35B-9EA0-79A8-3AD9-33966686C1ED}"/>
              </a:ext>
            </a:extLst>
          </p:cNvPr>
          <p:cNvSpPr>
            <a:spLocks noChangeAspect="1"/>
          </p:cNvSpPr>
          <p:nvPr/>
        </p:nvSpPr>
        <p:spPr bwMode="gray">
          <a:xfrm>
            <a:off x="4799892" y="2081835"/>
            <a:ext cx="108000" cy="108000"/>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23" name="Rechteck 22">
            <a:extLst>
              <a:ext uri="{FF2B5EF4-FFF2-40B4-BE49-F238E27FC236}">
                <a16:creationId xmlns:a16="http://schemas.microsoft.com/office/drawing/2014/main" id="{FE90BED0-6D86-E65D-C8CA-174FE3F0FA69}"/>
              </a:ext>
            </a:extLst>
          </p:cNvPr>
          <p:cNvSpPr/>
          <p:nvPr/>
        </p:nvSpPr>
        <p:spPr bwMode="gray">
          <a:xfrm>
            <a:off x="5699956" y="3555996"/>
            <a:ext cx="1872000" cy="72008"/>
          </a:xfrm>
          <a:prstGeom prst="rect">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24" name="Rechteck 23">
            <a:extLst>
              <a:ext uri="{FF2B5EF4-FFF2-40B4-BE49-F238E27FC236}">
                <a16:creationId xmlns:a16="http://schemas.microsoft.com/office/drawing/2014/main" id="{FC9A398A-EC61-4503-9283-EFD6446EA70C}"/>
              </a:ext>
            </a:extLst>
          </p:cNvPr>
          <p:cNvSpPr/>
          <p:nvPr/>
        </p:nvSpPr>
        <p:spPr bwMode="gray">
          <a:xfrm>
            <a:off x="6456040" y="3847698"/>
            <a:ext cx="3672000" cy="72008"/>
          </a:xfrm>
          <a:prstGeom prst="rect">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25" name="Rechteck 24">
            <a:extLst>
              <a:ext uri="{FF2B5EF4-FFF2-40B4-BE49-F238E27FC236}">
                <a16:creationId xmlns:a16="http://schemas.microsoft.com/office/drawing/2014/main" id="{EE32E7A5-ADDF-F5D4-00EA-260F582B1450}"/>
              </a:ext>
            </a:extLst>
          </p:cNvPr>
          <p:cNvSpPr/>
          <p:nvPr/>
        </p:nvSpPr>
        <p:spPr bwMode="gray">
          <a:xfrm>
            <a:off x="6924500" y="4138793"/>
            <a:ext cx="2736000" cy="72008"/>
          </a:xfrm>
          <a:prstGeom prst="rect">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26" name="Textplatzhalter 2">
            <a:extLst>
              <a:ext uri="{FF2B5EF4-FFF2-40B4-BE49-F238E27FC236}">
                <a16:creationId xmlns:a16="http://schemas.microsoft.com/office/drawing/2014/main" id="{90CF9C18-06E7-644F-16FA-0C3850C3CE27}"/>
              </a:ext>
            </a:extLst>
          </p:cNvPr>
          <p:cNvSpPr txBox="1">
            <a:spLocks/>
          </p:cNvSpPr>
          <p:nvPr/>
        </p:nvSpPr>
        <p:spPr bwMode="gray">
          <a:xfrm>
            <a:off x="4979996" y="3192767"/>
            <a:ext cx="1800080" cy="216000"/>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nSpc>
                <a:spcPct val="100000"/>
              </a:lnSpc>
              <a:buNone/>
            </a:pPr>
            <a:r>
              <a:rPr lang="en-US" sz="1200" b="1" dirty="0"/>
              <a:t>Lorem ipsum</a:t>
            </a:r>
          </a:p>
        </p:txBody>
      </p:sp>
      <p:sp>
        <p:nvSpPr>
          <p:cNvPr id="27" name="Ellipse 26">
            <a:extLst>
              <a:ext uri="{FF2B5EF4-FFF2-40B4-BE49-F238E27FC236}">
                <a16:creationId xmlns:a16="http://schemas.microsoft.com/office/drawing/2014/main" id="{7E0A2D5D-0C74-018E-1B9F-B282AEF00535}"/>
              </a:ext>
            </a:extLst>
          </p:cNvPr>
          <p:cNvSpPr>
            <a:spLocks noChangeAspect="1"/>
          </p:cNvSpPr>
          <p:nvPr/>
        </p:nvSpPr>
        <p:spPr bwMode="gray">
          <a:xfrm>
            <a:off x="4799892" y="3246767"/>
            <a:ext cx="108000" cy="108000"/>
          </a:xfrm>
          <a:prstGeom prst="ellips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28" name="Rechteck 27">
            <a:extLst>
              <a:ext uri="{FF2B5EF4-FFF2-40B4-BE49-F238E27FC236}">
                <a16:creationId xmlns:a16="http://schemas.microsoft.com/office/drawing/2014/main" id="{49D56B8E-BE5A-66E7-B4DA-79F26B030B76}"/>
              </a:ext>
            </a:extLst>
          </p:cNvPr>
          <p:cNvSpPr/>
          <p:nvPr/>
        </p:nvSpPr>
        <p:spPr bwMode="gray">
          <a:xfrm>
            <a:off x="5699956" y="4720928"/>
            <a:ext cx="1872000" cy="72008"/>
          </a:xfrm>
          <a:prstGeom prst="rect">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29" name="Rechteck 28">
            <a:extLst>
              <a:ext uri="{FF2B5EF4-FFF2-40B4-BE49-F238E27FC236}">
                <a16:creationId xmlns:a16="http://schemas.microsoft.com/office/drawing/2014/main" id="{3422A7A1-B4AC-2D3D-413C-E9E0E4DF050A}"/>
              </a:ext>
            </a:extLst>
          </p:cNvPr>
          <p:cNvSpPr/>
          <p:nvPr/>
        </p:nvSpPr>
        <p:spPr bwMode="gray">
          <a:xfrm>
            <a:off x="6456040" y="5012078"/>
            <a:ext cx="3672000" cy="72008"/>
          </a:xfrm>
          <a:prstGeom prst="rect">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30" name="Rechteck 29">
            <a:extLst>
              <a:ext uri="{FF2B5EF4-FFF2-40B4-BE49-F238E27FC236}">
                <a16:creationId xmlns:a16="http://schemas.microsoft.com/office/drawing/2014/main" id="{B40FFE47-5C17-F4E2-5A5E-9ADE69B94ADE}"/>
              </a:ext>
            </a:extLst>
          </p:cNvPr>
          <p:cNvSpPr/>
          <p:nvPr/>
        </p:nvSpPr>
        <p:spPr bwMode="gray">
          <a:xfrm>
            <a:off x="6924500" y="5303173"/>
            <a:ext cx="2736000" cy="72008"/>
          </a:xfrm>
          <a:prstGeom prst="rect">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31" name="Textplatzhalter 2">
            <a:extLst>
              <a:ext uri="{FF2B5EF4-FFF2-40B4-BE49-F238E27FC236}">
                <a16:creationId xmlns:a16="http://schemas.microsoft.com/office/drawing/2014/main" id="{6210288C-C3B5-1412-5296-60F46A286E9A}"/>
              </a:ext>
            </a:extLst>
          </p:cNvPr>
          <p:cNvSpPr txBox="1">
            <a:spLocks/>
          </p:cNvSpPr>
          <p:nvPr/>
        </p:nvSpPr>
        <p:spPr bwMode="gray">
          <a:xfrm>
            <a:off x="4979996" y="4357699"/>
            <a:ext cx="1800080" cy="216000"/>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nSpc>
                <a:spcPct val="100000"/>
              </a:lnSpc>
              <a:buNone/>
            </a:pPr>
            <a:r>
              <a:rPr lang="en-US" sz="1200" b="1" dirty="0"/>
              <a:t>Lorem ipsum</a:t>
            </a:r>
          </a:p>
        </p:txBody>
      </p:sp>
      <p:sp>
        <p:nvSpPr>
          <p:cNvPr id="32" name="Ellipse 31">
            <a:extLst>
              <a:ext uri="{FF2B5EF4-FFF2-40B4-BE49-F238E27FC236}">
                <a16:creationId xmlns:a16="http://schemas.microsoft.com/office/drawing/2014/main" id="{4645E909-7D43-A2ED-9256-0E1C39D15DC6}"/>
              </a:ext>
            </a:extLst>
          </p:cNvPr>
          <p:cNvSpPr>
            <a:spLocks noChangeAspect="1"/>
          </p:cNvSpPr>
          <p:nvPr/>
        </p:nvSpPr>
        <p:spPr bwMode="gray">
          <a:xfrm>
            <a:off x="4799892" y="4411699"/>
            <a:ext cx="108000" cy="108000"/>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Tree>
    <p:extLst>
      <p:ext uri="{BB962C8B-B14F-4D97-AF65-F5344CB8AC3E}">
        <p14:creationId xmlns:p14="http://schemas.microsoft.com/office/powerpoint/2010/main" val="35943247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Textplatzhalter 2">
            <a:extLst>
              <a:ext uri="{FF2B5EF4-FFF2-40B4-BE49-F238E27FC236}">
                <a16:creationId xmlns:a16="http://schemas.microsoft.com/office/drawing/2014/main" id="{607D6874-857C-8BF8-377E-BB9B5C332860}"/>
              </a:ext>
            </a:extLst>
          </p:cNvPr>
          <p:cNvSpPr txBox="1">
            <a:spLocks/>
          </p:cNvSpPr>
          <p:nvPr/>
        </p:nvSpPr>
        <p:spPr bwMode="gray">
          <a:xfrm>
            <a:off x="4331804" y="1412776"/>
            <a:ext cx="3527909" cy="504000"/>
          </a:xfrm>
          <a:prstGeom prst="rect">
            <a:avLst/>
          </a:prstGeom>
          <a:solidFill>
            <a:schemeClr val="tx2"/>
          </a:solidFill>
        </p:spPr>
        <p:txBody>
          <a:bodyPr vert="horz" lIns="144000" tIns="144000" rIns="144000" bIns="18000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ctr">
              <a:buNone/>
            </a:pPr>
            <a:r>
              <a:rPr lang="en-US" b="1" dirty="0">
                <a:solidFill>
                  <a:schemeClr val="bg2"/>
                </a:solidFill>
              </a:rPr>
              <a:t>Lorem ipsum</a:t>
            </a:r>
            <a:endParaRPr lang="en-US" dirty="0">
              <a:solidFill>
                <a:schemeClr val="bg2"/>
              </a:solidFill>
            </a:endParaRPr>
          </a:p>
        </p:txBody>
      </p:sp>
      <p:graphicFrame>
        <p:nvGraphicFramePr>
          <p:cNvPr id="70" name="Objekt 69" hidden="1"/>
          <p:cNvGraphicFramePr>
            <a:graphicFrameLocks noChangeAspect="1"/>
          </p:cNvGraphicFramePr>
          <p:nvPr>
            <p:custDataLst>
              <p:tags r:id="rId1"/>
            </p:custDataLst>
          </p:nvPr>
        </p:nvGraphicFramePr>
        <p:xfrm>
          <a:off x="1525589" y="1589"/>
          <a:ext cx="1587" cy="1587"/>
        </p:xfrm>
        <a:graphic>
          <a:graphicData uri="http://schemas.openxmlformats.org/presentationml/2006/ole">
            <mc:AlternateContent xmlns:mc="http://schemas.openxmlformats.org/markup-compatibility/2006">
              <mc:Choice xmlns:v="urn:schemas-microsoft-com:vml" Requires="v">
                <p:oleObj name="think-cell Folie" r:id="rId4" imgW="360" imgH="360" progId="TCLayout.ActiveDocument.1">
                  <p:embed/>
                </p:oleObj>
              </mc:Choice>
              <mc:Fallback>
                <p:oleObj name="think-cell Folie" r:id="rId4" imgW="360" imgH="360" progId="TCLayout.ActiveDocument.1">
                  <p:embed/>
                  <p:pic>
                    <p:nvPicPr>
                      <p:cNvPr id="70" name="Objekt 69"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5589"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itel 11">
            <a:extLst>
              <a:ext uri="{FF2B5EF4-FFF2-40B4-BE49-F238E27FC236}">
                <a16:creationId xmlns:a16="http://schemas.microsoft.com/office/drawing/2014/main" id="{FA452F05-5621-C756-706C-240795506753}"/>
              </a:ext>
            </a:extLst>
          </p:cNvPr>
          <p:cNvSpPr>
            <a:spLocks noGrp="1"/>
          </p:cNvSpPr>
          <p:nvPr>
            <p:ph type="title"/>
          </p:nvPr>
        </p:nvSpPr>
        <p:spPr bwMode="gray">
          <a:xfrm>
            <a:off x="479424" y="477000"/>
            <a:ext cx="11233151" cy="720000"/>
          </a:xfrm>
        </p:spPr>
        <p:txBody>
          <a:bodyPr vert="horz"/>
          <a:lstStyle/>
          <a:p>
            <a:r>
              <a:rPr lang="en-US" dirty="0"/>
              <a:t>Three-levelled horizontal organization chart</a:t>
            </a:r>
          </a:p>
        </p:txBody>
      </p:sp>
      <p:sp>
        <p:nvSpPr>
          <p:cNvPr id="9" name="Textplatzhalter 8">
            <a:extLst>
              <a:ext uri="{FF2B5EF4-FFF2-40B4-BE49-F238E27FC236}">
                <a16:creationId xmlns:a16="http://schemas.microsoft.com/office/drawing/2014/main" id="{41C2C4F7-78DF-95D1-269F-60DC38980185}"/>
              </a:ext>
            </a:extLst>
          </p:cNvPr>
          <p:cNvSpPr>
            <a:spLocks noGrp="1"/>
          </p:cNvSpPr>
          <p:nvPr>
            <p:ph type="body" sz="quarter" idx="13"/>
          </p:nvPr>
        </p:nvSpPr>
        <p:spPr bwMode="gray"/>
        <p:txBody>
          <a:bodyPr/>
          <a:lstStyle/>
          <a:p>
            <a:endParaRPr lang="en-US" dirty="0"/>
          </a:p>
        </p:txBody>
      </p:sp>
      <p:sp>
        <p:nvSpPr>
          <p:cNvPr id="4" name="Fußzeilenplatzhalter 3">
            <a:extLst>
              <a:ext uri="{FF2B5EF4-FFF2-40B4-BE49-F238E27FC236}">
                <a16:creationId xmlns:a16="http://schemas.microsoft.com/office/drawing/2014/main" id="{F6A3B749-28BC-6C69-8F84-590689655445}"/>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5" name="Foliennummernplatzhalter 4">
            <a:extLst>
              <a:ext uri="{FF2B5EF4-FFF2-40B4-BE49-F238E27FC236}">
                <a16:creationId xmlns:a16="http://schemas.microsoft.com/office/drawing/2014/main" id="{30C9E367-2236-81AB-FB4B-8B646C7F7B13}"/>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31</a:t>
            </a:fld>
            <a:endParaRPr lang="en-US" dirty="0"/>
          </a:p>
        </p:txBody>
      </p:sp>
      <p:cxnSp>
        <p:nvCxnSpPr>
          <p:cNvPr id="20" name="Verbinder: gewinkelt 19">
            <a:extLst>
              <a:ext uri="{FF2B5EF4-FFF2-40B4-BE49-F238E27FC236}">
                <a16:creationId xmlns:a16="http://schemas.microsoft.com/office/drawing/2014/main" id="{E16F69F7-79C5-D246-B1EE-8CE6F1060BA8}"/>
              </a:ext>
            </a:extLst>
          </p:cNvPr>
          <p:cNvCxnSpPr>
            <a:cxnSpLocks/>
            <a:stCxn id="86" idx="0"/>
            <a:endCxn id="81" idx="2"/>
          </p:cNvCxnSpPr>
          <p:nvPr/>
        </p:nvCxnSpPr>
        <p:spPr bwMode="gray">
          <a:xfrm rot="16200000" flipV="1">
            <a:off x="7392262" y="620273"/>
            <a:ext cx="287778" cy="2880784"/>
          </a:xfrm>
          <a:prstGeom prst="bentConnector3">
            <a:avLst>
              <a:gd name="adj1" fmla="val 50000"/>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platzhalter 2">
            <a:extLst>
              <a:ext uri="{FF2B5EF4-FFF2-40B4-BE49-F238E27FC236}">
                <a16:creationId xmlns:a16="http://schemas.microsoft.com/office/drawing/2014/main" id="{1723E627-437B-CBCA-E163-A41F7263C592}"/>
              </a:ext>
            </a:extLst>
          </p:cNvPr>
          <p:cNvSpPr txBox="1">
            <a:spLocks/>
          </p:cNvSpPr>
          <p:nvPr/>
        </p:nvSpPr>
        <p:spPr bwMode="gray">
          <a:xfrm>
            <a:off x="479376" y="3141048"/>
            <a:ext cx="2592000" cy="792000"/>
          </a:xfrm>
          <a:prstGeom prst="rect">
            <a:avLst/>
          </a:prstGeom>
          <a:solidFill>
            <a:srgbClr val="F6F5F3"/>
          </a:solidFill>
        </p:spPr>
        <p:txBody>
          <a:bodyPr vert="horz" lIns="144000" tIns="144000" rIns="144000" bIns="14400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br>
              <a:rPr lang="en-US" b="1" dirty="0"/>
            </a:br>
            <a:r>
              <a:rPr lang="en-US" dirty="0"/>
              <a:t>Maecenas porttitor.</a:t>
            </a:r>
          </a:p>
        </p:txBody>
      </p:sp>
      <p:sp>
        <p:nvSpPr>
          <p:cNvPr id="25" name="Textplatzhalter 2">
            <a:extLst>
              <a:ext uri="{FF2B5EF4-FFF2-40B4-BE49-F238E27FC236}">
                <a16:creationId xmlns:a16="http://schemas.microsoft.com/office/drawing/2014/main" id="{99AE44F6-61AE-44DD-FE4B-0DC78592C6D4}"/>
              </a:ext>
            </a:extLst>
          </p:cNvPr>
          <p:cNvSpPr txBox="1">
            <a:spLocks/>
          </p:cNvSpPr>
          <p:nvPr/>
        </p:nvSpPr>
        <p:spPr bwMode="gray">
          <a:xfrm>
            <a:off x="3359984" y="3141048"/>
            <a:ext cx="2592000" cy="792000"/>
          </a:xfrm>
          <a:prstGeom prst="rect">
            <a:avLst/>
          </a:prstGeom>
          <a:solidFill>
            <a:srgbClr val="F6F5F3"/>
          </a:solidFill>
        </p:spPr>
        <p:txBody>
          <a:bodyPr vert="horz" lIns="144000" tIns="144000" rIns="144000" bIns="14400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br>
              <a:rPr lang="en-US" b="1" dirty="0"/>
            </a:br>
            <a:r>
              <a:rPr lang="en-US" dirty="0"/>
              <a:t>Maecenas porttitor.</a:t>
            </a:r>
          </a:p>
        </p:txBody>
      </p:sp>
      <p:cxnSp>
        <p:nvCxnSpPr>
          <p:cNvPr id="46" name="Verbinder: gewinkelt 45">
            <a:extLst>
              <a:ext uri="{FF2B5EF4-FFF2-40B4-BE49-F238E27FC236}">
                <a16:creationId xmlns:a16="http://schemas.microsoft.com/office/drawing/2014/main" id="{7FE4E7F3-8790-7EB0-D14B-F234773C9F30}"/>
              </a:ext>
            </a:extLst>
          </p:cNvPr>
          <p:cNvCxnSpPr>
            <a:cxnSpLocks/>
            <a:stCxn id="81" idx="2"/>
            <a:endCxn id="79" idx="0"/>
          </p:cNvCxnSpPr>
          <p:nvPr/>
        </p:nvCxnSpPr>
        <p:spPr bwMode="gray">
          <a:xfrm rot="5400000">
            <a:off x="4511719" y="620514"/>
            <a:ext cx="287778" cy="2880302"/>
          </a:xfrm>
          <a:prstGeom prst="bentConnector3">
            <a:avLst>
              <a:gd name="adj1" fmla="val 50000"/>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Textplatzhalter 2">
            <a:extLst>
              <a:ext uri="{FF2B5EF4-FFF2-40B4-BE49-F238E27FC236}">
                <a16:creationId xmlns:a16="http://schemas.microsoft.com/office/drawing/2014/main" id="{1CF9E206-EAEB-02A5-7299-D52335BEB8F0}"/>
              </a:ext>
            </a:extLst>
          </p:cNvPr>
          <p:cNvSpPr txBox="1">
            <a:spLocks/>
          </p:cNvSpPr>
          <p:nvPr/>
        </p:nvSpPr>
        <p:spPr bwMode="gray">
          <a:xfrm>
            <a:off x="6240016" y="3141048"/>
            <a:ext cx="2592000" cy="792000"/>
          </a:xfrm>
          <a:prstGeom prst="rect">
            <a:avLst/>
          </a:prstGeom>
          <a:solidFill>
            <a:srgbClr val="F6F5F3"/>
          </a:solidFill>
        </p:spPr>
        <p:txBody>
          <a:bodyPr vert="horz" lIns="144000" tIns="144000" rIns="144000" bIns="14400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br>
              <a:rPr lang="en-US" b="1" dirty="0"/>
            </a:br>
            <a:r>
              <a:rPr lang="en-US" dirty="0"/>
              <a:t>Maecenas porttitor.</a:t>
            </a:r>
          </a:p>
        </p:txBody>
      </p:sp>
      <p:sp>
        <p:nvSpPr>
          <p:cNvPr id="51" name="Textplatzhalter 2">
            <a:extLst>
              <a:ext uri="{FF2B5EF4-FFF2-40B4-BE49-F238E27FC236}">
                <a16:creationId xmlns:a16="http://schemas.microsoft.com/office/drawing/2014/main" id="{310E243F-03BC-36C6-83AF-915F28D4B951}"/>
              </a:ext>
            </a:extLst>
          </p:cNvPr>
          <p:cNvSpPr txBox="1">
            <a:spLocks/>
          </p:cNvSpPr>
          <p:nvPr/>
        </p:nvSpPr>
        <p:spPr bwMode="gray">
          <a:xfrm>
            <a:off x="9120336" y="3141048"/>
            <a:ext cx="2592000" cy="792000"/>
          </a:xfrm>
          <a:prstGeom prst="rect">
            <a:avLst/>
          </a:prstGeom>
          <a:solidFill>
            <a:srgbClr val="F6F5F3"/>
          </a:solidFill>
        </p:spPr>
        <p:txBody>
          <a:bodyPr vert="horz" lIns="144000" tIns="144000" rIns="144000" bIns="14400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br>
              <a:rPr lang="en-US" b="1" dirty="0"/>
            </a:br>
            <a:r>
              <a:rPr lang="en-US" dirty="0"/>
              <a:t>Maecenas porttitor.</a:t>
            </a:r>
          </a:p>
        </p:txBody>
      </p:sp>
      <p:sp>
        <p:nvSpPr>
          <p:cNvPr id="79" name="Textplatzhalter 2">
            <a:extLst>
              <a:ext uri="{FF2B5EF4-FFF2-40B4-BE49-F238E27FC236}">
                <a16:creationId xmlns:a16="http://schemas.microsoft.com/office/drawing/2014/main" id="{4EE713F9-600B-3A12-D4FF-5899FB3607BA}"/>
              </a:ext>
            </a:extLst>
          </p:cNvPr>
          <p:cNvSpPr txBox="1">
            <a:spLocks/>
          </p:cNvSpPr>
          <p:nvPr/>
        </p:nvSpPr>
        <p:spPr bwMode="ltGray">
          <a:xfrm>
            <a:off x="479376" y="2204554"/>
            <a:ext cx="5472162" cy="792398"/>
          </a:xfrm>
          <a:prstGeom prst="rect">
            <a:avLst/>
          </a:prstGeom>
          <a:solidFill>
            <a:schemeClr val="bg2"/>
          </a:solidFill>
        </p:spPr>
        <p:txBody>
          <a:bodyPr vert="horz" lIns="144000" tIns="144000" rIns="144000" bIns="18000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lvl="4" indent="0">
              <a:buNone/>
            </a:pPr>
            <a:r>
              <a:rPr lang="en-US" b="1" dirty="0"/>
              <a:t>Lorem ipsum</a:t>
            </a:r>
            <a:br>
              <a:rPr lang="en-US" b="1" dirty="0"/>
            </a:br>
            <a:r>
              <a:rPr lang="en-US" dirty="0"/>
              <a:t>Maecenas porttitor congue.</a:t>
            </a:r>
          </a:p>
        </p:txBody>
      </p:sp>
      <p:sp>
        <p:nvSpPr>
          <p:cNvPr id="86" name="Textplatzhalter 2">
            <a:extLst>
              <a:ext uri="{FF2B5EF4-FFF2-40B4-BE49-F238E27FC236}">
                <a16:creationId xmlns:a16="http://schemas.microsoft.com/office/drawing/2014/main" id="{5441957E-2768-1C0B-F3AE-5D9CA2B7E5EC}"/>
              </a:ext>
            </a:extLst>
          </p:cNvPr>
          <p:cNvSpPr txBox="1">
            <a:spLocks/>
          </p:cNvSpPr>
          <p:nvPr/>
        </p:nvSpPr>
        <p:spPr bwMode="ltGray">
          <a:xfrm>
            <a:off x="6240462" y="2204554"/>
            <a:ext cx="5472162" cy="792398"/>
          </a:xfrm>
          <a:prstGeom prst="rect">
            <a:avLst/>
          </a:prstGeom>
          <a:solidFill>
            <a:schemeClr val="bg2"/>
          </a:solidFill>
        </p:spPr>
        <p:txBody>
          <a:bodyPr vert="horz" lIns="144000" tIns="144000" rIns="144000" bIns="18000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lvl="4" indent="0">
              <a:buNone/>
            </a:pPr>
            <a:r>
              <a:rPr lang="en-US" b="1" dirty="0"/>
              <a:t>Lorem ipsum</a:t>
            </a:r>
            <a:br>
              <a:rPr lang="en-US" b="1" dirty="0"/>
            </a:br>
            <a:r>
              <a:rPr lang="en-US" dirty="0"/>
              <a:t>Maecenas porttitor congue.</a:t>
            </a:r>
          </a:p>
        </p:txBody>
      </p:sp>
      <p:sp>
        <p:nvSpPr>
          <p:cNvPr id="88" name="Textplatzhalter 2">
            <a:extLst>
              <a:ext uri="{FF2B5EF4-FFF2-40B4-BE49-F238E27FC236}">
                <a16:creationId xmlns:a16="http://schemas.microsoft.com/office/drawing/2014/main" id="{72DE3FD2-BF34-F153-FF1B-DC92406778E5}"/>
              </a:ext>
            </a:extLst>
          </p:cNvPr>
          <p:cNvSpPr txBox="1">
            <a:spLocks/>
          </p:cNvSpPr>
          <p:nvPr/>
        </p:nvSpPr>
        <p:spPr bwMode="gray">
          <a:xfrm>
            <a:off x="479376" y="4077160"/>
            <a:ext cx="2592000" cy="792000"/>
          </a:xfrm>
          <a:prstGeom prst="rect">
            <a:avLst/>
          </a:prstGeom>
          <a:solidFill>
            <a:srgbClr val="F6F5F3"/>
          </a:solidFill>
        </p:spPr>
        <p:txBody>
          <a:bodyPr vert="horz" lIns="144000" tIns="144000" rIns="144000" bIns="14400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br>
              <a:rPr lang="en-US" b="1" dirty="0"/>
            </a:br>
            <a:r>
              <a:rPr lang="en-US" dirty="0"/>
              <a:t>Maecenas porttitor.</a:t>
            </a:r>
          </a:p>
        </p:txBody>
      </p:sp>
      <p:sp>
        <p:nvSpPr>
          <p:cNvPr id="89" name="Textplatzhalter 2">
            <a:extLst>
              <a:ext uri="{FF2B5EF4-FFF2-40B4-BE49-F238E27FC236}">
                <a16:creationId xmlns:a16="http://schemas.microsoft.com/office/drawing/2014/main" id="{B944F693-C33D-6B12-841A-370B2FD04E72}"/>
              </a:ext>
            </a:extLst>
          </p:cNvPr>
          <p:cNvSpPr txBox="1">
            <a:spLocks/>
          </p:cNvSpPr>
          <p:nvPr/>
        </p:nvSpPr>
        <p:spPr bwMode="gray">
          <a:xfrm>
            <a:off x="3359984" y="4077160"/>
            <a:ext cx="2592000" cy="792000"/>
          </a:xfrm>
          <a:prstGeom prst="rect">
            <a:avLst/>
          </a:prstGeom>
          <a:solidFill>
            <a:srgbClr val="F6F5F3"/>
          </a:solidFill>
        </p:spPr>
        <p:txBody>
          <a:bodyPr vert="horz" lIns="144000" tIns="144000" rIns="144000" bIns="14400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br>
              <a:rPr lang="en-US" b="1" dirty="0"/>
            </a:br>
            <a:r>
              <a:rPr lang="en-US" dirty="0"/>
              <a:t>Maecenas porttitor.</a:t>
            </a:r>
          </a:p>
        </p:txBody>
      </p:sp>
      <p:sp>
        <p:nvSpPr>
          <p:cNvPr id="90" name="Textplatzhalter 2">
            <a:extLst>
              <a:ext uri="{FF2B5EF4-FFF2-40B4-BE49-F238E27FC236}">
                <a16:creationId xmlns:a16="http://schemas.microsoft.com/office/drawing/2014/main" id="{81CAB51B-BA40-AA6B-78CE-752898EB158D}"/>
              </a:ext>
            </a:extLst>
          </p:cNvPr>
          <p:cNvSpPr txBox="1">
            <a:spLocks/>
          </p:cNvSpPr>
          <p:nvPr/>
        </p:nvSpPr>
        <p:spPr bwMode="gray">
          <a:xfrm>
            <a:off x="6240016" y="4077160"/>
            <a:ext cx="2592000" cy="792000"/>
          </a:xfrm>
          <a:prstGeom prst="rect">
            <a:avLst/>
          </a:prstGeom>
          <a:solidFill>
            <a:srgbClr val="F6F5F3"/>
          </a:solidFill>
        </p:spPr>
        <p:txBody>
          <a:bodyPr vert="horz" lIns="144000" tIns="144000" rIns="144000" bIns="14400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br>
              <a:rPr lang="en-US" b="1" dirty="0"/>
            </a:br>
            <a:r>
              <a:rPr lang="en-US" dirty="0"/>
              <a:t>Maecenas porttitor.</a:t>
            </a:r>
          </a:p>
        </p:txBody>
      </p:sp>
      <p:sp>
        <p:nvSpPr>
          <p:cNvPr id="91" name="Textplatzhalter 2">
            <a:extLst>
              <a:ext uri="{FF2B5EF4-FFF2-40B4-BE49-F238E27FC236}">
                <a16:creationId xmlns:a16="http://schemas.microsoft.com/office/drawing/2014/main" id="{3F335AC4-C8CA-6B14-3B1D-E717E31D91D3}"/>
              </a:ext>
            </a:extLst>
          </p:cNvPr>
          <p:cNvSpPr txBox="1">
            <a:spLocks/>
          </p:cNvSpPr>
          <p:nvPr/>
        </p:nvSpPr>
        <p:spPr bwMode="gray">
          <a:xfrm>
            <a:off x="9120336" y="4077160"/>
            <a:ext cx="2592000" cy="792000"/>
          </a:xfrm>
          <a:prstGeom prst="rect">
            <a:avLst/>
          </a:prstGeom>
          <a:solidFill>
            <a:srgbClr val="F6F5F3"/>
          </a:solidFill>
        </p:spPr>
        <p:txBody>
          <a:bodyPr vert="horz" lIns="144000" tIns="144000" rIns="144000" bIns="14400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br>
              <a:rPr lang="en-US" b="1" dirty="0"/>
            </a:br>
            <a:r>
              <a:rPr lang="en-US" dirty="0"/>
              <a:t>Maecenas porttitor.</a:t>
            </a:r>
          </a:p>
        </p:txBody>
      </p:sp>
      <p:sp>
        <p:nvSpPr>
          <p:cNvPr id="92" name="Textplatzhalter 2">
            <a:extLst>
              <a:ext uri="{FF2B5EF4-FFF2-40B4-BE49-F238E27FC236}">
                <a16:creationId xmlns:a16="http://schemas.microsoft.com/office/drawing/2014/main" id="{88176EDE-7F92-E16D-A1C0-4944AF269880}"/>
              </a:ext>
            </a:extLst>
          </p:cNvPr>
          <p:cNvSpPr txBox="1">
            <a:spLocks/>
          </p:cNvSpPr>
          <p:nvPr/>
        </p:nvSpPr>
        <p:spPr bwMode="gray">
          <a:xfrm>
            <a:off x="479376" y="5013264"/>
            <a:ext cx="2592000" cy="792000"/>
          </a:xfrm>
          <a:prstGeom prst="rect">
            <a:avLst/>
          </a:prstGeom>
          <a:solidFill>
            <a:srgbClr val="F6F5F3"/>
          </a:solidFill>
        </p:spPr>
        <p:txBody>
          <a:bodyPr vert="horz" lIns="144000" tIns="144000" rIns="144000" bIns="14400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br>
              <a:rPr lang="en-US" b="1" dirty="0"/>
            </a:br>
            <a:r>
              <a:rPr lang="en-US" dirty="0"/>
              <a:t>Maecenas porttitor.</a:t>
            </a:r>
          </a:p>
        </p:txBody>
      </p:sp>
      <p:sp>
        <p:nvSpPr>
          <p:cNvPr id="93" name="Textplatzhalter 2">
            <a:extLst>
              <a:ext uri="{FF2B5EF4-FFF2-40B4-BE49-F238E27FC236}">
                <a16:creationId xmlns:a16="http://schemas.microsoft.com/office/drawing/2014/main" id="{33498379-E77B-708D-32C8-BFE08BC96109}"/>
              </a:ext>
            </a:extLst>
          </p:cNvPr>
          <p:cNvSpPr txBox="1">
            <a:spLocks/>
          </p:cNvSpPr>
          <p:nvPr/>
        </p:nvSpPr>
        <p:spPr bwMode="gray">
          <a:xfrm>
            <a:off x="3359984" y="5013264"/>
            <a:ext cx="2592000" cy="792000"/>
          </a:xfrm>
          <a:prstGeom prst="rect">
            <a:avLst/>
          </a:prstGeom>
          <a:solidFill>
            <a:srgbClr val="F6F5F3"/>
          </a:solidFill>
        </p:spPr>
        <p:txBody>
          <a:bodyPr vert="horz" lIns="144000" tIns="144000" rIns="144000" bIns="14400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br>
              <a:rPr lang="en-US" b="1" dirty="0"/>
            </a:br>
            <a:r>
              <a:rPr lang="en-US" dirty="0"/>
              <a:t>Maecenas porttitor.</a:t>
            </a:r>
          </a:p>
        </p:txBody>
      </p:sp>
      <p:sp>
        <p:nvSpPr>
          <p:cNvPr id="94" name="Textplatzhalter 2">
            <a:extLst>
              <a:ext uri="{FF2B5EF4-FFF2-40B4-BE49-F238E27FC236}">
                <a16:creationId xmlns:a16="http://schemas.microsoft.com/office/drawing/2014/main" id="{6476AEAB-4FAA-DB9B-E429-45E7AD5D387C}"/>
              </a:ext>
            </a:extLst>
          </p:cNvPr>
          <p:cNvSpPr txBox="1">
            <a:spLocks/>
          </p:cNvSpPr>
          <p:nvPr/>
        </p:nvSpPr>
        <p:spPr bwMode="gray">
          <a:xfrm>
            <a:off x="6240016" y="5013264"/>
            <a:ext cx="2592000" cy="792000"/>
          </a:xfrm>
          <a:prstGeom prst="rect">
            <a:avLst/>
          </a:prstGeom>
          <a:solidFill>
            <a:srgbClr val="F6F5F3"/>
          </a:solidFill>
        </p:spPr>
        <p:txBody>
          <a:bodyPr vert="horz" lIns="144000" tIns="144000" rIns="144000" bIns="14400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br>
              <a:rPr lang="en-US" b="1" dirty="0"/>
            </a:br>
            <a:r>
              <a:rPr lang="en-US" dirty="0"/>
              <a:t>Maecenas porttitor.</a:t>
            </a:r>
          </a:p>
        </p:txBody>
      </p:sp>
      <p:sp>
        <p:nvSpPr>
          <p:cNvPr id="95" name="Textplatzhalter 2">
            <a:extLst>
              <a:ext uri="{FF2B5EF4-FFF2-40B4-BE49-F238E27FC236}">
                <a16:creationId xmlns:a16="http://schemas.microsoft.com/office/drawing/2014/main" id="{28F5D2A9-8F37-4D48-45FA-07CBFBE88B3A}"/>
              </a:ext>
            </a:extLst>
          </p:cNvPr>
          <p:cNvSpPr txBox="1">
            <a:spLocks/>
          </p:cNvSpPr>
          <p:nvPr/>
        </p:nvSpPr>
        <p:spPr bwMode="gray">
          <a:xfrm>
            <a:off x="9120336" y="5013264"/>
            <a:ext cx="2592000" cy="792000"/>
          </a:xfrm>
          <a:prstGeom prst="rect">
            <a:avLst/>
          </a:prstGeom>
          <a:solidFill>
            <a:srgbClr val="F6F5F3"/>
          </a:solidFill>
        </p:spPr>
        <p:txBody>
          <a:bodyPr vert="horz" lIns="144000" tIns="144000" rIns="144000" bIns="14400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br>
              <a:rPr lang="en-US" b="1" dirty="0"/>
            </a:br>
            <a:r>
              <a:rPr lang="en-US" dirty="0"/>
              <a:t>Maecenas porttitor.</a:t>
            </a:r>
          </a:p>
        </p:txBody>
      </p:sp>
    </p:spTree>
    <p:extLst>
      <p:ext uri="{BB962C8B-B14F-4D97-AF65-F5344CB8AC3E}">
        <p14:creationId xmlns:p14="http://schemas.microsoft.com/office/powerpoint/2010/main" val="26727264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hteck 29">
            <a:extLst>
              <a:ext uri="{FF2B5EF4-FFF2-40B4-BE49-F238E27FC236}">
                <a16:creationId xmlns:a16="http://schemas.microsoft.com/office/drawing/2014/main" id="{AE1B0F21-0EBE-47DF-DCD0-F138EB1E0B17}"/>
              </a:ext>
            </a:extLst>
          </p:cNvPr>
          <p:cNvSpPr/>
          <p:nvPr/>
        </p:nvSpPr>
        <p:spPr bwMode="ltGray">
          <a:xfrm>
            <a:off x="4332288" y="0"/>
            <a:ext cx="7859711"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26" name="Freihandform: Form 25">
            <a:extLst>
              <a:ext uri="{FF2B5EF4-FFF2-40B4-BE49-F238E27FC236}">
                <a16:creationId xmlns:a16="http://schemas.microsoft.com/office/drawing/2014/main" id="{A45756E3-F240-FAB6-1745-DC749A63E3CB}"/>
              </a:ext>
            </a:extLst>
          </p:cNvPr>
          <p:cNvSpPr/>
          <p:nvPr/>
        </p:nvSpPr>
        <p:spPr bwMode="gray">
          <a:xfrm>
            <a:off x="5123892" y="4580976"/>
            <a:ext cx="6264696" cy="1368974"/>
          </a:xfrm>
          <a:custGeom>
            <a:avLst/>
            <a:gdLst>
              <a:gd name="connsiteX0" fmla="*/ 945125 w 6264696"/>
              <a:gd name="connsiteY0" fmla="*/ 0 h 1368974"/>
              <a:gd name="connsiteX1" fmla="*/ 5319571 w 6264696"/>
              <a:gd name="connsiteY1" fmla="*/ 0 h 1368974"/>
              <a:gd name="connsiteX2" fmla="*/ 6264696 w 6264696"/>
              <a:gd name="connsiteY2" fmla="*/ 1368974 h 1368974"/>
              <a:gd name="connsiteX3" fmla="*/ 0 w 6264696"/>
              <a:gd name="connsiteY3" fmla="*/ 1368974 h 1368974"/>
            </a:gdLst>
            <a:ahLst/>
            <a:cxnLst>
              <a:cxn ang="0">
                <a:pos x="connsiteX0" y="connsiteY0"/>
              </a:cxn>
              <a:cxn ang="0">
                <a:pos x="connsiteX1" y="connsiteY1"/>
              </a:cxn>
              <a:cxn ang="0">
                <a:pos x="connsiteX2" y="connsiteY2"/>
              </a:cxn>
              <a:cxn ang="0">
                <a:pos x="connsiteX3" y="connsiteY3"/>
              </a:cxn>
            </a:cxnLst>
            <a:rect l="l" t="t" r="r" b="b"/>
            <a:pathLst>
              <a:path w="6264696" h="1368974">
                <a:moveTo>
                  <a:pt x="945125" y="0"/>
                </a:moveTo>
                <a:lnTo>
                  <a:pt x="5319571" y="0"/>
                </a:lnTo>
                <a:lnTo>
                  <a:pt x="6264696" y="1368974"/>
                </a:lnTo>
                <a:lnTo>
                  <a:pt x="0" y="1368974"/>
                </a:lnTo>
                <a:close/>
              </a:path>
            </a:pathLst>
          </a:custGeom>
          <a:noFill/>
          <a:ln w="19050" cap="rnd">
            <a:solidFill>
              <a:schemeClr val="tx2"/>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40000"/>
              </a:lnSpc>
            </a:pPr>
            <a:endParaRPr lang="en-US" sz="1600" dirty="0">
              <a:solidFill>
                <a:schemeClr val="tx1"/>
              </a:solidFill>
            </a:endParaRPr>
          </a:p>
        </p:txBody>
      </p:sp>
      <p:sp>
        <p:nvSpPr>
          <p:cNvPr id="19" name="Freihandform: Form 18">
            <a:extLst>
              <a:ext uri="{FF2B5EF4-FFF2-40B4-BE49-F238E27FC236}">
                <a16:creationId xmlns:a16="http://schemas.microsoft.com/office/drawing/2014/main" id="{92769A29-207C-9CF7-BB49-8691F841BAEB}"/>
              </a:ext>
            </a:extLst>
          </p:cNvPr>
          <p:cNvSpPr/>
          <p:nvPr/>
        </p:nvSpPr>
        <p:spPr bwMode="gray">
          <a:xfrm>
            <a:off x="6069017" y="3212977"/>
            <a:ext cx="4374446" cy="1367999"/>
          </a:xfrm>
          <a:custGeom>
            <a:avLst/>
            <a:gdLst>
              <a:gd name="connsiteX0" fmla="*/ 944452 w 4374446"/>
              <a:gd name="connsiteY0" fmla="*/ 0 h 1367999"/>
              <a:gd name="connsiteX1" fmla="*/ 3429994 w 4374446"/>
              <a:gd name="connsiteY1" fmla="*/ 0 h 1367999"/>
              <a:gd name="connsiteX2" fmla="*/ 4374446 w 4374446"/>
              <a:gd name="connsiteY2" fmla="*/ 1367999 h 1367999"/>
              <a:gd name="connsiteX3" fmla="*/ 0 w 4374446"/>
              <a:gd name="connsiteY3" fmla="*/ 1367999 h 1367999"/>
            </a:gdLst>
            <a:ahLst/>
            <a:cxnLst>
              <a:cxn ang="0">
                <a:pos x="connsiteX0" y="connsiteY0"/>
              </a:cxn>
              <a:cxn ang="0">
                <a:pos x="connsiteX1" y="connsiteY1"/>
              </a:cxn>
              <a:cxn ang="0">
                <a:pos x="connsiteX2" y="connsiteY2"/>
              </a:cxn>
              <a:cxn ang="0">
                <a:pos x="connsiteX3" y="connsiteY3"/>
              </a:cxn>
            </a:cxnLst>
            <a:rect l="l" t="t" r="r" b="b"/>
            <a:pathLst>
              <a:path w="4374446" h="1367999">
                <a:moveTo>
                  <a:pt x="944452" y="0"/>
                </a:moveTo>
                <a:lnTo>
                  <a:pt x="3429994" y="0"/>
                </a:lnTo>
                <a:lnTo>
                  <a:pt x="4374446" y="1367999"/>
                </a:lnTo>
                <a:lnTo>
                  <a:pt x="0" y="1367999"/>
                </a:lnTo>
                <a:close/>
              </a:path>
            </a:pathLst>
          </a:custGeom>
          <a:noFill/>
          <a:ln w="19050" cap="rnd">
            <a:solidFill>
              <a:schemeClr val="tx2"/>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40000"/>
              </a:lnSpc>
            </a:pPr>
            <a:endParaRPr lang="en-US" sz="1600" dirty="0">
              <a:solidFill>
                <a:schemeClr val="tx1"/>
              </a:solidFill>
            </a:endParaRPr>
          </a:p>
        </p:txBody>
      </p:sp>
      <p:sp>
        <p:nvSpPr>
          <p:cNvPr id="25" name="Freihandform: Form 24">
            <a:extLst>
              <a:ext uri="{FF2B5EF4-FFF2-40B4-BE49-F238E27FC236}">
                <a16:creationId xmlns:a16="http://schemas.microsoft.com/office/drawing/2014/main" id="{F9B0BC3B-D9C5-6580-8B51-2B3B874CFB59}"/>
              </a:ext>
            </a:extLst>
          </p:cNvPr>
          <p:cNvSpPr/>
          <p:nvPr/>
        </p:nvSpPr>
        <p:spPr bwMode="gray">
          <a:xfrm>
            <a:off x="7013470" y="1412875"/>
            <a:ext cx="2485540" cy="1800101"/>
          </a:xfrm>
          <a:custGeom>
            <a:avLst/>
            <a:gdLst>
              <a:gd name="connsiteX0" fmla="*/ 1242770 w 2485540"/>
              <a:gd name="connsiteY0" fmla="*/ 0 h 1800101"/>
              <a:gd name="connsiteX1" fmla="*/ 2485540 w 2485540"/>
              <a:gd name="connsiteY1" fmla="*/ 1800101 h 1800101"/>
              <a:gd name="connsiteX2" fmla="*/ 0 w 2485540"/>
              <a:gd name="connsiteY2" fmla="*/ 1800101 h 1800101"/>
            </a:gdLst>
            <a:ahLst/>
            <a:cxnLst>
              <a:cxn ang="0">
                <a:pos x="connsiteX0" y="connsiteY0"/>
              </a:cxn>
              <a:cxn ang="0">
                <a:pos x="connsiteX1" y="connsiteY1"/>
              </a:cxn>
              <a:cxn ang="0">
                <a:pos x="connsiteX2" y="connsiteY2"/>
              </a:cxn>
            </a:cxnLst>
            <a:rect l="l" t="t" r="r" b="b"/>
            <a:pathLst>
              <a:path w="2485540" h="1800101">
                <a:moveTo>
                  <a:pt x="1242770" y="0"/>
                </a:moveTo>
                <a:lnTo>
                  <a:pt x="2485540" y="1800101"/>
                </a:lnTo>
                <a:lnTo>
                  <a:pt x="0" y="1800101"/>
                </a:lnTo>
                <a:close/>
              </a:path>
            </a:pathLst>
          </a:custGeom>
          <a:solidFill>
            <a:schemeClr val="tx2"/>
          </a:solidFill>
          <a:ln w="19050" cap="rnd">
            <a:solidFill>
              <a:schemeClr val="tx2"/>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40000"/>
              </a:lnSpc>
            </a:pPr>
            <a:endParaRPr lang="en-US" sz="1600" dirty="0">
              <a:solidFill>
                <a:schemeClr val="tx1"/>
              </a:solidFill>
            </a:endParaRPr>
          </a:p>
        </p:txBody>
      </p:sp>
      <p:graphicFrame>
        <p:nvGraphicFramePr>
          <p:cNvPr id="5" name="Objekt 4" hidden="1"/>
          <p:cNvGraphicFramePr>
            <a:graphicFrameLocks/>
          </p:cNvGraphicFramePr>
          <p:nvPr>
            <p:custDataLst>
              <p:tags r:id="rId1"/>
            </p:custDataLst>
          </p:nvPr>
        </p:nvGraphicFramePr>
        <p:xfrm>
          <a:off x="1525589" y="1589"/>
          <a:ext cx="1587" cy="1587"/>
        </p:xfrm>
        <a:graphic>
          <a:graphicData uri="http://schemas.openxmlformats.org/presentationml/2006/ole">
            <mc:AlternateContent xmlns:mc="http://schemas.openxmlformats.org/markup-compatibility/2006">
              <mc:Choice xmlns:v="urn:schemas-microsoft-com:vml" Requires="v">
                <p:oleObj name="think-cell Folie" r:id="rId5" imgW="360" imgH="360" progId="TCLayout.ActiveDocument.1">
                  <p:embed/>
                </p:oleObj>
              </mc:Choice>
              <mc:Fallback>
                <p:oleObj name="think-cell Folie" r:id="rId5" imgW="360" imgH="360" progId="TCLayout.ActiveDocument.1">
                  <p:embed/>
                  <p:pic>
                    <p:nvPicPr>
                      <p:cNvPr id="5" name="Objekt 4" hidden="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5589"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hteck 2" hidden="1">
            <a:extLst>
              <a:ext uri="{FF2B5EF4-FFF2-40B4-BE49-F238E27FC236}">
                <a16:creationId xmlns:a16="http://schemas.microsoft.com/office/drawing/2014/main" id="{A2C7AA8F-0F20-4BAF-8269-A750F5A64A89}"/>
              </a:ext>
            </a:extLst>
          </p:cNvPr>
          <p:cNvSpPr/>
          <p:nvPr>
            <p:custDataLst>
              <p:tags r:id="rId2"/>
            </p:custDataLst>
          </p:nvPr>
        </p:nvSpPr>
        <p:spPr>
          <a:xfrm>
            <a:off x="0" y="0"/>
            <a:ext cx="158750" cy="15875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dirty="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21" name="Titel 20">
            <a:extLst>
              <a:ext uri="{FF2B5EF4-FFF2-40B4-BE49-F238E27FC236}">
                <a16:creationId xmlns:a16="http://schemas.microsoft.com/office/drawing/2014/main" id="{5221D6F4-55EB-ABE9-EBFB-68C6B1C2FD77}"/>
              </a:ext>
            </a:extLst>
          </p:cNvPr>
          <p:cNvSpPr>
            <a:spLocks noGrp="1"/>
          </p:cNvSpPr>
          <p:nvPr>
            <p:ph type="title"/>
          </p:nvPr>
        </p:nvSpPr>
        <p:spPr bwMode="gray">
          <a:xfrm>
            <a:off x="479425" y="476250"/>
            <a:ext cx="3564000" cy="720725"/>
          </a:xfrm>
        </p:spPr>
        <p:txBody>
          <a:bodyPr/>
          <a:lstStyle/>
          <a:p>
            <a:r>
              <a:rPr lang="en-US" dirty="0"/>
              <a:t>Pyramid with text</a:t>
            </a:r>
          </a:p>
        </p:txBody>
      </p:sp>
      <p:sp>
        <p:nvSpPr>
          <p:cNvPr id="11" name="Textplatzhalter 10">
            <a:extLst>
              <a:ext uri="{FF2B5EF4-FFF2-40B4-BE49-F238E27FC236}">
                <a16:creationId xmlns:a16="http://schemas.microsoft.com/office/drawing/2014/main" id="{C2973453-6CF0-BC56-148F-5ED1C1B8E626}"/>
              </a:ext>
            </a:extLst>
          </p:cNvPr>
          <p:cNvSpPr>
            <a:spLocks noGrp="1"/>
          </p:cNvSpPr>
          <p:nvPr>
            <p:ph type="body" sz="quarter" idx="13"/>
          </p:nvPr>
        </p:nvSpPr>
        <p:spPr bwMode="gray">
          <a:xfrm>
            <a:off x="479998" y="5805280"/>
            <a:ext cx="3564000" cy="144000"/>
          </a:xfrm>
        </p:spPr>
        <p:txBody>
          <a:bodyPr/>
          <a:lstStyle/>
          <a:p>
            <a:endParaRPr lang="en-US" dirty="0"/>
          </a:p>
        </p:txBody>
      </p:sp>
      <p:sp>
        <p:nvSpPr>
          <p:cNvPr id="6" name="Fußzeilenplatzhalter 5">
            <a:extLst>
              <a:ext uri="{FF2B5EF4-FFF2-40B4-BE49-F238E27FC236}">
                <a16:creationId xmlns:a16="http://schemas.microsoft.com/office/drawing/2014/main" id="{68A524E3-7E5D-D845-2D07-5D60BCD293B0}"/>
              </a:ext>
            </a:extLst>
          </p:cNvPr>
          <p:cNvSpPr>
            <a:spLocks noGrp="1"/>
          </p:cNvSpPr>
          <p:nvPr>
            <p:ph type="ftr" sz="quarter" idx="10"/>
          </p:nvPr>
        </p:nvSpPr>
        <p:spPr bwMode="gray">
          <a:xfrm>
            <a:off x="6312024" y="6246836"/>
            <a:ext cx="5040560" cy="288000"/>
          </a:xfrm>
        </p:spPr>
        <p:txBody>
          <a:bodyPr/>
          <a:lstStyle/>
          <a:p>
            <a:r>
              <a:rPr lang="en-US" dirty="0">
                <a:solidFill>
                  <a:schemeClr val="bg1"/>
                </a:solidFill>
              </a:rPr>
              <a:t>Slide library    |     ONLY FOR INTERNAL USE</a:t>
            </a:r>
          </a:p>
        </p:txBody>
      </p:sp>
      <p:sp>
        <p:nvSpPr>
          <p:cNvPr id="7" name="Foliennummernplatzhalter 6">
            <a:extLst>
              <a:ext uri="{FF2B5EF4-FFF2-40B4-BE49-F238E27FC236}">
                <a16:creationId xmlns:a16="http://schemas.microsoft.com/office/drawing/2014/main" id="{04BD23DE-4755-E468-6B89-481B107F2F9A}"/>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solidFill>
                  <a:schemeClr val="bg1"/>
                </a:solidFill>
              </a:rPr>
              <a:pPr/>
              <a:t>32</a:t>
            </a:fld>
            <a:endParaRPr lang="en-US" dirty="0">
              <a:solidFill>
                <a:schemeClr val="bg1"/>
              </a:solidFill>
            </a:endParaRPr>
          </a:p>
        </p:txBody>
      </p:sp>
      <p:sp>
        <p:nvSpPr>
          <p:cNvPr id="23" name="Textplatzhalter 2">
            <a:extLst>
              <a:ext uri="{FF2B5EF4-FFF2-40B4-BE49-F238E27FC236}">
                <a16:creationId xmlns:a16="http://schemas.microsoft.com/office/drawing/2014/main" id="{FD48F3C7-F332-F2A6-4E53-B4D5043047EE}"/>
              </a:ext>
            </a:extLst>
          </p:cNvPr>
          <p:cNvSpPr txBox="1">
            <a:spLocks/>
          </p:cNvSpPr>
          <p:nvPr/>
        </p:nvSpPr>
        <p:spPr bwMode="gray">
          <a:xfrm>
            <a:off x="479376" y="1412875"/>
            <a:ext cx="3563987" cy="4392389"/>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Lorem ipsum dolor sit amet, consectetuer adipiscing elit cum sit. Maecenas porttitor congue massa. Fusce posuere, magna sed pulvinar ultricies, purus lectus malesuada libero, sit amet dolor commodo magna eros quis urna.</a:t>
            </a:r>
          </a:p>
        </p:txBody>
      </p:sp>
      <p:sp>
        <p:nvSpPr>
          <p:cNvPr id="8" name="Freihandform: Form 7">
            <a:extLst>
              <a:ext uri="{FF2B5EF4-FFF2-40B4-BE49-F238E27FC236}">
                <a16:creationId xmlns:a16="http://schemas.microsoft.com/office/drawing/2014/main" id="{926B4962-9381-1A64-6083-A6903FE34B59}"/>
              </a:ext>
            </a:extLst>
          </p:cNvPr>
          <p:cNvSpPr/>
          <p:nvPr/>
        </p:nvSpPr>
        <p:spPr bwMode="gray">
          <a:xfrm>
            <a:off x="5268912" y="4698666"/>
            <a:ext cx="5986463" cy="1205479"/>
          </a:xfrm>
          <a:custGeom>
            <a:avLst/>
            <a:gdLst>
              <a:gd name="connsiteX0" fmla="*/ 775032 w 5986463"/>
              <a:gd name="connsiteY0" fmla="*/ 0 h 1205479"/>
              <a:gd name="connsiteX1" fmla="*/ 5212268 w 5986463"/>
              <a:gd name="connsiteY1" fmla="*/ 0 h 1205479"/>
              <a:gd name="connsiteX2" fmla="*/ 5976964 w 5986463"/>
              <a:gd name="connsiteY2" fmla="*/ 1121218 h 1205479"/>
              <a:gd name="connsiteX3" fmla="*/ 5932490 w 5986463"/>
              <a:gd name="connsiteY3" fmla="*/ 1205479 h 1205479"/>
              <a:gd name="connsiteX4" fmla="*/ 53974 w 5986463"/>
              <a:gd name="connsiteY4" fmla="*/ 1205479 h 1205479"/>
              <a:gd name="connsiteX5" fmla="*/ 9500 w 5986463"/>
              <a:gd name="connsiteY5" fmla="*/ 1121218 h 120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86463" h="1205479">
                <a:moveTo>
                  <a:pt x="775032" y="0"/>
                </a:moveTo>
                <a:lnTo>
                  <a:pt x="5212268" y="0"/>
                </a:lnTo>
                <a:lnTo>
                  <a:pt x="5976964" y="1121218"/>
                </a:lnTo>
                <a:cubicBezTo>
                  <a:pt x="6001420" y="1156950"/>
                  <a:pt x="5975824" y="1205479"/>
                  <a:pt x="5932490" y="1205479"/>
                </a:cubicBezTo>
                <a:lnTo>
                  <a:pt x="53974" y="1205479"/>
                </a:lnTo>
                <a:cubicBezTo>
                  <a:pt x="10640" y="1205479"/>
                  <a:pt x="-14956" y="1156950"/>
                  <a:pt x="9500" y="1121218"/>
                </a:cubicBezTo>
                <a:close/>
              </a:path>
            </a:pathLst>
          </a:custGeom>
          <a:noFill/>
          <a:ln w="6283" cap="flat">
            <a:noFill/>
            <a:prstDash val="solid"/>
            <a:miter/>
          </a:ln>
        </p:spPr>
        <p:txBody>
          <a:bodyPr wrap="square" rtlCol="0" anchor="ctr">
            <a:noAutofit/>
          </a:bodyPr>
          <a:lstStyle/>
          <a:p>
            <a:endParaRPr lang="en-US" dirty="0"/>
          </a:p>
        </p:txBody>
      </p:sp>
      <p:sp>
        <p:nvSpPr>
          <p:cNvPr id="14" name="Freihandform: Form 13">
            <a:extLst>
              <a:ext uri="{FF2B5EF4-FFF2-40B4-BE49-F238E27FC236}">
                <a16:creationId xmlns:a16="http://schemas.microsoft.com/office/drawing/2014/main" id="{EDDAA3E4-121D-F4BB-B863-C9BC44755367}"/>
              </a:ext>
            </a:extLst>
          </p:cNvPr>
          <p:cNvSpPr/>
          <p:nvPr/>
        </p:nvSpPr>
        <p:spPr bwMode="gray">
          <a:xfrm>
            <a:off x="6153654" y="3330514"/>
            <a:ext cx="4217936" cy="1207467"/>
          </a:xfrm>
          <a:custGeom>
            <a:avLst/>
            <a:gdLst>
              <a:gd name="connsiteX0" fmla="*/ 824419 w 4217936"/>
              <a:gd name="connsiteY0" fmla="*/ 0 h 1207467"/>
              <a:gd name="connsiteX1" fmla="*/ 3394415 w 4217936"/>
              <a:gd name="connsiteY1" fmla="*/ 0 h 1207467"/>
              <a:gd name="connsiteX2" fmla="*/ 4217936 w 4217936"/>
              <a:gd name="connsiteY2" fmla="*/ 1207467 h 1207467"/>
              <a:gd name="connsiteX3" fmla="*/ 0 w 4217936"/>
              <a:gd name="connsiteY3" fmla="*/ 1207467 h 1207467"/>
            </a:gdLst>
            <a:ahLst/>
            <a:cxnLst>
              <a:cxn ang="0">
                <a:pos x="connsiteX0" y="connsiteY0"/>
              </a:cxn>
              <a:cxn ang="0">
                <a:pos x="connsiteX1" y="connsiteY1"/>
              </a:cxn>
              <a:cxn ang="0">
                <a:pos x="connsiteX2" y="connsiteY2"/>
              </a:cxn>
              <a:cxn ang="0">
                <a:pos x="connsiteX3" y="connsiteY3"/>
              </a:cxn>
            </a:cxnLst>
            <a:rect l="l" t="t" r="r" b="b"/>
            <a:pathLst>
              <a:path w="4217936" h="1207467">
                <a:moveTo>
                  <a:pt x="824419" y="0"/>
                </a:moveTo>
                <a:lnTo>
                  <a:pt x="3394415" y="0"/>
                </a:lnTo>
                <a:lnTo>
                  <a:pt x="4217936" y="1207467"/>
                </a:lnTo>
                <a:lnTo>
                  <a:pt x="0" y="1207467"/>
                </a:lnTo>
                <a:close/>
              </a:path>
            </a:pathLst>
          </a:custGeom>
          <a:noFill/>
          <a:ln w="6283" cap="flat">
            <a:noFill/>
            <a:prstDash val="solid"/>
            <a:miter/>
          </a:ln>
        </p:spPr>
        <p:txBody>
          <a:bodyPr wrap="square" rtlCol="0" anchor="ctr">
            <a:noAutofit/>
          </a:bodyPr>
          <a:lstStyle/>
          <a:p>
            <a:endParaRPr lang="en-US" dirty="0"/>
          </a:p>
        </p:txBody>
      </p:sp>
      <p:sp>
        <p:nvSpPr>
          <p:cNvPr id="68" name="Textplatzhalter 2">
            <a:extLst>
              <a:ext uri="{FF2B5EF4-FFF2-40B4-BE49-F238E27FC236}">
                <a16:creationId xmlns:a16="http://schemas.microsoft.com/office/drawing/2014/main" id="{04A706AB-A595-D34B-422F-E2B464BF8646}"/>
              </a:ext>
            </a:extLst>
          </p:cNvPr>
          <p:cNvSpPr txBox="1">
            <a:spLocks/>
          </p:cNvSpPr>
          <p:nvPr/>
        </p:nvSpPr>
        <p:spPr bwMode="gray">
          <a:xfrm>
            <a:off x="6966214" y="3392996"/>
            <a:ext cx="2591860" cy="1080000"/>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dirty="0"/>
              <a:t>Lorem ipsum</a:t>
            </a:r>
          </a:p>
        </p:txBody>
      </p:sp>
      <p:sp>
        <p:nvSpPr>
          <p:cNvPr id="69" name="Textplatzhalter 2">
            <a:extLst>
              <a:ext uri="{FF2B5EF4-FFF2-40B4-BE49-F238E27FC236}">
                <a16:creationId xmlns:a16="http://schemas.microsoft.com/office/drawing/2014/main" id="{39E8BC2D-1532-F4EC-9146-A01421526285}"/>
              </a:ext>
            </a:extLst>
          </p:cNvPr>
          <p:cNvSpPr txBox="1">
            <a:spLocks/>
          </p:cNvSpPr>
          <p:nvPr/>
        </p:nvSpPr>
        <p:spPr bwMode="gray">
          <a:xfrm>
            <a:off x="6030144" y="4761268"/>
            <a:ext cx="4464000" cy="1080000"/>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dirty="0"/>
              <a:t>Lorem ipsum</a:t>
            </a:r>
          </a:p>
        </p:txBody>
      </p:sp>
      <p:sp>
        <p:nvSpPr>
          <p:cNvPr id="70" name="Textplatzhalter 2">
            <a:extLst>
              <a:ext uri="{FF2B5EF4-FFF2-40B4-BE49-F238E27FC236}">
                <a16:creationId xmlns:a16="http://schemas.microsoft.com/office/drawing/2014/main" id="{1CF0FC25-BEA4-834C-BBD7-D1C99068EF46}"/>
              </a:ext>
            </a:extLst>
          </p:cNvPr>
          <p:cNvSpPr txBox="1">
            <a:spLocks/>
          </p:cNvSpPr>
          <p:nvPr/>
        </p:nvSpPr>
        <p:spPr bwMode="gray">
          <a:xfrm>
            <a:off x="7691984" y="2096972"/>
            <a:ext cx="1140320" cy="1080000"/>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b="1" dirty="0">
                <a:solidFill>
                  <a:schemeClr val="bg2"/>
                </a:solidFill>
              </a:rPr>
              <a:t>Lorem ipsum</a:t>
            </a:r>
          </a:p>
        </p:txBody>
      </p:sp>
    </p:spTree>
    <p:extLst>
      <p:ext uri="{BB962C8B-B14F-4D97-AF65-F5344CB8AC3E}">
        <p14:creationId xmlns:p14="http://schemas.microsoft.com/office/powerpoint/2010/main" val="37874533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4BFD0171-66EE-44A6-9C9F-E3E3380C1F9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 imgW="306" imgH="306" progId="TCLayout.ActiveDocument.1">
                  <p:embed/>
                </p:oleObj>
              </mc:Choice>
              <mc:Fallback>
                <p:oleObj name="think-cell Folie" r:id="rId5" imgW="306" imgH="306" progId="TCLayout.ActiveDocument.1">
                  <p:embed/>
                  <p:pic>
                    <p:nvPicPr>
                      <p:cNvPr id="8" name="Objekt 7" hidden="1">
                        <a:extLst>
                          <a:ext uri="{FF2B5EF4-FFF2-40B4-BE49-F238E27FC236}">
                            <a16:creationId xmlns:a16="http://schemas.microsoft.com/office/drawing/2014/main" id="{4BFD0171-66EE-44A6-9C9F-E3E3380C1F90}"/>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3" name="Titel 12">
            <a:extLst>
              <a:ext uri="{FF2B5EF4-FFF2-40B4-BE49-F238E27FC236}">
                <a16:creationId xmlns:a16="http://schemas.microsoft.com/office/drawing/2014/main" id="{FFFCD3AF-3D79-50AE-2FE3-04BD0549ADFB}"/>
              </a:ext>
            </a:extLst>
          </p:cNvPr>
          <p:cNvSpPr>
            <a:spLocks noGrp="1"/>
          </p:cNvSpPr>
          <p:nvPr>
            <p:ph type="title"/>
          </p:nvPr>
        </p:nvSpPr>
        <p:spPr bwMode="gray">
          <a:xfrm>
            <a:off x="479424" y="477000"/>
            <a:ext cx="11233151" cy="720000"/>
          </a:xfrm>
        </p:spPr>
        <p:txBody>
          <a:bodyPr/>
          <a:lstStyle/>
          <a:p>
            <a:r>
              <a:rPr lang="en-US" dirty="0"/>
              <a:t>Personal portrait with picture</a:t>
            </a:r>
          </a:p>
        </p:txBody>
      </p:sp>
      <p:sp>
        <p:nvSpPr>
          <p:cNvPr id="14" name="Textplatzhalter 13">
            <a:extLst>
              <a:ext uri="{FF2B5EF4-FFF2-40B4-BE49-F238E27FC236}">
                <a16:creationId xmlns:a16="http://schemas.microsoft.com/office/drawing/2014/main" id="{348322E6-32A5-3244-239F-A52B4F287DF9}"/>
              </a:ext>
            </a:extLst>
          </p:cNvPr>
          <p:cNvSpPr>
            <a:spLocks noGrp="1"/>
          </p:cNvSpPr>
          <p:nvPr>
            <p:ph type="body" sz="quarter" idx="13"/>
          </p:nvPr>
        </p:nvSpPr>
        <p:spPr/>
        <p:txBody>
          <a:bodyPr/>
          <a:lstStyle/>
          <a:p>
            <a:endParaRPr lang="en-US" dirty="0"/>
          </a:p>
        </p:txBody>
      </p:sp>
      <p:sp>
        <p:nvSpPr>
          <p:cNvPr id="4" name="Fußzeilenplatzhalter 3">
            <a:extLst>
              <a:ext uri="{FF2B5EF4-FFF2-40B4-BE49-F238E27FC236}">
                <a16:creationId xmlns:a16="http://schemas.microsoft.com/office/drawing/2014/main" id="{4CCFD3D9-0613-FB18-E923-35C0B393A347}"/>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5" name="Foliennummernplatzhalter 4">
            <a:extLst>
              <a:ext uri="{FF2B5EF4-FFF2-40B4-BE49-F238E27FC236}">
                <a16:creationId xmlns:a16="http://schemas.microsoft.com/office/drawing/2014/main" id="{73FA072A-18D8-4886-7438-6DC2C01999F7}"/>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33</a:t>
            </a:fld>
            <a:endParaRPr lang="en-US" dirty="0"/>
          </a:p>
        </p:txBody>
      </p:sp>
      <p:sp>
        <p:nvSpPr>
          <p:cNvPr id="16" name="Textplatzhalter 2">
            <a:extLst>
              <a:ext uri="{FF2B5EF4-FFF2-40B4-BE49-F238E27FC236}">
                <a16:creationId xmlns:a16="http://schemas.microsoft.com/office/drawing/2014/main" id="{DC9F364D-B31C-6821-873B-33B33E5DCF11}"/>
              </a:ext>
            </a:extLst>
          </p:cNvPr>
          <p:cNvSpPr txBox="1">
            <a:spLocks/>
          </p:cNvSpPr>
          <p:nvPr/>
        </p:nvSpPr>
        <p:spPr bwMode="gray">
          <a:xfrm>
            <a:off x="479376" y="1412875"/>
            <a:ext cx="5472162" cy="4392389"/>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Etiam Libero</a:t>
            </a:r>
          </a:p>
          <a:p>
            <a:pPr marL="0" indent="0">
              <a:buNone/>
            </a:pPr>
            <a:r>
              <a:rPr lang="en-US" dirty="0"/>
              <a:t>Maecenas porttitor congue massa | 20XX</a:t>
            </a:r>
          </a:p>
          <a:p>
            <a:pPr marL="0" indent="0">
              <a:buNone/>
            </a:pPr>
            <a:r>
              <a:rPr lang="en-US" b="1" dirty="0"/>
              <a:t>Lorem ipsum dolor sit amet</a:t>
            </a:r>
          </a:p>
          <a:p>
            <a:pPr marL="0" indent="0">
              <a:buNone/>
            </a:pPr>
            <a:r>
              <a:rPr lang="en-US" dirty="0"/>
              <a:t>Consectetuer adipiscing elit. Suspendisse imperdiet, neque ac rhoncus auctor, urna ante elementum nunc, in fringilla dui tellus ac sem. Etiam libero. </a:t>
            </a:r>
          </a:p>
          <a:p>
            <a:pPr marL="0" indent="0">
              <a:buNone/>
            </a:pPr>
            <a:r>
              <a:rPr lang="en-US" b="1" dirty="0"/>
              <a:t>Aliquam et est</a:t>
            </a:r>
          </a:p>
          <a:p>
            <a:pPr marL="0" indent="0">
              <a:buNone/>
            </a:pPr>
            <a:r>
              <a:rPr lang="en-US" dirty="0"/>
              <a:t>Class aptent taciti sociosqu ad litora torquent per conubia nostra, per inceptos hymenaeos. Integer eget.</a:t>
            </a:r>
          </a:p>
        </p:txBody>
      </p:sp>
      <p:pic>
        <p:nvPicPr>
          <p:cNvPr id="3" name="Bildplatzhalter 5">
            <a:extLst>
              <a:ext uri="{FF2B5EF4-FFF2-40B4-BE49-F238E27FC236}">
                <a16:creationId xmlns:a16="http://schemas.microsoft.com/office/drawing/2014/main" id="{5813A687-A30B-71A3-D116-A8E83ED5AFD6}"/>
              </a:ext>
            </a:extLst>
          </p:cNvPr>
          <p:cNvPicPr>
            <a:picLocks noChangeAspect="1"/>
          </p:cNvPicPr>
          <p:nvPr>
            <p:custDataLst>
              <p:tags r:id="rId2"/>
            </p:custDataLst>
          </p:nvPr>
        </p:nvPicPr>
        <p:blipFill rotWithShape="1">
          <a:blip r:embed="rId7">
            <a:extLst>
              <a:ext uri="{28A0092B-C50C-407E-A947-70E740481C1C}">
                <a14:useLocalDpi xmlns:a14="http://schemas.microsoft.com/office/drawing/2010/main" val="0"/>
              </a:ext>
            </a:extLst>
          </a:blip>
          <a:srcRect l="11225" t="1580" r="11180" b="1481"/>
          <a:stretch/>
        </p:blipFill>
        <p:spPr bwMode="gray">
          <a:xfrm>
            <a:off x="8616280" y="1412776"/>
            <a:ext cx="2448892" cy="2448272"/>
          </a:xfrm>
          <a:prstGeom prst="ellipse">
            <a:avLst/>
          </a:prstGeom>
        </p:spPr>
      </p:pic>
      <p:sp>
        <p:nvSpPr>
          <p:cNvPr id="7" name="Textplatzhalter 2">
            <a:extLst>
              <a:ext uri="{FF2B5EF4-FFF2-40B4-BE49-F238E27FC236}">
                <a16:creationId xmlns:a16="http://schemas.microsoft.com/office/drawing/2014/main" id="{D56A28F0-12E4-51B3-B143-56981C7F3416}"/>
              </a:ext>
            </a:extLst>
          </p:cNvPr>
          <p:cNvSpPr txBox="1">
            <a:spLocks/>
          </p:cNvSpPr>
          <p:nvPr/>
        </p:nvSpPr>
        <p:spPr bwMode="gray">
          <a:xfrm>
            <a:off x="8616280" y="4149080"/>
            <a:ext cx="3096344" cy="1656184"/>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First name Last name</a:t>
            </a:r>
          </a:p>
          <a:p>
            <a:pPr marL="0" indent="0">
              <a:buNone/>
            </a:pPr>
            <a:r>
              <a:rPr lang="en-US" dirty="0"/>
              <a:t>Maecenas porttitor congue</a:t>
            </a:r>
          </a:p>
          <a:p>
            <a:pPr marL="0" lvl="4" indent="0">
              <a:buNone/>
              <a:tabLst>
                <a:tab pos="180975" algn="l"/>
              </a:tabLst>
            </a:pPr>
            <a:r>
              <a:rPr lang="en-US" dirty="0"/>
              <a:t>T	+49 (00) 00 00 000</a:t>
            </a:r>
            <a:br>
              <a:rPr lang="en-US" dirty="0"/>
            </a:br>
            <a:r>
              <a:rPr lang="en-US" dirty="0"/>
              <a:t>E	firstname.lastname@</a:t>
            </a:r>
            <a:br>
              <a:rPr lang="en-US" dirty="0"/>
            </a:br>
            <a:r>
              <a:rPr lang="en-US" dirty="0"/>
              <a:t>	boehringer-ingelheim.com</a:t>
            </a:r>
          </a:p>
        </p:txBody>
      </p:sp>
    </p:spTree>
    <p:extLst>
      <p:ext uri="{BB962C8B-B14F-4D97-AF65-F5344CB8AC3E}">
        <p14:creationId xmlns:p14="http://schemas.microsoft.com/office/powerpoint/2010/main" val="19212971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CA6854D-123E-FFCB-7D5C-E410F84E3FF7}"/>
              </a:ext>
            </a:extLst>
          </p:cNvPr>
          <p:cNvSpPr>
            <a:spLocks noGrp="1"/>
          </p:cNvSpPr>
          <p:nvPr>
            <p:ph type="title"/>
          </p:nvPr>
        </p:nvSpPr>
        <p:spPr bwMode="gray">
          <a:xfrm>
            <a:off x="479424" y="477000"/>
            <a:ext cx="11233151" cy="720000"/>
          </a:xfrm>
        </p:spPr>
        <p:txBody>
          <a:bodyPr/>
          <a:lstStyle/>
          <a:p>
            <a:r>
              <a:rPr lang="en-US" dirty="0"/>
              <a:t>BI 宠物药品清单 — 非处方药 | BIAH Pet Product List (Non-Rx)</a:t>
            </a:r>
          </a:p>
        </p:txBody>
      </p:sp>
      <p:graphicFrame>
        <p:nvGraphicFramePr>
          <p:cNvPr id="17" name="Inhaltsplatzhalter 11">
            <a:extLst>
              <a:ext uri="{FF2B5EF4-FFF2-40B4-BE49-F238E27FC236}">
                <a16:creationId xmlns:a16="http://schemas.microsoft.com/office/drawing/2014/main" id="{1018ABE7-8C71-5AAC-EE2B-25EF1FCD353E}"/>
              </a:ext>
            </a:extLst>
          </p:cNvPr>
          <p:cNvGraphicFramePr>
            <a:graphicFrameLocks noGrp="1"/>
          </p:cNvGraphicFramePr>
          <p:nvPr>
            <p:ph idx="1"/>
          </p:nvPr>
        </p:nvGraphicFramePr>
        <p:xfrm>
          <a:off x="479425" y="1412875"/>
          <a:ext cx="11233150" cy="3818736"/>
        </p:xfrm>
        <a:graphic>
          <a:graphicData uri="http://schemas.openxmlformats.org/drawingml/2006/table">
            <a:tbl>
              <a:tblPr firstRow="1" bandRow="1">
                <a:tableStyleId>{5C22544A-7EE6-4342-B048-85BDC9FD1C3A}</a:tableStyleId>
              </a:tblPr>
              <a:tblGrid>
                <a:gridCol w="2246630">
                  <a:extLst>
                    <a:ext uri="{9D8B030D-6E8A-4147-A177-3AD203B41FA5}">
                      <a16:colId xmlns:a16="http://schemas.microsoft.com/office/drawing/2014/main" val="2389719309"/>
                    </a:ext>
                  </a:extLst>
                </a:gridCol>
                <a:gridCol w="2246630">
                  <a:extLst>
                    <a:ext uri="{9D8B030D-6E8A-4147-A177-3AD203B41FA5}">
                      <a16:colId xmlns:a16="http://schemas.microsoft.com/office/drawing/2014/main" val="2275645487"/>
                    </a:ext>
                  </a:extLst>
                </a:gridCol>
                <a:gridCol w="2246630">
                  <a:extLst>
                    <a:ext uri="{9D8B030D-6E8A-4147-A177-3AD203B41FA5}">
                      <a16:colId xmlns:a16="http://schemas.microsoft.com/office/drawing/2014/main" val="418550560"/>
                    </a:ext>
                  </a:extLst>
                </a:gridCol>
                <a:gridCol w="2246630">
                  <a:extLst>
                    <a:ext uri="{9D8B030D-6E8A-4147-A177-3AD203B41FA5}">
                      <a16:colId xmlns:a16="http://schemas.microsoft.com/office/drawing/2014/main" val="3293208662"/>
                    </a:ext>
                  </a:extLst>
                </a:gridCol>
                <a:gridCol w="2246630">
                  <a:extLst>
                    <a:ext uri="{9D8B030D-6E8A-4147-A177-3AD203B41FA5}">
                      <a16:colId xmlns:a16="http://schemas.microsoft.com/office/drawing/2014/main" val="558019939"/>
                    </a:ext>
                  </a:extLst>
                </a:gridCol>
              </a:tblGrid>
              <a:tr h="477342">
                <a:tc>
                  <a:txBody>
                    <a:bodyPr/>
                    <a:lstStyle/>
                    <a:p>
                      <a:r>
                        <a:rPr lang="en-US" sz="1600" b="1" cap="none" baseline="0" noProof="0" dirty="0">
                          <a:solidFill>
                            <a:schemeClr val="tx1"/>
                          </a:solidFill>
                          <a:latin typeface="+mn-lt"/>
                        </a:rPr>
                        <a:t>NexGard COMBO
超可信</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600" b="1" i="0" u="none" strike="noStrike" kern="1200" cap="none" spc="0" normalizeH="0" baseline="0" noProof="0" dirty="0">
                          <a:ln>
                            <a:noFill/>
                          </a:ln>
                          <a:solidFill>
                            <a:schemeClr val="tx1"/>
                          </a:solidFill>
                          <a:effectLst/>
                          <a:uLnTx/>
                          <a:uFillTx/>
                          <a:latin typeface="+mn-lt"/>
                          <a:ea typeface="+mn-ea"/>
                          <a:cs typeface="+mn-cs"/>
                        </a:rPr>
                        <a:t>Broadline 博来恩
（猫用）</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600" b="1" i="0" u="none" strike="noStrike" kern="1200" cap="none" spc="0" normalizeH="0" baseline="0" noProof="0" dirty="0">
                          <a:ln>
                            <a:noFill/>
                          </a:ln>
                          <a:solidFill>
                            <a:schemeClr val="tx1"/>
                          </a:solidFill>
                          <a:effectLst/>
                          <a:uLnTx/>
                          <a:uFillTx/>
                          <a:latin typeface="+mn-lt"/>
                          <a:ea typeface="+mn-ea"/>
                          <a:cs typeface="+mn-cs"/>
                        </a:rPr>
                        <a:t>Frontline 福来恩
（犬猫用）</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600" b="1" i="0" u="none" strike="noStrike" kern="1200" cap="none" spc="0" normalizeH="0" baseline="0" noProof="0" dirty="0">
                          <a:ln>
                            <a:noFill/>
                          </a:ln>
                          <a:solidFill>
                            <a:schemeClr val="tx1"/>
                          </a:solidFill>
                          <a:effectLst/>
                          <a:uLnTx/>
                          <a:uFillTx/>
                          <a:latin typeface="+mn-lt"/>
                          <a:ea typeface="+mn-ea"/>
                          <a:cs typeface="+mn-cs"/>
                        </a:rPr>
                        <a:t>FRONTLINE TRI-ACT
福味恩</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600" b="1" i="0" u="none" strike="noStrike" kern="1200" cap="none" spc="0" normalizeH="0" baseline="0" noProof="0" dirty="0">
                          <a:ln>
                            <a:noFill/>
                          </a:ln>
                          <a:solidFill>
                            <a:schemeClr val="tx1"/>
                          </a:solidFill>
                          <a:effectLst/>
                          <a:uLnTx/>
                          <a:uFillTx/>
                          <a:latin typeface="+mn-lt"/>
                          <a:ea typeface="+mn-ea"/>
                          <a:cs typeface="+mn-cs"/>
                        </a:rPr>
                        <a:t>NexGard 尼可信
（犬用）</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1012171"/>
                  </a:ext>
                </a:extLst>
              </a:tr>
              <a:tr h="477342">
                <a:tc>
                  <a:txBody>
                    <a:bodyPr/>
                    <a:lstStyle/>
                    <a:p>
                      <a:r>
                        <a:rPr lang="en-US" sz="1600" noProof="0" dirty="0">
                          <a:solidFill>
                            <a:schemeClr val="tx1"/>
                          </a:solidFill>
                          <a:latin typeface="+mn-lt"/>
                        </a:rPr>
                        <a:t>犬猫 | 内外同驱滴剂 | 治疗绦虫</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noProof="0" dirty="0">
                          <a:solidFill>
                            <a:schemeClr val="tx1"/>
                          </a:solidFill>
                          <a:latin typeface="+mn-lt"/>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5372541"/>
                  </a:ext>
                </a:extLst>
              </a:tr>
              <a:tr h="477342">
                <a:tc>
                  <a:txBody>
                    <a:bodyPr/>
                    <a:lstStyle/>
                    <a:p>
                      <a:r>
                        <a:rPr lang="en-US" sz="1600" noProof="0" dirty="0">
                          <a:solidFill>
                            <a:schemeClr val="tx1"/>
                          </a:solidFill>
                          <a:latin typeface="+mn-lt"/>
                        </a:rPr>
                        <a:t>猫 | 内外同驱滴剂 | 便利性与安全性</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2231323"/>
                  </a:ext>
                </a:extLst>
              </a:tr>
              <a:tr h="477342">
                <a:tc>
                  <a:txBody>
                    <a:bodyPr/>
                    <a:lstStyle/>
                    <a:p>
                      <a:r>
                        <a:rPr lang="en-US" sz="1600" noProof="0" dirty="0">
                          <a:solidFill>
                            <a:schemeClr val="tx1"/>
                          </a:solidFill>
                          <a:latin typeface="+mn-lt"/>
                        </a:rPr>
                        <a:t>犬猫 | 外用滴剂 | 跳蚤/蜱虫</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2221996"/>
                  </a:ext>
                </a:extLst>
              </a:tr>
              <a:tr h="477342">
                <a:tc>
                  <a:txBody>
                    <a:bodyPr/>
                    <a:lstStyle/>
                    <a:p>
                      <a:r>
                        <a:rPr lang="en-US" sz="1600" noProof="0" dirty="0">
                          <a:solidFill>
                            <a:schemeClr val="tx1"/>
                          </a:solidFill>
                          <a:latin typeface="+mn-lt"/>
                        </a:rPr>
                        <a:t>犬 | 外用滴剂 | 蜱虫/蝇/蚊防护</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noProof="0" dirty="0">
                          <a:solidFill>
                            <a:schemeClr val="tx1"/>
                          </a:solidFill>
                          <a:latin typeface="+mn-lt"/>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2966573"/>
                  </a:ext>
                </a:extLst>
              </a:tr>
              <a:tr h="477342">
                <a:tc>
                  <a:txBody>
                    <a:bodyPr/>
                    <a:lstStyle/>
                    <a:p>
                      <a:r>
                        <a:rPr lang="en-US" sz="1600" noProof="0" dirty="0">
                          <a:solidFill>
                            <a:schemeClr val="tx1"/>
                          </a:solidFill>
                          <a:latin typeface="+mn-lt"/>
                        </a:rPr>
                        <a:t>犬 | 口服咀嚼片 | 内外同驱</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0223165"/>
                  </a:ext>
                </a:extLst>
              </a:tr>
              <a:tr h="477342">
                <a:tc>
                  <a:txBody>
                    <a:bodyPr/>
                    <a:lstStyle/>
                    <a:p>
                      <a:r>
                        <a:rPr lang="en-US" sz="1600" noProof="0" dirty="0">
                          <a:solidFill>
                            <a:schemeClr val="tx1"/>
                          </a:solidFill>
                          <a:latin typeface="+mn-lt"/>
                        </a:rPr>
                        <a:t>犬 | 口服咀嚼片 | 心丝虫预防</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9419355"/>
                  </a:ext>
                </a:extLst>
              </a:tr>
              <a:tr h="477342">
                <a:tc>
                  <a:txBody>
                    <a:bodyPr/>
                    <a:lstStyle/>
                    <a:p>
                      <a:r>
                        <a:rPr lang="en-US" sz="1600" b="1" cap="none" baseline="0" noProof="0" dirty="0">
                          <a:solidFill>
                            <a:schemeClr val="tx1"/>
                          </a:solidFill>
                          <a:latin typeface="+mn-lt"/>
                        </a:rPr>
                        <a:t>Heartgard Plus
犬心保</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mn-lt"/>
                          <a:ea typeface="+mn-ea"/>
                          <a:cs typeface="+mn-cs"/>
                        </a:rPr>
                        <a:t>6,000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mn-lt"/>
                          <a:ea typeface="+mn-ea"/>
                          <a:cs typeface="+mn-cs"/>
                        </a:rPr>
                        <a:t>6,000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mn-lt"/>
                          <a:ea typeface="+mn-ea"/>
                          <a:cs typeface="+mn-cs"/>
                        </a:rPr>
                        <a:t>6,000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mn-lt"/>
                          <a:ea typeface="+mn-ea"/>
                          <a:cs typeface="+mn-cs"/>
                        </a:rPr>
                        <a:t>6,000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9180450"/>
                  </a:ext>
                </a:extLst>
              </a:tr>
            </a:tbl>
          </a:graphicData>
        </a:graphic>
      </p:graphicFrame>
      <p:sp>
        <p:nvSpPr>
          <p:cNvPr id="10" name="Textplatzhalter 9">
            <a:extLst>
              <a:ext uri="{FF2B5EF4-FFF2-40B4-BE49-F238E27FC236}">
                <a16:creationId xmlns:a16="http://schemas.microsoft.com/office/drawing/2014/main" id="{428227CA-F22A-6228-7BB3-ACCCB52C2B58}"/>
              </a:ext>
            </a:extLst>
          </p:cNvPr>
          <p:cNvSpPr>
            <a:spLocks noGrp="1"/>
          </p:cNvSpPr>
          <p:nvPr>
            <p:ph type="body" sz="quarter" idx="13"/>
          </p:nvPr>
        </p:nvSpPr>
        <p:spPr bwMode="gray"/>
        <p:txBody>
          <a:bodyPr/>
          <a:lstStyle/>
          <a:p>
            <a:endParaRPr lang="en-US" dirty="0"/>
          </a:p>
        </p:txBody>
      </p:sp>
      <p:sp>
        <p:nvSpPr>
          <p:cNvPr id="4" name="Fußzeilenplatzhalter 3">
            <a:extLst>
              <a:ext uri="{FF2B5EF4-FFF2-40B4-BE49-F238E27FC236}">
                <a16:creationId xmlns:a16="http://schemas.microsoft.com/office/drawing/2014/main" id="{F19DA9D2-0441-B989-B68D-4CF907FE9978}"/>
              </a:ext>
            </a:extLst>
          </p:cNvPr>
          <p:cNvSpPr>
            <a:spLocks noGrp="1"/>
          </p:cNvSpPr>
          <p:nvPr>
            <p:ph type="ftr" sz="quarter" idx="19"/>
          </p:nvPr>
        </p:nvSpPr>
        <p:spPr bwMode="gray">
          <a:xfrm>
            <a:off x="6312024" y="6246836"/>
            <a:ext cx="5040560" cy="288000"/>
          </a:xfrm>
        </p:spPr>
        <p:txBody>
          <a:bodyPr/>
          <a:lstStyle/>
          <a:p>
            <a:r>
              <a:rPr lang="en-US" dirty="0"/>
              <a:t>注：以上数据基于市场调研和行业估算，非官方披露数据  |  INTERNAL USE ONLY</a:t>
            </a:r>
          </a:p>
        </p:txBody>
      </p:sp>
      <p:sp>
        <p:nvSpPr>
          <p:cNvPr id="5" name="Foliennummernplatzhalter 4">
            <a:extLst>
              <a:ext uri="{FF2B5EF4-FFF2-40B4-BE49-F238E27FC236}">
                <a16:creationId xmlns:a16="http://schemas.microsoft.com/office/drawing/2014/main" id="{AFD8D75F-27A6-B26C-9E9E-BA0CB0500135}"/>
              </a:ext>
            </a:extLst>
          </p:cNvPr>
          <p:cNvSpPr>
            <a:spLocks noGrp="1"/>
          </p:cNvSpPr>
          <p:nvPr>
            <p:ph type="sldNum" sz="quarter" idx="20"/>
          </p:nvPr>
        </p:nvSpPr>
        <p:spPr bwMode="gray">
          <a:xfrm>
            <a:off x="11424592" y="6246836"/>
            <a:ext cx="288000" cy="288000"/>
          </a:xfrm>
        </p:spPr>
        <p:txBody>
          <a:bodyPr/>
          <a:lstStyle/>
          <a:p>
            <a:fld id="{DF4E8F9F-5B1F-4F5B-BE49-3245D8C18D9F}" type="slidenum">
              <a:rPr lang="en-US" smtClean="0"/>
              <a:pPr/>
              <a:t>34</a:t>
            </a:fld>
            <a:endParaRPr lang="en-US" dirty="0"/>
          </a:p>
        </p:txBody>
      </p:sp>
    </p:spTree>
    <p:extLst>
      <p:ext uri="{BB962C8B-B14F-4D97-AF65-F5344CB8AC3E}">
        <p14:creationId xmlns:p14="http://schemas.microsoft.com/office/powerpoint/2010/main" val="9306875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Gerader Verbinder 23">
            <a:extLst>
              <a:ext uri="{FF2B5EF4-FFF2-40B4-BE49-F238E27FC236}">
                <a16:creationId xmlns:a16="http://schemas.microsoft.com/office/drawing/2014/main" id="{36EF1C41-5BB2-1258-C78E-BDAD11A97AC2}"/>
              </a:ext>
            </a:extLst>
          </p:cNvPr>
          <p:cNvCxnSpPr>
            <a:cxnSpLocks/>
          </p:cNvCxnSpPr>
          <p:nvPr/>
        </p:nvCxnSpPr>
        <p:spPr bwMode="gray">
          <a:xfrm flipV="1">
            <a:off x="4403812" y="2060848"/>
            <a:ext cx="0" cy="576026"/>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graphicFrame>
        <p:nvGraphicFramePr>
          <p:cNvPr id="33" name="Object 32" hidden="1">
            <a:extLst>
              <a:ext uri="{FF2B5EF4-FFF2-40B4-BE49-F238E27FC236}">
                <a16:creationId xmlns:a16="http://schemas.microsoft.com/office/drawing/2014/main" id="{094816DB-5405-47FF-98DE-A62BA3DFF78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33" name="Object 32" hidden="1">
                        <a:extLst>
                          <a:ext uri="{FF2B5EF4-FFF2-40B4-BE49-F238E27FC236}">
                            <a16:creationId xmlns:a16="http://schemas.microsoft.com/office/drawing/2014/main" id="{094816DB-5405-47FF-98DE-A62BA3DFF78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 name="Titel 13">
            <a:extLst>
              <a:ext uri="{FF2B5EF4-FFF2-40B4-BE49-F238E27FC236}">
                <a16:creationId xmlns:a16="http://schemas.microsoft.com/office/drawing/2014/main" id="{88BE48EB-0AC0-2063-13E5-B80763A0A212}"/>
              </a:ext>
            </a:extLst>
          </p:cNvPr>
          <p:cNvSpPr>
            <a:spLocks noGrp="1"/>
          </p:cNvSpPr>
          <p:nvPr>
            <p:ph type="title"/>
          </p:nvPr>
        </p:nvSpPr>
        <p:spPr bwMode="gray">
          <a:xfrm>
            <a:off x="479425" y="475421"/>
            <a:ext cx="7380288" cy="720000"/>
          </a:xfrm>
        </p:spPr>
        <p:txBody>
          <a:bodyPr/>
          <a:lstStyle/>
          <a:p>
            <a:r>
              <a:rPr lang="en-US" dirty="0"/>
              <a:t>中国宠物驱虫竞争格局 2026 Q1 | China Pet Dewormer Competitive Snapshot</a:t>
            </a:r>
          </a:p>
        </p:txBody>
      </p:sp>
      <p:sp>
        <p:nvSpPr>
          <p:cNvPr id="11" name="Textplatzhalter 10">
            <a:extLst>
              <a:ext uri="{FF2B5EF4-FFF2-40B4-BE49-F238E27FC236}">
                <a16:creationId xmlns:a16="http://schemas.microsoft.com/office/drawing/2014/main" id="{34129850-6EFC-881B-855C-FB6BBF5FFC5C}"/>
              </a:ext>
            </a:extLst>
          </p:cNvPr>
          <p:cNvSpPr>
            <a:spLocks noGrp="1"/>
          </p:cNvSpPr>
          <p:nvPr>
            <p:ph type="body" sz="quarter" idx="13"/>
          </p:nvPr>
        </p:nvSpPr>
        <p:spPr bwMode="gray"/>
        <p:txBody>
          <a:bodyPr/>
          <a:lstStyle/>
          <a:p>
            <a:endParaRPr lang="en-US" dirty="0"/>
          </a:p>
        </p:txBody>
      </p:sp>
      <p:sp>
        <p:nvSpPr>
          <p:cNvPr id="19" name="Inhaltsplatzhalter 18">
            <a:extLst>
              <a:ext uri="{FF2B5EF4-FFF2-40B4-BE49-F238E27FC236}">
                <a16:creationId xmlns:a16="http://schemas.microsoft.com/office/drawing/2014/main" id="{DFFFF3BE-56BF-ABAE-7A52-A54BDB0A7A80}"/>
              </a:ext>
            </a:extLst>
          </p:cNvPr>
          <p:cNvSpPr>
            <a:spLocks noGrp="1"/>
          </p:cNvSpPr>
          <p:nvPr>
            <p:ph idx="16"/>
          </p:nvPr>
        </p:nvSpPr>
        <p:spPr bwMode="white">
          <a:xfrm>
            <a:off x="8904624" y="476670"/>
            <a:ext cx="2808000" cy="5472000"/>
          </a:xfrm>
        </p:spPr>
        <p:txBody>
          <a:bodyPr/>
          <a:lstStyle/>
          <a:p>
            <a:pPr marL="0" indent="0">
              <a:buNone/>
            </a:pPr>
            <a:r>
              <a:rPr lang="en-US" b="1" dirty="0"/>
              <a:t>硕腾 Zoetis / 礼蓝 Elanco / 默沙东 MSD 为国际三大梯队；海正/瑞普/普莱柯为国产替代代表</a:t>
            </a:r>
          </a:p>
          <a:p>
            <a:pPr marL="0" indent="0">
              <a:buNone/>
            </a:pPr>
            <a:r>
              <a:rPr lang="en-US" dirty="0"/>
              <a:t>数据来源：各公司财报、宠物行业白皮书、公开资料整理</a:t>
            </a:r>
          </a:p>
        </p:txBody>
      </p:sp>
      <p:sp>
        <p:nvSpPr>
          <p:cNvPr id="5" name="Foliennummernplatzhalter 4">
            <a:extLst>
              <a:ext uri="{FF2B5EF4-FFF2-40B4-BE49-F238E27FC236}">
                <a16:creationId xmlns:a16="http://schemas.microsoft.com/office/drawing/2014/main" id="{4192834C-30D1-416F-1387-D94322CB7831}"/>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35</a:t>
            </a:fld>
            <a:endParaRPr lang="en-US" dirty="0"/>
          </a:p>
        </p:txBody>
      </p:sp>
      <p:sp>
        <p:nvSpPr>
          <p:cNvPr id="4" name="Fußzeilenplatzhalter 3">
            <a:extLst>
              <a:ext uri="{FF2B5EF4-FFF2-40B4-BE49-F238E27FC236}">
                <a16:creationId xmlns:a16="http://schemas.microsoft.com/office/drawing/2014/main" id="{1A423909-82E7-C932-94A0-42503BCF6207}"/>
              </a:ext>
            </a:extLst>
          </p:cNvPr>
          <p:cNvSpPr>
            <a:spLocks noGrp="1"/>
          </p:cNvSpPr>
          <p:nvPr>
            <p:ph type="ftr" sz="quarter" idx="19"/>
          </p:nvPr>
        </p:nvSpPr>
        <p:spPr bwMode="gray">
          <a:xfrm>
            <a:off x="8904624" y="6246836"/>
            <a:ext cx="2447960" cy="288000"/>
          </a:xfrm>
        </p:spPr>
        <p:txBody>
          <a:bodyPr/>
          <a:lstStyle/>
          <a:p>
            <a:r>
              <a:rPr lang="en-US" dirty="0"/>
              <a:t>Slide library    |</a:t>
            </a:r>
            <a:br>
              <a:rPr lang="en-US" dirty="0"/>
            </a:br>
            <a:r>
              <a:rPr lang="en-US" dirty="0"/>
              <a:t>     ONLY FOR INTERNAL USE</a:t>
            </a:r>
          </a:p>
        </p:txBody>
      </p:sp>
      <p:graphicFrame>
        <p:nvGraphicFramePr>
          <p:cNvPr id="16" name="Inhaltsplatzhalter 11">
            <a:extLst>
              <a:ext uri="{FF2B5EF4-FFF2-40B4-BE49-F238E27FC236}">
                <a16:creationId xmlns:a16="http://schemas.microsoft.com/office/drawing/2014/main" id="{1C9222B8-9014-7D65-D070-0B7A689E84F6}"/>
              </a:ext>
            </a:extLst>
          </p:cNvPr>
          <p:cNvGraphicFramePr>
            <a:graphicFrameLocks/>
          </p:cNvGraphicFramePr>
          <p:nvPr/>
        </p:nvGraphicFramePr>
        <p:xfrm>
          <a:off x="479425" y="2637200"/>
          <a:ext cx="7380000" cy="2592000"/>
        </p:xfrm>
        <a:graphic>
          <a:graphicData uri="http://schemas.openxmlformats.org/drawingml/2006/table">
            <a:tbl>
              <a:tblPr firstRow="1" bandRow="1">
                <a:tableStyleId>{5C22544A-7EE6-4342-B048-85BDC9FD1C3A}</a:tableStyleId>
              </a:tblPr>
              <a:tblGrid>
                <a:gridCol w="2196000">
                  <a:extLst>
                    <a:ext uri="{9D8B030D-6E8A-4147-A177-3AD203B41FA5}">
                      <a16:colId xmlns:a16="http://schemas.microsoft.com/office/drawing/2014/main" val="2389719309"/>
                    </a:ext>
                  </a:extLst>
                </a:gridCol>
                <a:gridCol w="1728000">
                  <a:extLst>
                    <a:ext uri="{9D8B030D-6E8A-4147-A177-3AD203B41FA5}">
                      <a16:colId xmlns:a16="http://schemas.microsoft.com/office/drawing/2014/main" val="2275645487"/>
                    </a:ext>
                  </a:extLst>
                </a:gridCol>
                <a:gridCol w="1728000">
                  <a:extLst>
                    <a:ext uri="{9D8B030D-6E8A-4147-A177-3AD203B41FA5}">
                      <a16:colId xmlns:a16="http://schemas.microsoft.com/office/drawing/2014/main" val="418550560"/>
                    </a:ext>
                  </a:extLst>
                </a:gridCol>
                <a:gridCol w="1728000">
                  <a:extLst>
                    <a:ext uri="{9D8B030D-6E8A-4147-A177-3AD203B41FA5}">
                      <a16:colId xmlns:a16="http://schemas.microsoft.com/office/drawing/2014/main" val="558019939"/>
                    </a:ext>
                  </a:extLst>
                </a:gridCol>
              </a:tblGrid>
              <a:tr h="756000">
                <a:tc>
                  <a:txBody>
                    <a:bodyPr/>
                    <a:lstStyle/>
                    <a:p>
                      <a:r>
                        <a:rPr lang="da-DK" sz="1600" b="1" cap="none" baseline="0" noProof="0" dirty="0">
                          <a:solidFill>
                            <a:schemeClr val="tx1"/>
                          </a:solidFill>
                          <a:latin typeface="+mn-lt"/>
                        </a:rPr>
                        <a:t>Q1营收22.62亿美元 / +3% YoY</a:t>
                      </a:r>
                      <a:br>
                        <a:rPr lang="da-DK" sz="1600" b="1" cap="none" baseline="0" noProof="0" dirty="0">
                          <a:solidFill>
                            <a:schemeClr val="tx1"/>
                          </a:solidFill>
                          <a:latin typeface="+mn-lt"/>
                        </a:rPr>
                      </a:br>
                      <a:r>
                        <a:rPr lang="da-DK" sz="1600" b="1" cap="none" baseline="0" noProof="0" dirty="0">
                          <a:solidFill>
                            <a:schemeClr val="tx1"/>
                          </a:solidFill>
                          <a:latin typeface="+mn-lt"/>
                        </a:rPr>
                        <a:t>全球驱虫市场领导者 | 中国市场核心挑战</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600" b="0" i="0" u="none" strike="noStrike" kern="1200" cap="none" spc="0" normalizeH="0" baseline="0" noProof="0" dirty="0">
                          <a:ln>
                            <a:noFill/>
                          </a:ln>
                          <a:solidFill>
                            <a:schemeClr val="tx1"/>
                          </a:solidFill>
                          <a:effectLst/>
                          <a:uLnTx/>
                          <a:uFillTx/>
                          <a:latin typeface="+mn-lt"/>
                          <a:ea typeface="+mn-ea"/>
                          <a:cs typeface="+mn-cs"/>
                        </a:rPr>
                        <a:t>国际+17% / 美国宠物-11%</a:t>
                      </a:r>
                      <a:r>
                        <a:rPr kumimoji="0" lang="en-US" sz="1600" b="1" i="0" u="none" strike="noStrike" kern="1200" cap="none" spc="0" normalizeH="0" baseline="0" noProof="0" dirty="0">
                          <a:ln>
                            <a:noFill/>
                          </a:ln>
                          <a:solidFill>
                            <a:schemeClr val="tx1"/>
                          </a:solidFill>
                          <a:effectLst/>
                          <a:uLnTx/>
                          <a:uFillTx/>
                          <a:latin typeface="+mn-lt"/>
                          <a:ea typeface="+mn-ea"/>
                          <a:cs typeface="+mn-cs"/>
                        </a:rPr>
                        <a:t>2026 Q1</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600" b="0" i="0" u="none" strike="noStrike" kern="1200" cap="none" spc="0" normalizeH="0" baseline="0" noProof="0" dirty="0">
                          <a:ln>
                            <a:noFill/>
                          </a:ln>
                          <a:solidFill>
                            <a:schemeClr val="tx1"/>
                          </a:solidFill>
                          <a:effectLst/>
                          <a:uLnTx/>
                          <a:uFillTx/>
                          <a:latin typeface="+mn-lt"/>
                          <a:ea typeface="+mn-ea"/>
                          <a:cs typeface="+mn-cs"/>
                        </a:rPr>
                        <a:t>Q1营收13.71亿美元 / +15% YoY</a:t>
                      </a:r>
                      <a:r>
                        <a:rPr kumimoji="0" lang="en-US" sz="1600" b="1" i="0" u="none" strike="noStrike" kern="1200" cap="none" spc="0" normalizeH="0" baseline="0" noProof="0" dirty="0">
                          <a:ln>
                            <a:noFill/>
                          </a:ln>
                          <a:solidFill>
                            <a:schemeClr val="tx1"/>
                          </a:solidFill>
                          <a:effectLst/>
                          <a:uLnTx/>
                          <a:uFillTx/>
                          <a:latin typeface="+mn-lt"/>
                          <a:ea typeface="+mn-ea"/>
                          <a:cs typeface="+mn-cs"/>
                        </a:rPr>
                        <a:t>2026 Q1</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600" b="0" i="0" u="none" strike="noStrike" kern="1200" cap="none" spc="0" normalizeH="0" baseline="0" noProof="0" dirty="0">
                          <a:ln>
                            <a:noFill/>
                          </a:ln>
                          <a:solidFill>
                            <a:schemeClr val="tx1"/>
                          </a:solidFill>
                          <a:effectLst/>
                          <a:uLnTx/>
                          <a:uFillTx/>
                          <a:latin typeface="+mn-lt"/>
                          <a:ea typeface="+mn-ea"/>
                          <a:cs typeface="+mn-cs"/>
                        </a:rPr>
                        <a:t>Zenrelia/Credelio Quattro放量</a:t>
                      </a:r>
                      <a:r>
                        <a:rPr kumimoji="0" lang="en-US" sz="1600" b="1" i="0" u="none" strike="noStrike" kern="1200" cap="none" spc="0" normalizeH="0" baseline="0" noProof="0" dirty="0">
                          <a:ln>
                            <a:noFill/>
                          </a:ln>
                          <a:solidFill>
                            <a:schemeClr val="tx1"/>
                          </a:solidFill>
                          <a:effectLst/>
                          <a:uLnTx/>
                          <a:uFillTx/>
                          <a:latin typeface="+mn-lt"/>
                          <a:ea typeface="+mn-ea"/>
                          <a:cs typeface="+mn-cs"/>
                        </a:rPr>
                        <a:t>2026 Q1</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1012171"/>
                  </a:ext>
                </a:extLst>
              </a:tr>
              <a:tr h="612000">
                <a:tc>
                  <a:txBody>
                    <a:bodyPr/>
                    <a:lstStyle/>
                    <a:p>
                      <a:r>
                        <a:rPr lang="en-US" sz="1600" noProof="0" dirty="0">
                          <a:solidFill>
                            <a:schemeClr val="tx1"/>
                          </a:solidFill>
                          <a:latin typeface="+mn-lt"/>
                        </a:rPr>
                        <a:t>营收</a:t>
                      </a:r>
                    </a:p>
                  </a:txBody>
                  <a:tcPr marL="144000" marR="144000" marT="54000" marB="5400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150</a:t>
                      </a:r>
                    </a:p>
                  </a:txBody>
                  <a:tcPr marL="144000" marR="144000" marT="54000" marB="5400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150</a:t>
                      </a:r>
                    </a:p>
                  </a:txBody>
                  <a:tcPr marL="144000" marR="144000" marT="54000" marB="5400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noProof="0" dirty="0">
                          <a:solidFill>
                            <a:schemeClr val="tx1"/>
                          </a:solidFill>
                          <a:latin typeface="+mn-lt"/>
                        </a:rPr>
                        <a:t>150</a:t>
                      </a:r>
                    </a:p>
                  </a:txBody>
                  <a:tcPr marL="144000" marR="144000" marT="54000" marB="5400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5372541"/>
                  </a:ext>
                </a:extLst>
              </a:tr>
              <a:tr h="612000">
                <a:tc>
                  <a:txBody>
                    <a:bodyPr/>
                    <a:lstStyle/>
                    <a:p>
                      <a:r>
                        <a:rPr lang="en-US" sz="1600" noProof="0" dirty="0">
                          <a:solidFill>
                            <a:schemeClr val="tx1"/>
                          </a:solidFill>
                          <a:latin typeface="+mn-lt"/>
                        </a:rPr>
                        <a:t>同比增长</a:t>
                      </a:r>
                    </a:p>
                  </a:txBody>
                  <a:tcPr marL="144000" marR="144000" marT="54000" marB="5400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350</a:t>
                      </a:r>
                    </a:p>
                  </a:txBody>
                  <a:tcPr marL="144000" marR="144000" marT="54000" marB="5400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350</a:t>
                      </a:r>
                    </a:p>
                  </a:txBody>
                  <a:tcPr marL="144000" marR="144000" marT="54000" marB="5400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350</a:t>
                      </a:r>
                    </a:p>
                  </a:txBody>
                  <a:tcPr marL="144000" marR="144000" marT="54000" marB="5400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2231323"/>
                  </a:ext>
                </a:extLst>
              </a:tr>
              <a:tr h="612000">
                <a:tc>
                  <a:txBody>
                    <a:bodyPr/>
                    <a:lstStyle/>
                    <a:p>
                      <a:r>
                        <a:rPr lang="en-US" sz="1600" noProof="0" dirty="0">
                          <a:solidFill>
                            <a:schemeClr val="tx1"/>
                          </a:solidFill>
                          <a:latin typeface="+mn-lt"/>
                        </a:rPr>
                        <a:t>主要挑战</a:t>
                      </a:r>
                    </a:p>
                  </a:txBody>
                  <a:tcPr marL="144000" marR="144000" marT="54000" marB="5400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550</a:t>
                      </a:r>
                    </a:p>
                  </a:txBody>
                  <a:tcPr marL="144000" marR="144000" marT="54000" marB="5400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550</a:t>
                      </a:r>
                    </a:p>
                  </a:txBody>
                  <a:tcPr marL="144000" marR="144000" marT="54000" marB="5400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550</a:t>
                      </a:r>
                    </a:p>
                  </a:txBody>
                  <a:tcPr marL="144000" marR="144000" marT="54000" marB="5400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2221996"/>
                  </a:ext>
                </a:extLst>
              </a:tr>
            </a:tbl>
          </a:graphicData>
        </a:graphic>
      </p:graphicFrame>
      <p:graphicFrame>
        <p:nvGraphicFramePr>
          <p:cNvPr id="20" name="Inhaltsplatzhalter 11">
            <a:extLst>
              <a:ext uri="{FF2B5EF4-FFF2-40B4-BE49-F238E27FC236}">
                <a16:creationId xmlns:a16="http://schemas.microsoft.com/office/drawing/2014/main" id="{58A7D560-955E-A16B-65B9-31429A64084C}"/>
              </a:ext>
            </a:extLst>
          </p:cNvPr>
          <p:cNvGraphicFramePr>
            <a:graphicFrameLocks/>
          </p:cNvGraphicFramePr>
          <p:nvPr/>
        </p:nvGraphicFramePr>
        <p:xfrm>
          <a:off x="8904624" y="2637200"/>
          <a:ext cx="2808000" cy="2592000"/>
        </p:xfrm>
        <a:graphic>
          <a:graphicData uri="http://schemas.openxmlformats.org/drawingml/2006/table">
            <a:tbl>
              <a:tblPr firstRow="1" bandRow="1">
                <a:tableStyleId>{5C22544A-7EE6-4342-B048-85BDC9FD1C3A}</a:tableStyleId>
              </a:tblPr>
              <a:tblGrid>
                <a:gridCol w="1404000">
                  <a:extLst>
                    <a:ext uri="{9D8B030D-6E8A-4147-A177-3AD203B41FA5}">
                      <a16:colId xmlns:a16="http://schemas.microsoft.com/office/drawing/2014/main" val="2389719309"/>
                    </a:ext>
                  </a:extLst>
                </a:gridCol>
                <a:gridCol w="1404000">
                  <a:extLst>
                    <a:ext uri="{9D8B030D-6E8A-4147-A177-3AD203B41FA5}">
                      <a16:colId xmlns:a16="http://schemas.microsoft.com/office/drawing/2014/main" val="558019939"/>
                    </a:ext>
                  </a:extLst>
                </a:gridCol>
              </a:tblGrid>
              <a:tr h="432000">
                <a:tc>
                  <a:txBody>
                    <a:bodyPr/>
                    <a:lstStyle/>
                    <a:p>
                      <a:r>
                        <a:rPr lang="en-US" sz="1200" b="1" cap="none" baseline="0" noProof="0" dirty="0">
                          <a:solidFill>
                            <a:schemeClr val="bg1"/>
                          </a:solidFill>
                          <a:latin typeface="+mn-lt"/>
                        </a:rPr>
                        <a:t>2026 Q1</a:t>
                      </a:r>
                    </a:p>
                  </a:txBody>
                  <a:tcPr marL="144000" marR="144000" marT="54000" marB="54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sz="1200" b="1" cap="none" baseline="0" noProof="0" dirty="0">
                        <a:solidFill>
                          <a:schemeClr val="bg1"/>
                        </a:solidFill>
                        <a:latin typeface="+mn-lt"/>
                      </a:endParaRPr>
                    </a:p>
                  </a:txBody>
                  <a:tcPr marL="144000" marR="144000" marT="54000" marB="54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1012171"/>
                  </a:ext>
                </a:extLst>
              </a:tr>
              <a:tr h="432000">
                <a:tc>
                  <a:txBody>
                    <a:bodyPr/>
                    <a:lstStyle/>
                    <a:p>
                      <a:r>
                        <a:rPr lang="en-US" sz="1200" noProof="0" dirty="0">
                          <a:solidFill>
                            <a:schemeClr val="bg1"/>
                          </a:solidFill>
                          <a:latin typeface="+mn-lt"/>
                        </a:rPr>
                        <a:t>国际增长强劲</a:t>
                      </a:r>
                    </a:p>
                  </a:txBody>
                  <a:tcPr marL="144000" marR="144000" marT="54000" marB="54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200" noProof="0" dirty="0">
                          <a:solidFill>
                            <a:schemeClr val="bg1"/>
                          </a:solidFill>
                          <a:latin typeface="+mn-lt"/>
                        </a:rPr>
                        <a:t>550</a:t>
                      </a:r>
                    </a:p>
                  </a:txBody>
                  <a:tcPr marL="144000" marR="144000" marT="54000" marB="54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5372541"/>
                  </a:ext>
                </a:extLst>
              </a:tr>
              <a:tr h="432000">
                <a:tc>
                  <a:txBody>
                    <a:bodyPr/>
                    <a:lstStyle/>
                    <a:p>
                      <a:r>
                        <a:rPr lang="en-US" sz="1200" noProof="0" dirty="0">
                          <a:solidFill>
                            <a:schemeClr val="bg1"/>
                          </a:solidFill>
                          <a:latin typeface="+mn-lt"/>
                        </a:rPr>
                        <a:t>美国宠物线承压</a:t>
                      </a:r>
                    </a:p>
                  </a:txBody>
                  <a:tcPr marL="144000" marR="144000" marT="54000" marB="54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mn-lt"/>
                          <a:ea typeface="+mn-ea"/>
                          <a:cs typeface="+mn-cs"/>
                        </a:rPr>
                        <a:t>550</a:t>
                      </a:r>
                    </a:p>
                  </a:txBody>
                  <a:tcPr marL="144000" marR="144000" marT="54000" marB="54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2231323"/>
                  </a:ext>
                </a:extLst>
              </a:tr>
              <a:tr h="432000">
                <a:tc>
                  <a:txBody>
                    <a:bodyPr/>
                    <a:lstStyle/>
                    <a:p>
                      <a:r>
                        <a:rPr lang="en-US" sz="1200" b="1" noProof="0" dirty="0">
                          <a:solidFill>
                            <a:schemeClr val="bg1"/>
                          </a:solidFill>
                          <a:latin typeface="+mn-lt"/>
                        </a:rPr>
                        <a:t>2026 Q1</a:t>
                      </a:r>
                    </a:p>
                  </a:txBody>
                  <a:tcPr marL="144000" marR="144000" marT="54000" marB="54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schemeClr val="bg1"/>
                        </a:solidFill>
                        <a:effectLst/>
                        <a:uLnTx/>
                        <a:uFillTx/>
                        <a:latin typeface="+mn-lt"/>
                        <a:ea typeface="+mn-ea"/>
                        <a:cs typeface="+mn-cs"/>
                      </a:endParaRPr>
                    </a:p>
                  </a:txBody>
                  <a:tcPr marL="144000" marR="144000" marT="54000" marB="54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1216200"/>
                  </a:ext>
                </a:extLst>
              </a:tr>
              <a:tr h="432000">
                <a:tc>
                  <a:txBody>
                    <a:bodyPr/>
                    <a:lstStyle/>
                    <a:p>
                      <a:r>
                        <a:rPr lang="en-US" sz="1200" noProof="0" dirty="0">
                          <a:solidFill>
                            <a:schemeClr val="bg1"/>
                          </a:solidFill>
                          <a:latin typeface="+mn-lt"/>
                        </a:rPr>
                        <a:t>组合稳健平淡</a:t>
                      </a:r>
                    </a:p>
                  </a:txBody>
                  <a:tcPr marL="144000" marR="144000" marT="54000" marB="54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mn-lt"/>
                          <a:ea typeface="+mn-ea"/>
                          <a:cs typeface="+mn-cs"/>
                        </a:rPr>
                        <a:t>450</a:t>
                      </a:r>
                    </a:p>
                  </a:txBody>
                  <a:tcPr marL="144000" marR="144000" marT="54000" marB="54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2580934"/>
                  </a:ext>
                </a:extLst>
              </a:tr>
              <a:tr h="432000">
                <a:tc>
                  <a:txBody>
                    <a:bodyPr/>
                    <a:lstStyle/>
                    <a:p>
                      <a:r>
                        <a:rPr lang="en-US" sz="1200" noProof="0" dirty="0">
                          <a:solidFill>
                            <a:schemeClr val="bg1"/>
                          </a:solidFill>
                          <a:latin typeface="+mn-lt"/>
                        </a:rPr>
                        <a:t>宠物线相对平淡</a:t>
                      </a:r>
                    </a:p>
                  </a:txBody>
                  <a:tcPr marL="144000" marR="144000" marT="54000" marB="54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mn-lt"/>
                          <a:ea typeface="+mn-ea"/>
                          <a:cs typeface="+mn-cs"/>
                        </a:rPr>
                        <a:t>650</a:t>
                      </a:r>
                    </a:p>
                  </a:txBody>
                  <a:tcPr marL="144000" marR="144000" marT="54000" marB="54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3350130"/>
                  </a:ext>
                </a:extLst>
              </a:tr>
            </a:tbl>
          </a:graphicData>
        </a:graphic>
      </p:graphicFrame>
      <p:sp>
        <p:nvSpPr>
          <p:cNvPr id="21" name="Rechteck 20">
            <a:extLst>
              <a:ext uri="{FF2B5EF4-FFF2-40B4-BE49-F238E27FC236}">
                <a16:creationId xmlns:a16="http://schemas.microsoft.com/office/drawing/2014/main" id="{CD7D006F-9EE2-3835-A8A6-77D909BDDE8E}"/>
              </a:ext>
            </a:extLst>
          </p:cNvPr>
          <p:cNvSpPr/>
          <p:nvPr/>
        </p:nvSpPr>
        <p:spPr bwMode="gray">
          <a:xfrm>
            <a:off x="3179676" y="2096852"/>
            <a:ext cx="1224136" cy="4320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Ins="144000" rtlCol="0" anchor="ctr"/>
          <a:lstStyle/>
          <a:p>
            <a:pPr algn="r">
              <a:lnSpc>
                <a:spcPct val="140000"/>
              </a:lnSpc>
            </a:pPr>
            <a:r>
              <a:rPr lang="en-US" sz="1200" i="1" dirty="0">
                <a:solidFill>
                  <a:schemeClr val="tx1"/>
                </a:solidFill>
              </a:rPr>
              <a:t>硕腾 Zoetis</a:t>
            </a:r>
          </a:p>
        </p:txBody>
      </p:sp>
      <p:sp>
        <p:nvSpPr>
          <p:cNvPr id="22" name="Rechteck 21">
            <a:extLst>
              <a:ext uri="{FF2B5EF4-FFF2-40B4-BE49-F238E27FC236}">
                <a16:creationId xmlns:a16="http://schemas.microsoft.com/office/drawing/2014/main" id="{612101C7-0E91-C709-773F-738F6E22CF7A}"/>
              </a:ext>
            </a:extLst>
          </p:cNvPr>
          <p:cNvSpPr/>
          <p:nvPr/>
        </p:nvSpPr>
        <p:spPr bwMode="gray">
          <a:xfrm>
            <a:off x="4907868" y="2096852"/>
            <a:ext cx="1224136" cy="4320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Ins="144000" rtlCol="0" anchor="ctr"/>
          <a:lstStyle/>
          <a:p>
            <a:pPr algn="r">
              <a:lnSpc>
                <a:spcPct val="140000"/>
              </a:lnSpc>
            </a:pPr>
            <a:r>
              <a:rPr lang="en-US" sz="1200" i="1" dirty="0">
                <a:solidFill>
                  <a:schemeClr val="tx1"/>
                </a:solidFill>
              </a:rPr>
              <a:t>礼蓝 Elanco</a:t>
            </a:r>
          </a:p>
        </p:txBody>
      </p:sp>
      <p:sp>
        <p:nvSpPr>
          <p:cNvPr id="23" name="Rechteck 22">
            <a:extLst>
              <a:ext uri="{FF2B5EF4-FFF2-40B4-BE49-F238E27FC236}">
                <a16:creationId xmlns:a16="http://schemas.microsoft.com/office/drawing/2014/main" id="{C90CC861-80FC-003F-9E37-887E0FF666F3}"/>
              </a:ext>
            </a:extLst>
          </p:cNvPr>
          <p:cNvSpPr/>
          <p:nvPr/>
        </p:nvSpPr>
        <p:spPr bwMode="gray">
          <a:xfrm>
            <a:off x="6636060" y="2096852"/>
            <a:ext cx="1224136" cy="4320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Ins="144000" rtlCol="0" anchor="ctr"/>
          <a:lstStyle/>
          <a:p>
            <a:pPr algn="r">
              <a:lnSpc>
                <a:spcPct val="140000"/>
              </a:lnSpc>
            </a:pPr>
            <a:r>
              <a:rPr lang="en-US" sz="1200" i="1" dirty="0">
                <a:solidFill>
                  <a:schemeClr val="tx1"/>
                </a:solidFill>
              </a:rPr>
              <a:t>默沙东 MSD</a:t>
            </a:r>
          </a:p>
        </p:txBody>
      </p:sp>
      <p:sp>
        <p:nvSpPr>
          <p:cNvPr id="25" name="Ellipse 24">
            <a:extLst>
              <a:ext uri="{FF2B5EF4-FFF2-40B4-BE49-F238E27FC236}">
                <a16:creationId xmlns:a16="http://schemas.microsoft.com/office/drawing/2014/main" id="{26288481-5941-0740-A7A7-161C4275948D}"/>
              </a:ext>
            </a:extLst>
          </p:cNvPr>
          <p:cNvSpPr>
            <a:spLocks noChangeAspect="1"/>
          </p:cNvSpPr>
          <p:nvPr/>
        </p:nvSpPr>
        <p:spPr bwMode="gray">
          <a:xfrm>
            <a:off x="4350624" y="2583954"/>
            <a:ext cx="108000" cy="108000"/>
          </a:xfrm>
          <a:prstGeom prst="ellipse">
            <a:avLst/>
          </a:prstGeom>
          <a:solidFill>
            <a:schemeClr val="accent3"/>
          </a:solid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cxnSp>
        <p:nvCxnSpPr>
          <p:cNvPr id="26" name="Gerader Verbinder 25">
            <a:extLst>
              <a:ext uri="{FF2B5EF4-FFF2-40B4-BE49-F238E27FC236}">
                <a16:creationId xmlns:a16="http://schemas.microsoft.com/office/drawing/2014/main" id="{FBDF9570-E386-B794-B124-7BE2128FB06C}"/>
              </a:ext>
            </a:extLst>
          </p:cNvPr>
          <p:cNvCxnSpPr>
            <a:cxnSpLocks/>
          </p:cNvCxnSpPr>
          <p:nvPr/>
        </p:nvCxnSpPr>
        <p:spPr bwMode="gray">
          <a:xfrm flipV="1">
            <a:off x="6132004" y="1412874"/>
            <a:ext cx="0" cy="122400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sp>
        <p:nvSpPr>
          <p:cNvPr id="27" name="Ellipse 26">
            <a:extLst>
              <a:ext uri="{FF2B5EF4-FFF2-40B4-BE49-F238E27FC236}">
                <a16:creationId xmlns:a16="http://schemas.microsoft.com/office/drawing/2014/main" id="{5866E27F-E8B9-EC04-A825-33A37056555B}"/>
              </a:ext>
            </a:extLst>
          </p:cNvPr>
          <p:cNvSpPr>
            <a:spLocks noChangeAspect="1"/>
          </p:cNvSpPr>
          <p:nvPr/>
        </p:nvSpPr>
        <p:spPr bwMode="gray">
          <a:xfrm>
            <a:off x="6079046" y="2583954"/>
            <a:ext cx="108000" cy="108000"/>
          </a:xfrm>
          <a:prstGeom prst="ellipse">
            <a:avLst/>
          </a:prstGeom>
          <a:solidFill>
            <a:schemeClr val="accent4"/>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cxnSp>
        <p:nvCxnSpPr>
          <p:cNvPr id="28" name="Gerader Verbinder 27">
            <a:extLst>
              <a:ext uri="{FF2B5EF4-FFF2-40B4-BE49-F238E27FC236}">
                <a16:creationId xmlns:a16="http://schemas.microsoft.com/office/drawing/2014/main" id="{5B134BD9-D36A-F2A2-0319-78258E7B82EA}"/>
              </a:ext>
            </a:extLst>
          </p:cNvPr>
          <p:cNvCxnSpPr>
            <a:cxnSpLocks/>
          </p:cNvCxnSpPr>
          <p:nvPr/>
        </p:nvCxnSpPr>
        <p:spPr bwMode="gray">
          <a:xfrm flipV="1">
            <a:off x="7857828" y="1412874"/>
            <a:ext cx="0" cy="122400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sp>
        <p:nvSpPr>
          <p:cNvPr id="29" name="Ellipse 28">
            <a:extLst>
              <a:ext uri="{FF2B5EF4-FFF2-40B4-BE49-F238E27FC236}">
                <a16:creationId xmlns:a16="http://schemas.microsoft.com/office/drawing/2014/main" id="{E869C0D3-FA98-B2B2-F548-DA4CCA3459E1}"/>
              </a:ext>
            </a:extLst>
          </p:cNvPr>
          <p:cNvSpPr>
            <a:spLocks noChangeAspect="1"/>
          </p:cNvSpPr>
          <p:nvPr/>
        </p:nvSpPr>
        <p:spPr bwMode="gray">
          <a:xfrm>
            <a:off x="7804870" y="2583954"/>
            <a:ext cx="108000" cy="108000"/>
          </a:xfrm>
          <a:prstGeom prst="ellipse">
            <a:avLst/>
          </a:prstGeom>
          <a:solidFill>
            <a:schemeClr val="accent5"/>
          </a:solidFill>
          <a:ln w="63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30" name="Textplatzhalter 2">
            <a:extLst>
              <a:ext uri="{FF2B5EF4-FFF2-40B4-BE49-F238E27FC236}">
                <a16:creationId xmlns:a16="http://schemas.microsoft.com/office/drawing/2014/main" id="{F9034017-E5AD-C5A9-FE9C-FC6E1A8EFB99}"/>
              </a:ext>
            </a:extLst>
          </p:cNvPr>
          <p:cNvSpPr txBox="1">
            <a:spLocks/>
          </p:cNvSpPr>
          <p:nvPr/>
        </p:nvSpPr>
        <p:spPr bwMode="gray">
          <a:xfrm>
            <a:off x="4079776" y="1412800"/>
            <a:ext cx="648048" cy="648156"/>
          </a:xfrm>
          <a:prstGeom prst="ellipse">
            <a:avLst/>
          </a:prstGeom>
          <a:solidFill>
            <a:srgbClr val="E0E1F6"/>
          </a:solidFill>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ctr">
              <a:lnSpc>
                <a:spcPct val="100000"/>
              </a:lnSpc>
              <a:buNone/>
            </a:pPr>
            <a:r>
              <a:rPr lang="en-US" sz="800" b="1" dirty="0">
                <a:solidFill>
                  <a:srgbClr val="5D4495"/>
                </a:solidFill>
              </a:rPr>
              <a:t>Q1营收18亿美元 / +13% YoY</a:t>
            </a:r>
          </a:p>
        </p:txBody>
      </p:sp>
      <p:sp>
        <p:nvSpPr>
          <p:cNvPr id="37" name="Textplatzhalter 2">
            <a:extLst>
              <a:ext uri="{FF2B5EF4-FFF2-40B4-BE49-F238E27FC236}">
                <a16:creationId xmlns:a16="http://schemas.microsoft.com/office/drawing/2014/main" id="{BF6B3A6D-3A3B-B331-71D4-6FFD77BC423B}"/>
              </a:ext>
            </a:extLst>
          </p:cNvPr>
          <p:cNvSpPr txBox="1">
            <a:spLocks/>
          </p:cNvSpPr>
          <p:nvPr/>
        </p:nvSpPr>
        <p:spPr bwMode="gray">
          <a:xfrm>
            <a:off x="5807992" y="1412800"/>
            <a:ext cx="648048" cy="648156"/>
          </a:xfrm>
          <a:prstGeom prst="ellipse">
            <a:avLst/>
          </a:prstGeom>
          <a:solidFill>
            <a:srgbClr val="FBF9AA"/>
          </a:solidFill>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ctr">
              <a:lnSpc>
                <a:spcPct val="100000"/>
              </a:lnSpc>
              <a:buNone/>
            </a:pPr>
            <a:r>
              <a:rPr lang="en-US" sz="800" b="1" dirty="0">
                <a:solidFill>
                  <a:srgbClr val="E18600"/>
                </a:solidFill>
              </a:rPr>
              <a:t>默沙东：贝卫多差异化</a:t>
            </a:r>
          </a:p>
        </p:txBody>
      </p:sp>
      <p:sp>
        <p:nvSpPr>
          <p:cNvPr id="40" name="Textplatzhalter 2">
            <a:extLst>
              <a:ext uri="{FF2B5EF4-FFF2-40B4-BE49-F238E27FC236}">
                <a16:creationId xmlns:a16="http://schemas.microsoft.com/office/drawing/2014/main" id="{D1CFEFF8-BA08-A1E2-5C4E-46F7AA4ECCE7}"/>
              </a:ext>
            </a:extLst>
          </p:cNvPr>
          <p:cNvSpPr txBox="1">
            <a:spLocks/>
          </p:cNvSpPr>
          <p:nvPr/>
        </p:nvSpPr>
        <p:spPr bwMode="gray">
          <a:xfrm>
            <a:off x="7535689" y="1412800"/>
            <a:ext cx="648048" cy="648156"/>
          </a:xfrm>
          <a:prstGeom prst="ellipse">
            <a:avLst/>
          </a:prstGeom>
          <a:solidFill>
            <a:srgbClr val="F5CDB9"/>
          </a:solidFill>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ctr">
              <a:lnSpc>
                <a:spcPct val="100000"/>
              </a:lnSpc>
              <a:buNone/>
            </a:pPr>
            <a:r>
              <a:rPr lang="en-US" sz="800" b="1" dirty="0">
                <a:solidFill>
                  <a:srgbClr val="86251B"/>
                </a:solidFill>
              </a:rPr>
              <a:t>海正/瑞普/普莱柯：国产替代</a:t>
            </a:r>
          </a:p>
        </p:txBody>
      </p:sp>
    </p:spTree>
    <p:extLst>
      <p:ext uri="{BB962C8B-B14F-4D97-AF65-F5344CB8AC3E}">
        <p14:creationId xmlns:p14="http://schemas.microsoft.com/office/powerpoint/2010/main" val="21132881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82DCDCD1-83BB-CFEE-042F-C3E70047ED69}"/>
              </a:ext>
            </a:extLst>
          </p:cNvPr>
          <p:cNvSpPr>
            <a:spLocks noGrp="1"/>
          </p:cNvSpPr>
          <p:nvPr>
            <p:ph type="title"/>
          </p:nvPr>
        </p:nvSpPr>
        <p:spPr bwMode="gray">
          <a:xfrm>
            <a:off x="479424" y="477000"/>
            <a:ext cx="11233151" cy="720000"/>
          </a:xfrm>
        </p:spPr>
        <p:txBody>
          <a:bodyPr/>
          <a:lstStyle/>
          <a:p>
            <a:r>
              <a:rPr lang="en-US" dirty="0"/>
              <a:t>Bar chart</a:t>
            </a:r>
          </a:p>
        </p:txBody>
      </p:sp>
      <p:graphicFrame>
        <p:nvGraphicFramePr>
          <p:cNvPr id="16" name="Inhaltsplatzhalter 15">
            <a:extLst>
              <a:ext uri="{FF2B5EF4-FFF2-40B4-BE49-F238E27FC236}">
                <a16:creationId xmlns:a16="http://schemas.microsoft.com/office/drawing/2014/main" id="{E6F34861-9043-992E-B8E0-D212EF020166}"/>
              </a:ext>
            </a:extLst>
          </p:cNvPr>
          <p:cNvGraphicFramePr>
            <a:graphicFrameLocks noGrp="1"/>
          </p:cNvGraphicFramePr>
          <p:nvPr>
            <p:ph idx="1"/>
            <p:custDataLst>
              <p:tags r:id="rId1"/>
            </p:custDataLst>
          </p:nvPr>
        </p:nvGraphicFramePr>
        <p:xfrm>
          <a:off x="479425" y="1412875"/>
          <a:ext cx="11233150" cy="4392613"/>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platzhalter 9">
            <a:extLst>
              <a:ext uri="{FF2B5EF4-FFF2-40B4-BE49-F238E27FC236}">
                <a16:creationId xmlns:a16="http://schemas.microsoft.com/office/drawing/2014/main" id="{7934FBAD-FE00-6B12-CF2F-DDE32A18483C}"/>
              </a:ext>
            </a:extLst>
          </p:cNvPr>
          <p:cNvSpPr>
            <a:spLocks noGrp="1"/>
          </p:cNvSpPr>
          <p:nvPr>
            <p:ph type="body" sz="quarter" idx="13"/>
          </p:nvPr>
        </p:nvSpPr>
        <p:spPr bwMode="gray"/>
        <p:txBody>
          <a:bodyPr/>
          <a:lstStyle/>
          <a:p>
            <a:endParaRPr lang="en-US" dirty="0"/>
          </a:p>
        </p:txBody>
      </p:sp>
      <p:sp>
        <p:nvSpPr>
          <p:cNvPr id="4" name="Fußzeilenplatzhalter 3">
            <a:extLst>
              <a:ext uri="{FF2B5EF4-FFF2-40B4-BE49-F238E27FC236}">
                <a16:creationId xmlns:a16="http://schemas.microsoft.com/office/drawing/2014/main" id="{43A22CC7-9327-13AD-06C1-C515972827F5}"/>
              </a:ext>
            </a:extLst>
          </p:cNvPr>
          <p:cNvSpPr>
            <a:spLocks noGrp="1"/>
          </p:cNvSpPr>
          <p:nvPr>
            <p:ph type="ftr" sz="quarter" idx="19"/>
          </p:nvPr>
        </p:nvSpPr>
        <p:spPr bwMode="gray">
          <a:xfrm>
            <a:off x="6312024" y="6246836"/>
            <a:ext cx="5040560" cy="288000"/>
          </a:xfrm>
        </p:spPr>
        <p:txBody>
          <a:bodyPr/>
          <a:lstStyle/>
          <a:p>
            <a:r>
              <a:rPr lang="en-US" dirty="0"/>
              <a:t>Slide library    |     ONLY FOR INTERNAL USE</a:t>
            </a:r>
          </a:p>
        </p:txBody>
      </p:sp>
      <p:sp>
        <p:nvSpPr>
          <p:cNvPr id="5" name="Foliennummernplatzhalter 4">
            <a:extLst>
              <a:ext uri="{FF2B5EF4-FFF2-40B4-BE49-F238E27FC236}">
                <a16:creationId xmlns:a16="http://schemas.microsoft.com/office/drawing/2014/main" id="{C5EBC2F3-7745-7248-4268-5B0DAB73FEC4}"/>
              </a:ext>
            </a:extLst>
          </p:cNvPr>
          <p:cNvSpPr>
            <a:spLocks noGrp="1"/>
          </p:cNvSpPr>
          <p:nvPr>
            <p:ph type="sldNum" sz="quarter" idx="20"/>
          </p:nvPr>
        </p:nvSpPr>
        <p:spPr bwMode="gray">
          <a:xfrm>
            <a:off x="11424592" y="6246836"/>
            <a:ext cx="288000" cy="288000"/>
          </a:xfrm>
        </p:spPr>
        <p:txBody>
          <a:bodyPr/>
          <a:lstStyle/>
          <a:p>
            <a:fld id="{DF4E8F9F-5B1F-4F5B-BE49-3245D8C18D9F}" type="slidenum">
              <a:rPr lang="en-US" smtClean="0"/>
              <a:pPr/>
              <a:t>36</a:t>
            </a:fld>
            <a:endParaRPr lang="en-US" dirty="0"/>
          </a:p>
        </p:txBody>
      </p:sp>
    </p:spTree>
    <p:extLst>
      <p:ext uri="{BB962C8B-B14F-4D97-AF65-F5344CB8AC3E}">
        <p14:creationId xmlns:p14="http://schemas.microsoft.com/office/powerpoint/2010/main" val="42808017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el 14">
            <a:extLst>
              <a:ext uri="{FF2B5EF4-FFF2-40B4-BE49-F238E27FC236}">
                <a16:creationId xmlns:a16="http://schemas.microsoft.com/office/drawing/2014/main" id="{F4238613-FFD6-A19D-F46E-FF220FDF1010}"/>
              </a:ext>
            </a:extLst>
          </p:cNvPr>
          <p:cNvSpPr>
            <a:spLocks noGrp="1"/>
          </p:cNvSpPr>
          <p:nvPr>
            <p:ph type="title"/>
          </p:nvPr>
        </p:nvSpPr>
        <p:spPr bwMode="gray">
          <a:xfrm>
            <a:off x="479424" y="477000"/>
            <a:ext cx="11233151" cy="720000"/>
          </a:xfrm>
        </p:spPr>
        <p:txBody>
          <a:bodyPr/>
          <a:lstStyle/>
          <a:p>
            <a:r>
              <a:rPr lang="en-US" dirty="0"/>
              <a:t>Stacked 100% bar chart</a:t>
            </a:r>
          </a:p>
        </p:txBody>
      </p:sp>
      <p:graphicFrame>
        <p:nvGraphicFramePr>
          <p:cNvPr id="18" name="Inhaltsplatzhalter 17">
            <a:extLst>
              <a:ext uri="{FF2B5EF4-FFF2-40B4-BE49-F238E27FC236}">
                <a16:creationId xmlns:a16="http://schemas.microsoft.com/office/drawing/2014/main" id="{47B49DF1-5C3F-81E4-BB4D-4995399B1933}"/>
              </a:ext>
            </a:extLst>
          </p:cNvPr>
          <p:cNvGraphicFramePr>
            <a:graphicFrameLocks noGrp="1"/>
          </p:cNvGraphicFramePr>
          <p:nvPr>
            <p:ph idx="1"/>
            <p:custDataLst>
              <p:tags r:id="rId1"/>
            </p:custDataLst>
          </p:nvPr>
        </p:nvGraphicFramePr>
        <p:xfrm>
          <a:off x="479425" y="1412875"/>
          <a:ext cx="11233150" cy="4392613"/>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platzhalter 9">
            <a:extLst>
              <a:ext uri="{FF2B5EF4-FFF2-40B4-BE49-F238E27FC236}">
                <a16:creationId xmlns:a16="http://schemas.microsoft.com/office/drawing/2014/main" id="{968267D7-441E-5E1D-847F-F9243ACA56CA}"/>
              </a:ext>
            </a:extLst>
          </p:cNvPr>
          <p:cNvSpPr>
            <a:spLocks noGrp="1"/>
          </p:cNvSpPr>
          <p:nvPr>
            <p:ph type="body" sz="quarter" idx="13"/>
          </p:nvPr>
        </p:nvSpPr>
        <p:spPr bwMode="gray"/>
        <p:txBody>
          <a:bodyPr/>
          <a:lstStyle/>
          <a:p>
            <a:endParaRPr lang="en-US" dirty="0"/>
          </a:p>
        </p:txBody>
      </p:sp>
      <p:sp>
        <p:nvSpPr>
          <p:cNvPr id="4" name="Fußzeilenplatzhalter 3">
            <a:extLst>
              <a:ext uri="{FF2B5EF4-FFF2-40B4-BE49-F238E27FC236}">
                <a16:creationId xmlns:a16="http://schemas.microsoft.com/office/drawing/2014/main" id="{5B16428F-6A6F-9B5C-E504-4947CE267B59}"/>
              </a:ext>
            </a:extLst>
          </p:cNvPr>
          <p:cNvSpPr>
            <a:spLocks noGrp="1"/>
          </p:cNvSpPr>
          <p:nvPr>
            <p:ph type="ftr" sz="quarter" idx="19"/>
          </p:nvPr>
        </p:nvSpPr>
        <p:spPr bwMode="gray">
          <a:xfrm>
            <a:off x="6312024" y="6246836"/>
            <a:ext cx="5040560" cy="288000"/>
          </a:xfrm>
        </p:spPr>
        <p:txBody>
          <a:bodyPr/>
          <a:lstStyle/>
          <a:p>
            <a:r>
              <a:rPr lang="en-US" dirty="0"/>
              <a:t>Slide library    |     ONLY FOR INTERNAL USE</a:t>
            </a:r>
          </a:p>
        </p:txBody>
      </p:sp>
      <p:sp>
        <p:nvSpPr>
          <p:cNvPr id="5" name="Foliennummernplatzhalter 4">
            <a:extLst>
              <a:ext uri="{FF2B5EF4-FFF2-40B4-BE49-F238E27FC236}">
                <a16:creationId xmlns:a16="http://schemas.microsoft.com/office/drawing/2014/main" id="{E953B274-2F7C-57B3-6F11-99CB19AF90BA}"/>
              </a:ext>
            </a:extLst>
          </p:cNvPr>
          <p:cNvSpPr>
            <a:spLocks noGrp="1"/>
          </p:cNvSpPr>
          <p:nvPr>
            <p:ph type="sldNum" sz="quarter" idx="20"/>
          </p:nvPr>
        </p:nvSpPr>
        <p:spPr bwMode="gray">
          <a:xfrm>
            <a:off x="11424592" y="6246836"/>
            <a:ext cx="288000" cy="288000"/>
          </a:xfrm>
        </p:spPr>
        <p:txBody>
          <a:bodyPr/>
          <a:lstStyle/>
          <a:p>
            <a:fld id="{DF4E8F9F-5B1F-4F5B-BE49-3245D8C18D9F}" type="slidenum">
              <a:rPr lang="en-US" smtClean="0"/>
              <a:pPr/>
              <a:t>37</a:t>
            </a:fld>
            <a:endParaRPr lang="en-US" dirty="0"/>
          </a:p>
        </p:txBody>
      </p:sp>
    </p:spTree>
    <p:extLst>
      <p:ext uri="{BB962C8B-B14F-4D97-AF65-F5344CB8AC3E}">
        <p14:creationId xmlns:p14="http://schemas.microsoft.com/office/powerpoint/2010/main" val="41708029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BB412061-12D6-2365-639A-8ABF9C2EF9AC}"/>
              </a:ext>
            </a:extLst>
          </p:cNvPr>
          <p:cNvSpPr>
            <a:spLocks noGrp="1"/>
          </p:cNvSpPr>
          <p:nvPr>
            <p:ph type="title"/>
          </p:nvPr>
        </p:nvSpPr>
        <p:spPr bwMode="gray">
          <a:xfrm>
            <a:off x="479424" y="477000"/>
            <a:ext cx="11233151" cy="720000"/>
          </a:xfrm>
        </p:spPr>
        <p:txBody>
          <a:bodyPr/>
          <a:lstStyle/>
          <a:p>
            <a:r>
              <a:rPr lang="en-US" dirty="0"/>
              <a:t>Bubble chart</a:t>
            </a:r>
          </a:p>
        </p:txBody>
      </p:sp>
      <p:graphicFrame>
        <p:nvGraphicFramePr>
          <p:cNvPr id="16" name="Inhaltsplatzhalter 15">
            <a:extLst>
              <a:ext uri="{FF2B5EF4-FFF2-40B4-BE49-F238E27FC236}">
                <a16:creationId xmlns:a16="http://schemas.microsoft.com/office/drawing/2014/main" id="{D797F659-11CE-CD68-A973-D8A7DE84B50F}"/>
              </a:ext>
            </a:extLst>
          </p:cNvPr>
          <p:cNvGraphicFramePr>
            <a:graphicFrameLocks noGrp="1"/>
          </p:cNvGraphicFramePr>
          <p:nvPr>
            <p:ph idx="1"/>
            <p:custDataLst>
              <p:tags r:id="rId1"/>
            </p:custDataLst>
          </p:nvPr>
        </p:nvGraphicFramePr>
        <p:xfrm>
          <a:off x="479425" y="1412875"/>
          <a:ext cx="11233150" cy="4392613"/>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platzhalter 9">
            <a:extLst>
              <a:ext uri="{FF2B5EF4-FFF2-40B4-BE49-F238E27FC236}">
                <a16:creationId xmlns:a16="http://schemas.microsoft.com/office/drawing/2014/main" id="{004AF60C-0A5C-F7CA-13AD-05BB5D5F2AC5}"/>
              </a:ext>
            </a:extLst>
          </p:cNvPr>
          <p:cNvSpPr>
            <a:spLocks noGrp="1"/>
          </p:cNvSpPr>
          <p:nvPr>
            <p:ph type="body" sz="quarter" idx="13"/>
          </p:nvPr>
        </p:nvSpPr>
        <p:spPr bwMode="gray"/>
        <p:txBody>
          <a:bodyPr/>
          <a:lstStyle/>
          <a:p>
            <a:endParaRPr lang="en-US" dirty="0"/>
          </a:p>
        </p:txBody>
      </p:sp>
      <p:sp>
        <p:nvSpPr>
          <p:cNvPr id="4" name="Fußzeilenplatzhalter 3">
            <a:extLst>
              <a:ext uri="{FF2B5EF4-FFF2-40B4-BE49-F238E27FC236}">
                <a16:creationId xmlns:a16="http://schemas.microsoft.com/office/drawing/2014/main" id="{19136B0C-1987-D59B-AD0F-51F99957CD74}"/>
              </a:ext>
            </a:extLst>
          </p:cNvPr>
          <p:cNvSpPr>
            <a:spLocks noGrp="1"/>
          </p:cNvSpPr>
          <p:nvPr>
            <p:ph type="ftr" sz="quarter" idx="19"/>
          </p:nvPr>
        </p:nvSpPr>
        <p:spPr bwMode="gray">
          <a:xfrm>
            <a:off x="6312024" y="6246836"/>
            <a:ext cx="5040560" cy="288000"/>
          </a:xfrm>
        </p:spPr>
        <p:txBody>
          <a:bodyPr/>
          <a:lstStyle/>
          <a:p>
            <a:r>
              <a:rPr lang="en-US" dirty="0"/>
              <a:t>Slide library    |     ONLY FOR INTERNAL USE</a:t>
            </a:r>
          </a:p>
        </p:txBody>
      </p:sp>
      <p:sp>
        <p:nvSpPr>
          <p:cNvPr id="5" name="Foliennummernplatzhalter 4">
            <a:extLst>
              <a:ext uri="{FF2B5EF4-FFF2-40B4-BE49-F238E27FC236}">
                <a16:creationId xmlns:a16="http://schemas.microsoft.com/office/drawing/2014/main" id="{60E0BF01-1A5F-7583-2B6E-38344879D1F9}"/>
              </a:ext>
            </a:extLst>
          </p:cNvPr>
          <p:cNvSpPr>
            <a:spLocks noGrp="1"/>
          </p:cNvSpPr>
          <p:nvPr>
            <p:ph type="sldNum" sz="quarter" idx="20"/>
          </p:nvPr>
        </p:nvSpPr>
        <p:spPr bwMode="gray">
          <a:xfrm>
            <a:off x="11424592" y="6246836"/>
            <a:ext cx="288000" cy="288000"/>
          </a:xfrm>
        </p:spPr>
        <p:txBody>
          <a:bodyPr/>
          <a:lstStyle/>
          <a:p>
            <a:fld id="{DF4E8F9F-5B1F-4F5B-BE49-3245D8C18D9F}" type="slidenum">
              <a:rPr lang="en-US" smtClean="0"/>
              <a:pPr/>
              <a:t>38</a:t>
            </a:fld>
            <a:endParaRPr lang="en-US" dirty="0"/>
          </a:p>
        </p:txBody>
      </p:sp>
    </p:spTree>
    <p:extLst>
      <p:ext uri="{BB962C8B-B14F-4D97-AF65-F5344CB8AC3E}">
        <p14:creationId xmlns:p14="http://schemas.microsoft.com/office/powerpoint/2010/main" val="14488233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E30995CE-FC56-0C96-0894-D1CD384181BF}"/>
              </a:ext>
            </a:extLst>
          </p:cNvPr>
          <p:cNvSpPr>
            <a:spLocks noGrp="1"/>
          </p:cNvSpPr>
          <p:nvPr>
            <p:ph type="title"/>
          </p:nvPr>
        </p:nvSpPr>
        <p:spPr bwMode="gray">
          <a:xfrm>
            <a:off x="479424" y="477000"/>
            <a:ext cx="11233151" cy="720000"/>
          </a:xfrm>
        </p:spPr>
        <p:txBody>
          <a:bodyPr/>
          <a:lstStyle/>
          <a:p>
            <a:r>
              <a:rPr lang="en-US" dirty="0"/>
              <a:t>Pie chart</a:t>
            </a:r>
          </a:p>
        </p:txBody>
      </p:sp>
      <p:graphicFrame>
        <p:nvGraphicFramePr>
          <p:cNvPr id="17" name="Inhaltsplatzhalter 16">
            <a:extLst>
              <a:ext uri="{FF2B5EF4-FFF2-40B4-BE49-F238E27FC236}">
                <a16:creationId xmlns:a16="http://schemas.microsoft.com/office/drawing/2014/main" id="{51692C37-9F0C-530F-195E-C7222154DC84}"/>
              </a:ext>
            </a:extLst>
          </p:cNvPr>
          <p:cNvGraphicFramePr>
            <a:graphicFrameLocks noGrp="1"/>
          </p:cNvGraphicFramePr>
          <p:nvPr>
            <p:ph idx="1"/>
            <p:custDataLst>
              <p:tags r:id="rId1"/>
            </p:custDataLst>
          </p:nvPr>
        </p:nvGraphicFramePr>
        <p:xfrm>
          <a:off x="479425" y="1412875"/>
          <a:ext cx="11233150" cy="4392613"/>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platzhalter 9">
            <a:extLst>
              <a:ext uri="{FF2B5EF4-FFF2-40B4-BE49-F238E27FC236}">
                <a16:creationId xmlns:a16="http://schemas.microsoft.com/office/drawing/2014/main" id="{B425F88C-D4DB-7887-5819-4183522172BE}"/>
              </a:ext>
            </a:extLst>
          </p:cNvPr>
          <p:cNvSpPr>
            <a:spLocks noGrp="1"/>
          </p:cNvSpPr>
          <p:nvPr>
            <p:ph type="body" sz="quarter" idx="13"/>
          </p:nvPr>
        </p:nvSpPr>
        <p:spPr bwMode="gray"/>
        <p:txBody>
          <a:bodyPr/>
          <a:lstStyle/>
          <a:p>
            <a:endParaRPr lang="en-US" dirty="0"/>
          </a:p>
        </p:txBody>
      </p:sp>
      <p:sp>
        <p:nvSpPr>
          <p:cNvPr id="4" name="Fußzeilenplatzhalter 3">
            <a:extLst>
              <a:ext uri="{FF2B5EF4-FFF2-40B4-BE49-F238E27FC236}">
                <a16:creationId xmlns:a16="http://schemas.microsoft.com/office/drawing/2014/main" id="{22C09BCD-E5C5-2C43-323F-DB9C820A7CE8}"/>
              </a:ext>
            </a:extLst>
          </p:cNvPr>
          <p:cNvSpPr>
            <a:spLocks noGrp="1"/>
          </p:cNvSpPr>
          <p:nvPr>
            <p:ph type="ftr" sz="quarter" idx="19"/>
          </p:nvPr>
        </p:nvSpPr>
        <p:spPr bwMode="gray">
          <a:xfrm>
            <a:off x="6312024" y="6246836"/>
            <a:ext cx="5040560" cy="288000"/>
          </a:xfrm>
        </p:spPr>
        <p:txBody>
          <a:bodyPr/>
          <a:lstStyle/>
          <a:p>
            <a:r>
              <a:rPr lang="en-US" dirty="0"/>
              <a:t>Slide library    |     ONLY FOR INTERNAL USE</a:t>
            </a:r>
          </a:p>
        </p:txBody>
      </p:sp>
      <p:sp>
        <p:nvSpPr>
          <p:cNvPr id="5" name="Foliennummernplatzhalter 4">
            <a:extLst>
              <a:ext uri="{FF2B5EF4-FFF2-40B4-BE49-F238E27FC236}">
                <a16:creationId xmlns:a16="http://schemas.microsoft.com/office/drawing/2014/main" id="{D8C22D13-31D9-E225-900B-B86FA49EF87F}"/>
              </a:ext>
            </a:extLst>
          </p:cNvPr>
          <p:cNvSpPr>
            <a:spLocks noGrp="1"/>
          </p:cNvSpPr>
          <p:nvPr>
            <p:ph type="sldNum" sz="quarter" idx="20"/>
          </p:nvPr>
        </p:nvSpPr>
        <p:spPr bwMode="gray">
          <a:xfrm>
            <a:off x="11424592" y="6246836"/>
            <a:ext cx="288000" cy="288000"/>
          </a:xfrm>
        </p:spPr>
        <p:txBody>
          <a:bodyPr/>
          <a:lstStyle/>
          <a:p>
            <a:fld id="{DF4E8F9F-5B1F-4F5B-BE49-3245D8C18D9F}" type="slidenum">
              <a:rPr lang="en-US" smtClean="0"/>
              <a:pPr/>
              <a:t>39</a:t>
            </a:fld>
            <a:endParaRPr lang="en-US" dirty="0"/>
          </a:p>
        </p:txBody>
      </p:sp>
    </p:spTree>
    <p:extLst>
      <p:ext uri="{BB962C8B-B14F-4D97-AF65-F5344CB8AC3E}">
        <p14:creationId xmlns:p14="http://schemas.microsoft.com/office/powerpoint/2010/main" val="5064407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3E6AA374-05A9-D3DA-300B-0DC119E486CE}"/>
              </a:ext>
            </a:extLst>
          </p:cNvPr>
          <p:cNvSpPr>
            <a:spLocks noGrp="1"/>
          </p:cNvSpPr>
          <p:nvPr>
            <p:ph type="title"/>
          </p:nvPr>
        </p:nvSpPr>
        <p:spPr bwMode="gray">
          <a:xfrm>
            <a:off x="479424" y="477000"/>
            <a:ext cx="11233151" cy="720000"/>
          </a:xfrm>
        </p:spPr>
        <p:txBody>
          <a:bodyPr/>
          <a:lstStyle/>
          <a:p>
            <a:r>
              <a:rPr lang="en-US" dirty="0"/>
              <a:t>Relative comparison</a:t>
            </a:r>
          </a:p>
        </p:txBody>
      </p:sp>
      <p:sp>
        <p:nvSpPr>
          <p:cNvPr id="9" name="Textplatzhalter 8">
            <a:extLst>
              <a:ext uri="{FF2B5EF4-FFF2-40B4-BE49-F238E27FC236}">
                <a16:creationId xmlns:a16="http://schemas.microsoft.com/office/drawing/2014/main" id="{D2C13B40-CD4A-A72D-42B4-59FA051E4EA4}"/>
              </a:ext>
            </a:extLst>
          </p:cNvPr>
          <p:cNvSpPr>
            <a:spLocks noGrp="1"/>
          </p:cNvSpPr>
          <p:nvPr>
            <p:ph type="body" sz="quarter" idx="13"/>
          </p:nvPr>
        </p:nvSpPr>
        <p:spPr bwMode="gray"/>
        <p:txBody>
          <a:bodyPr/>
          <a:lstStyle/>
          <a:p>
            <a:endParaRPr lang="en-US" dirty="0"/>
          </a:p>
        </p:txBody>
      </p:sp>
      <p:sp>
        <p:nvSpPr>
          <p:cNvPr id="4" name="Fußzeilenplatzhalter 3">
            <a:extLst>
              <a:ext uri="{FF2B5EF4-FFF2-40B4-BE49-F238E27FC236}">
                <a16:creationId xmlns:a16="http://schemas.microsoft.com/office/drawing/2014/main" id="{E7B2EE82-80DC-9A76-4430-5A98F7EEAF7F}"/>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5" name="Foliennummernplatzhalter 4">
            <a:extLst>
              <a:ext uri="{FF2B5EF4-FFF2-40B4-BE49-F238E27FC236}">
                <a16:creationId xmlns:a16="http://schemas.microsoft.com/office/drawing/2014/main" id="{CBFC42DB-A325-2B31-F37A-343B25FEBE9C}"/>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40</a:t>
            </a:fld>
            <a:endParaRPr lang="en-US" dirty="0"/>
          </a:p>
        </p:txBody>
      </p:sp>
      <p:sp>
        <p:nvSpPr>
          <p:cNvPr id="24" name="Rechteck 23">
            <a:extLst>
              <a:ext uri="{FF2B5EF4-FFF2-40B4-BE49-F238E27FC236}">
                <a16:creationId xmlns:a16="http://schemas.microsoft.com/office/drawing/2014/main" id="{3862C3F8-3724-4C9B-7626-733CDF316F4A}"/>
              </a:ext>
            </a:extLst>
          </p:cNvPr>
          <p:cNvSpPr/>
          <p:nvPr/>
        </p:nvSpPr>
        <p:spPr bwMode="gray">
          <a:xfrm>
            <a:off x="10564356" y="0"/>
            <a:ext cx="1627644" cy="308261"/>
          </a:xfrm>
          <a:prstGeom prst="rect">
            <a:avLst/>
          </a:prstGeom>
          <a:solidFill>
            <a:srgbClr val="EE654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180000" tIns="61200" rIns="180000" bIns="61200" rtlCol="0" anchor="ctr">
            <a:spAutoFit/>
          </a:bodyPr>
          <a:lstStyle/>
          <a:p>
            <a:r>
              <a:rPr lang="en-US" sz="1200" dirty="0">
                <a:solidFill>
                  <a:schemeClr val="bg1"/>
                </a:solidFill>
              </a:rPr>
              <a:t>Excel based chart</a:t>
            </a:r>
          </a:p>
        </p:txBody>
      </p:sp>
      <p:sp>
        <p:nvSpPr>
          <p:cNvPr id="25" name="Textplatzhalter 2">
            <a:extLst>
              <a:ext uri="{FF2B5EF4-FFF2-40B4-BE49-F238E27FC236}">
                <a16:creationId xmlns:a16="http://schemas.microsoft.com/office/drawing/2014/main" id="{1098A007-59B4-2989-9AE7-F7B4E5596F5F}"/>
              </a:ext>
            </a:extLst>
          </p:cNvPr>
          <p:cNvSpPr txBox="1">
            <a:spLocks/>
          </p:cNvSpPr>
          <p:nvPr/>
        </p:nvSpPr>
        <p:spPr bwMode="gray">
          <a:xfrm>
            <a:off x="8148637" y="3284984"/>
            <a:ext cx="3563987" cy="252028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Maecenas semper. </a:t>
            </a:r>
            <a:br>
              <a:rPr lang="en-US" dirty="0"/>
            </a:br>
            <a:r>
              <a:rPr lang="en-US" dirty="0"/>
              <a:t>Nam condiment dui at ped.</a:t>
            </a:r>
          </a:p>
          <a:p>
            <a:r>
              <a:rPr lang="en-US" dirty="0"/>
              <a:t>Sed vitae arcu in condimentum blandit, ut dolor eros mollis </a:t>
            </a:r>
          </a:p>
          <a:p>
            <a:r>
              <a:rPr lang="en-US" dirty="0"/>
              <a:t>Proin tempus ullamcorpe tortor</a:t>
            </a:r>
          </a:p>
        </p:txBody>
      </p:sp>
      <p:sp>
        <p:nvSpPr>
          <p:cNvPr id="26" name="Textplatzhalter 2">
            <a:extLst>
              <a:ext uri="{FF2B5EF4-FFF2-40B4-BE49-F238E27FC236}">
                <a16:creationId xmlns:a16="http://schemas.microsoft.com/office/drawing/2014/main" id="{8DFA72B8-369D-42A8-3369-90CB5B344502}"/>
              </a:ext>
            </a:extLst>
          </p:cNvPr>
          <p:cNvSpPr txBox="1">
            <a:spLocks/>
          </p:cNvSpPr>
          <p:nvPr/>
        </p:nvSpPr>
        <p:spPr bwMode="gray">
          <a:xfrm>
            <a:off x="4332288" y="3284984"/>
            <a:ext cx="3527425" cy="252028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Maecenas semper. </a:t>
            </a:r>
            <a:br>
              <a:rPr lang="en-US" dirty="0"/>
            </a:br>
            <a:r>
              <a:rPr lang="en-US" dirty="0"/>
              <a:t>Nam condiment dui at ped.</a:t>
            </a:r>
          </a:p>
          <a:p>
            <a:r>
              <a:rPr lang="en-US" dirty="0"/>
              <a:t>Sed vitae arcu in condimentum blandit, ut dolor eros mollis</a:t>
            </a:r>
          </a:p>
          <a:p>
            <a:r>
              <a:rPr lang="en-US" dirty="0"/>
              <a:t>Proin tempus ullamcorpe tortor </a:t>
            </a:r>
          </a:p>
        </p:txBody>
      </p:sp>
      <p:sp>
        <p:nvSpPr>
          <p:cNvPr id="27" name="Textplatzhalter 2">
            <a:extLst>
              <a:ext uri="{FF2B5EF4-FFF2-40B4-BE49-F238E27FC236}">
                <a16:creationId xmlns:a16="http://schemas.microsoft.com/office/drawing/2014/main" id="{DE7DCEAA-A891-F8A6-E7C4-DD676B93F015}"/>
              </a:ext>
            </a:extLst>
          </p:cNvPr>
          <p:cNvSpPr txBox="1">
            <a:spLocks/>
          </p:cNvSpPr>
          <p:nvPr/>
        </p:nvSpPr>
        <p:spPr bwMode="gray">
          <a:xfrm>
            <a:off x="479376" y="3284984"/>
            <a:ext cx="3563987" cy="252028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Maecenas semper. </a:t>
            </a:r>
            <a:br>
              <a:rPr lang="en-US" dirty="0"/>
            </a:br>
            <a:r>
              <a:rPr lang="en-US" dirty="0"/>
              <a:t>Nam condiment dui at ped.</a:t>
            </a:r>
          </a:p>
          <a:p>
            <a:r>
              <a:rPr lang="en-US" dirty="0"/>
              <a:t>Sed vitae arcu in condimentum blandit, ut dolor eros mollis </a:t>
            </a:r>
          </a:p>
          <a:p>
            <a:r>
              <a:rPr lang="en-US" dirty="0"/>
              <a:t>Proin tempus ullamcorpe tortor </a:t>
            </a:r>
          </a:p>
        </p:txBody>
      </p:sp>
      <p:graphicFrame>
        <p:nvGraphicFramePr>
          <p:cNvPr id="28" name="Diagramm 25">
            <a:extLst>
              <a:ext uri="{FF2B5EF4-FFF2-40B4-BE49-F238E27FC236}">
                <a16:creationId xmlns:a16="http://schemas.microsoft.com/office/drawing/2014/main" id="{A2C7FBC4-E54F-6BC9-7416-B622DA52D162}"/>
              </a:ext>
            </a:extLst>
          </p:cNvPr>
          <p:cNvGraphicFramePr/>
          <p:nvPr>
            <p:custDataLst>
              <p:tags r:id="rId1"/>
            </p:custDataLst>
          </p:nvPr>
        </p:nvGraphicFramePr>
        <p:xfrm>
          <a:off x="479425" y="2492920"/>
          <a:ext cx="3563938" cy="2160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9" name="Diagramm 28">
            <a:extLst>
              <a:ext uri="{FF2B5EF4-FFF2-40B4-BE49-F238E27FC236}">
                <a16:creationId xmlns:a16="http://schemas.microsoft.com/office/drawing/2014/main" id="{E77262D0-014D-C0C8-162F-651727F30DF8}"/>
              </a:ext>
            </a:extLst>
          </p:cNvPr>
          <p:cNvGraphicFramePr/>
          <p:nvPr>
            <p:custDataLst>
              <p:tags r:id="rId2"/>
            </p:custDataLst>
          </p:nvPr>
        </p:nvGraphicFramePr>
        <p:xfrm>
          <a:off x="4331804" y="2492920"/>
          <a:ext cx="3527909" cy="2160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31" name="Diagramm 32">
            <a:extLst>
              <a:ext uri="{FF2B5EF4-FFF2-40B4-BE49-F238E27FC236}">
                <a16:creationId xmlns:a16="http://schemas.microsoft.com/office/drawing/2014/main" id="{505FD02A-8023-A40F-8C48-F192015220AF}"/>
              </a:ext>
            </a:extLst>
          </p:cNvPr>
          <p:cNvGraphicFramePr/>
          <p:nvPr>
            <p:custDataLst>
              <p:tags r:id="rId3"/>
            </p:custDataLst>
          </p:nvPr>
        </p:nvGraphicFramePr>
        <p:xfrm>
          <a:off x="8148686" y="2492920"/>
          <a:ext cx="3563938" cy="216000"/>
        </p:xfrm>
        <a:graphic>
          <a:graphicData uri="http://schemas.openxmlformats.org/drawingml/2006/chart">
            <c:chart xmlns:c="http://schemas.openxmlformats.org/drawingml/2006/chart" xmlns:r="http://schemas.openxmlformats.org/officeDocument/2006/relationships" r:id="rId8"/>
          </a:graphicData>
        </a:graphic>
      </p:graphicFrame>
      <p:sp>
        <p:nvSpPr>
          <p:cNvPr id="32" name="Textplatzhalter 8">
            <a:extLst>
              <a:ext uri="{FF2B5EF4-FFF2-40B4-BE49-F238E27FC236}">
                <a16:creationId xmlns:a16="http://schemas.microsoft.com/office/drawing/2014/main" id="{D2F912C6-8F55-5A9F-AB0A-FED4CC53EC05}"/>
              </a:ext>
            </a:extLst>
          </p:cNvPr>
          <p:cNvSpPr txBox="1">
            <a:spLocks/>
          </p:cNvSpPr>
          <p:nvPr/>
        </p:nvSpPr>
        <p:spPr bwMode="gray">
          <a:xfrm>
            <a:off x="479480" y="1412875"/>
            <a:ext cx="3564000" cy="1080045"/>
          </a:xfrm>
          <a:prstGeom prst="rect">
            <a:avLst/>
          </a:prstGeom>
          <a:noFill/>
          <a:effectLst/>
        </p:spPr>
        <p:txBody>
          <a:bodyPr wrap="none" lIns="0" tIns="0" rIns="0" bIns="72000" anchor="b"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solidFill>
                  <a:schemeClr val="bg2"/>
                </a:solidFill>
              </a:rPr>
              <a:t>67%</a:t>
            </a:r>
          </a:p>
        </p:txBody>
      </p:sp>
      <p:sp>
        <p:nvSpPr>
          <p:cNvPr id="33" name="Textplatzhalter 8">
            <a:extLst>
              <a:ext uri="{FF2B5EF4-FFF2-40B4-BE49-F238E27FC236}">
                <a16:creationId xmlns:a16="http://schemas.microsoft.com/office/drawing/2014/main" id="{570FFAE1-E080-6DFB-0A36-AA87D7C2E8B2}"/>
              </a:ext>
            </a:extLst>
          </p:cNvPr>
          <p:cNvSpPr txBox="1">
            <a:spLocks/>
          </p:cNvSpPr>
          <p:nvPr/>
        </p:nvSpPr>
        <p:spPr bwMode="gray">
          <a:xfrm>
            <a:off x="4331804" y="1412875"/>
            <a:ext cx="3527909" cy="1080045"/>
          </a:xfrm>
          <a:prstGeom prst="rect">
            <a:avLst/>
          </a:prstGeom>
          <a:noFill/>
          <a:effectLst/>
        </p:spPr>
        <p:txBody>
          <a:bodyPr wrap="none" lIns="0" tIns="0" rIns="0" bIns="72000" anchor="b"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83%</a:t>
            </a:r>
          </a:p>
        </p:txBody>
      </p:sp>
      <p:sp>
        <p:nvSpPr>
          <p:cNvPr id="34" name="Textplatzhalter 8">
            <a:extLst>
              <a:ext uri="{FF2B5EF4-FFF2-40B4-BE49-F238E27FC236}">
                <a16:creationId xmlns:a16="http://schemas.microsoft.com/office/drawing/2014/main" id="{B5E9993E-ED48-4E58-B572-0A04EEDD07B4}"/>
              </a:ext>
            </a:extLst>
          </p:cNvPr>
          <p:cNvSpPr txBox="1">
            <a:spLocks/>
          </p:cNvSpPr>
          <p:nvPr/>
        </p:nvSpPr>
        <p:spPr bwMode="gray">
          <a:xfrm>
            <a:off x="8148228" y="1412875"/>
            <a:ext cx="3564000" cy="1080045"/>
          </a:xfrm>
          <a:prstGeom prst="rect">
            <a:avLst/>
          </a:prstGeom>
          <a:noFill/>
          <a:effectLst/>
        </p:spPr>
        <p:txBody>
          <a:bodyPr wrap="none" lIns="0" tIns="0" rIns="0" bIns="72000" anchor="b"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solidFill>
                  <a:srgbClr val="928BDE"/>
                </a:solidFill>
              </a:rPr>
              <a:t>93%</a:t>
            </a:r>
          </a:p>
        </p:txBody>
      </p:sp>
      <p:sp>
        <p:nvSpPr>
          <p:cNvPr id="3" name="TextBox 13">
            <a:extLst>
              <a:ext uri="{FF2B5EF4-FFF2-40B4-BE49-F238E27FC236}">
                <a16:creationId xmlns:a16="http://schemas.microsoft.com/office/drawing/2014/main" id="{CA6465E3-8CE1-0F4D-ED77-09B0F21B2DCE}"/>
              </a:ext>
            </a:extLst>
          </p:cNvPr>
          <p:cNvSpPr txBox="1">
            <a:spLocks noGrp="1" noRot="1" noMove="1" noResize="1" noEditPoints="1" noAdjustHandles="1" noChangeArrowheads="1" noChangeShapeType="1"/>
          </p:cNvSpPr>
          <p:nvPr userDrawn="1"/>
        </p:nvSpPr>
        <p:spPr bwMode="gray">
          <a:xfrm>
            <a:off x="-1896888" y="0"/>
            <a:ext cx="1715078" cy="2160000"/>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change the data in the chart:</a:t>
            </a:r>
          </a:p>
          <a:p>
            <a:pPr marL="144000" indent="-144000">
              <a:lnSpc>
                <a:spcPct val="120000"/>
              </a:lnSpc>
              <a:spcAft>
                <a:spcPts val="600"/>
              </a:spcAft>
              <a:buFont typeface="+mj-lt"/>
              <a:buAutoNum type="arabicPeriod"/>
            </a:pPr>
            <a:r>
              <a:rPr lang="en-US" sz="900" dirty="0">
                <a:solidFill>
                  <a:schemeClr val="tx1"/>
                </a:solidFill>
                <a:effectLst/>
                <a:latin typeface="+mn-lt"/>
              </a:rPr>
              <a:t>Click the chart with the right mouse button and select “Edit Data”</a:t>
            </a:r>
          </a:p>
          <a:p>
            <a:pPr marL="144000" indent="-144000">
              <a:lnSpc>
                <a:spcPct val="120000"/>
              </a:lnSpc>
              <a:spcAft>
                <a:spcPts val="600"/>
              </a:spcAft>
              <a:buFont typeface="+mj-lt"/>
              <a:buAutoNum type="arabicPeriod"/>
            </a:pPr>
            <a:r>
              <a:rPr lang="en-US" sz="900" dirty="0">
                <a:solidFill>
                  <a:schemeClr val="tx1"/>
                </a:solidFill>
                <a:effectLst/>
                <a:latin typeface="+mn-lt"/>
              </a:rPr>
              <a:t>Enter the appropriate data, the chart will adjust</a:t>
            </a:r>
          </a:p>
          <a:p>
            <a:pPr marL="144000" indent="-144000">
              <a:lnSpc>
                <a:spcPct val="120000"/>
              </a:lnSpc>
              <a:spcAft>
                <a:spcPts val="600"/>
              </a:spcAft>
              <a:buFont typeface="+mj-lt"/>
              <a:buAutoNum type="arabicPeriod"/>
            </a:pPr>
            <a:r>
              <a:rPr lang="en-US" sz="900" dirty="0">
                <a:solidFill>
                  <a:schemeClr val="tx1"/>
                </a:solidFill>
                <a:effectLst/>
                <a:latin typeface="+mn-lt"/>
              </a:rPr>
              <a:t>Type the appropriate value in the box above the chart.</a:t>
            </a:r>
            <a:endParaRPr lang="en-US" sz="900" dirty="0">
              <a:solidFill>
                <a:schemeClr val="tx1"/>
              </a:solidFill>
              <a:latin typeface="+mn-lt"/>
            </a:endParaRPr>
          </a:p>
        </p:txBody>
      </p:sp>
    </p:spTree>
    <p:extLst>
      <p:ext uri="{BB962C8B-B14F-4D97-AF65-F5344CB8AC3E}">
        <p14:creationId xmlns:p14="http://schemas.microsoft.com/office/powerpoint/2010/main" val="42781083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Diagramm 53">
            <a:extLst>
              <a:ext uri="{FF2B5EF4-FFF2-40B4-BE49-F238E27FC236}">
                <a16:creationId xmlns:a16="http://schemas.microsoft.com/office/drawing/2014/main" id="{7B7EEF06-B0F1-1347-6C51-DDE03FC3D787}"/>
              </a:ext>
            </a:extLst>
          </p:cNvPr>
          <p:cNvGraphicFramePr/>
          <p:nvPr>
            <p:custDataLst>
              <p:tags r:id="rId1"/>
            </p:custDataLst>
          </p:nvPr>
        </p:nvGraphicFramePr>
        <p:xfrm>
          <a:off x="4367808" y="3933120"/>
          <a:ext cx="7380000" cy="28800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5" name="Objekt 4" hidden="1"/>
          <p:cNvGraphicFramePr>
            <a:graphicFrameLocks noChangeAspect="1"/>
          </p:cNvGraphicFramePr>
          <p:nvPr>
            <p:custDataLst>
              <p:tags r:id="rId2"/>
            </p:custDataLst>
          </p:nvPr>
        </p:nvGraphicFramePr>
        <p:xfrm>
          <a:off x="1525590" y="1590"/>
          <a:ext cx="1587" cy="1587"/>
        </p:xfrm>
        <a:graphic>
          <a:graphicData uri="http://schemas.openxmlformats.org/presentationml/2006/ole">
            <mc:AlternateContent xmlns:mc="http://schemas.openxmlformats.org/markup-compatibility/2006">
              <mc:Choice xmlns:v="urn:schemas-microsoft-com:vml" Requires="v">
                <p:oleObj name="think-cell Folie" r:id="rId9" imgW="270" imgH="270" progId="TCLayout.ActiveDocument.1">
                  <p:embed/>
                </p:oleObj>
              </mc:Choice>
              <mc:Fallback>
                <p:oleObj name="think-cell Folie" r:id="rId9" imgW="270" imgH="270" progId="TCLayout.ActiveDocument.1">
                  <p:embed/>
                  <p:pic>
                    <p:nvPicPr>
                      <p:cNvPr id="5" name="Objekt 4" hidden="1"/>
                      <p:cNvPicPr/>
                      <p:nvPr/>
                    </p:nvPicPr>
                    <p:blipFill>
                      <a:blip r:embed="rId10"/>
                      <a:stretch>
                        <a:fillRect/>
                      </a:stretch>
                    </p:blipFill>
                    <p:spPr>
                      <a:xfrm>
                        <a:off x="1525590" y="1590"/>
                        <a:ext cx="1587" cy="1587"/>
                      </a:xfrm>
                      <a:prstGeom prst="rect">
                        <a:avLst/>
                      </a:prstGeom>
                    </p:spPr>
                  </p:pic>
                </p:oleObj>
              </mc:Fallback>
            </mc:AlternateContent>
          </a:graphicData>
        </a:graphic>
      </p:graphicFrame>
      <p:sp>
        <p:nvSpPr>
          <p:cNvPr id="13" name="Titel 12">
            <a:extLst>
              <a:ext uri="{FF2B5EF4-FFF2-40B4-BE49-F238E27FC236}">
                <a16:creationId xmlns:a16="http://schemas.microsoft.com/office/drawing/2014/main" id="{BB41F2DF-9056-EC5D-F681-A6FEA75A4858}"/>
              </a:ext>
            </a:extLst>
          </p:cNvPr>
          <p:cNvSpPr>
            <a:spLocks noGrp="1"/>
          </p:cNvSpPr>
          <p:nvPr>
            <p:ph type="title"/>
          </p:nvPr>
        </p:nvSpPr>
        <p:spPr bwMode="gray">
          <a:xfrm>
            <a:off x="479424" y="477000"/>
            <a:ext cx="11233151" cy="720000"/>
          </a:xfrm>
        </p:spPr>
        <p:txBody>
          <a:bodyPr/>
          <a:lstStyle/>
          <a:p>
            <a:r>
              <a:rPr lang="en-US" dirty="0"/>
              <a:t>Survey evaluation</a:t>
            </a:r>
          </a:p>
        </p:txBody>
      </p:sp>
      <p:sp>
        <p:nvSpPr>
          <p:cNvPr id="10" name="Textplatzhalter 9">
            <a:extLst>
              <a:ext uri="{FF2B5EF4-FFF2-40B4-BE49-F238E27FC236}">
                <a16:creationId xmlns:a16="http://schemas.microsoft.com/office/drawing/2014/main" id="{C2589C9E-E040-756A-C904-DEE9AF11AB02}"/>
              </a:ext>
            </a:extLst>
          </p:cNvPr>
          <p:cNvSpPr>
            <a:spLocks noGrp="1"/>
          </p:cNvSpPr>
          <p:nvPr>
            <p:ph type="body" sz="quarter" idx="13"/>
          </p:nvPr>
        </p:nvSpPr>
        <p:spPr bwMode="gray"/>
        <p:txBody>
          <a:bodyPr/>
          <a:lstStyle/>
          <a:p>
            <a:endParaRPr lang="en-US" dirty="0"/>
          </a:p>
        </p:txBody>
      </p:sp>
      <p:sp>
        <p:nvSpPr>
          <p:cNvPr id="4" name="Fußzeilenplatzhalter 3">
            <a:extLst>
              <a:ext uri="{FF2B5EF4-FFF2-40B4-BE49-F238E27FC236}">
                <a16:creationId xmlns:a16="http://schemas.microsoft.com/office/drawing/2014/main" id="{6946167B-B711-BFDD-E425-AA6F5D06DB1D}"/>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6" name="Foliennummernplatzhalter 5">
            <a:extLst>
              <a:ext uri="{FF2B5EF4-FFF2-40B4-BE49-F238E27FC236}">
                <a16:creationId xmlns:a16="http://schemas.microsoft.com/office/drawing/2014/main" id="{2AC10ED5-C068-4516-FD69-D2AB6B2236DD}"/>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41</a:t>
            </a:fld>
            <a:endParaRPr lang="en-US" dirty="0"/>
          </a:p>
        </p:txBody>
      </p:sp>
      <p:sp>
        <p:nvSpPr>
          <p:cNvPr id="16" name="Textplatzhalter 2">
            <a:extLst>
              <a:ext uri="{FF2B5EF4-FFF2-40B4-BE49-F238E27FC236}">
                <a16:creationId xmlns:a16="http://schemas.microsoft.com/office/drawing/2014/main" id="{8154CD87-E9E6-A1C7-FDF1-D0CB5CBD5EAD}"/>
              </a:ext>
            </a:extLst>
          </p:cNvPr>
          <p:cNvSpPr txBox="1">
            <a:spLocks/>
          </p:cNvSpPr>
          <p:nvPr/>
        </p:nvSpPr>
        <p:spPr bwMode="gray">
          <a:xfrm>
            <a:off x="479376" y="1700808"/>
            <a:ext cx="3563987" cy="864000"/>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dirty="0"/>
              <a:t>Nam quis erat a odio porta fringilla. </a:t>
            </a:r>
            <a:br>
              <a:rPr lang="en-US" dirty="0"/>
            </a:br>
            <a:r>
              <a:rPr lang="en-US" dirty="0"/>
              <a:t>Aliquam erat volutpat. </a:t>
            </a:r>
          </a:p>
        </p:txBody>
      </p:sp>
      <p:sp>
        <p:nvSpPr>
          <p:cNvPr id="17" name="Textplatzhalter 2">
            <a:extLst>
              <a:ext uri="{FF2B5EF4-FFF2-40B4-BE49-F238E27FC236}">
                <a16:creationId xmlns:a16="http://schemas.microsoft.com/office/drawing/2014/main" id="{CFF95D84-B88E-BC42-0ABB-8B2A58292E0C}"/>
              </a:ext>
            </a:extLst>
          </p:cNvPr>
          <p:cNvSpPr txBox="1">
            <a:spLocks/>
          </p:cNvSpPr>
          <p:nvPr/>
        </p:nvSpPr>
        <p:spPr bwMode="gray">
          <a:xfrm>
            <a:off x="4404258" y="1412776"/>
            <a:ext cx="1619734" cy="252028"/>
          </a:xfrm>
          <a:prstGeom prst="rect">
            <a:avLst/>
          </a:prstGeom>
        </p:spPr>
        <p:txBody>
          <a:bodyPr vert="horz" lIns="0" tIns="0" rIns="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No (&lt;5)</a:t>
            </a:r>
          </a:p>
        </p:txBody>
      </p:sp>
      <p:sp>
        <p:nvSpPr>
          <p:cNvPr id="18" name="Textplatzhalter 2">
            <a:extLst>
              <a:ext uri="{FF2B5EF4-FFF2-40B4-BE49-F238E27FC236}">
                <a16:creationId xmlns:a16="http://schemas.microsoft.com/office/drawing/2014/main" id="{D41C8E23-895B-E194-BFC7-FCE92D39DC9F}"/>
              </a:ext>
            </a:extLst>
          </p:cNvPr>
          <p:cNvSpPr txBox="1">
            <a:spLocks/>
          </p:cNvSpPr>
          <p:nvPr/>
        </p:nvSpPr>
        <p:spPr bwMode="gray">
          <a:xfrm>
            <a:off x="10092841" y="1412776"/>
            <a:ext cx="1619734" cy="252028"/>
          </a:xfrm>
          <a:prstGeom prst="rect">
            <a:avLst/>
          </a:prstGeom>
        </p:spPr>
        <p:txBody>
          <a:bodyPr vert="horz" lIns="0" tIns="0" rIns="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r">
              <a:buNone/>
            </a:pPr>
            <a:r>
              <a:rPr lang="en-US" b="1" dirty="0"/>
              <a:t>Yes (&gt;5)</a:t>
            </a:r>
          </a:p>
        </p:txBody>
      </p:sp>
      <p:sp>
        <p:nvSpPr>
          <p:cNvPr id="29" name="Freihandform: Form 28">
            <a:extLst>
              <a:ext uri="{FF2B5EF4-FFF2-40B4-BE49-F238E27FC236}">
                <a16:creationId xmlns:a16="http://schemas.microsoft.com/office/drawing/2014/main" id="{9FDD4CE6-8EA0-7334-D232-E13A4CF167B4}"/>
              </a:ext>
            </a:extLst>
          </p:cNvPr>
          <p:cNvSpPr/>
          <p:nvPr/>
        </p:nvSpPr>
        <p:spPr bwMode="gray">
          <a:xfrm>
            <a:off x="4295800" y="3861096"/>
            <a:ext cx="7524836" cy="432048"/>
          </a:xfrm>
          <a:custGeom>
            <a:avLst/>
            <a:gdLst>
              <a:gd name="connsiteX0" fmla="*/ 216824 w 7524836"/>
              <a:gd name="connsiteY0" fmla="*/ 108036 h 432048"/>
              <a:gd name="connsiteX1" fmla="*/ 108824 w 7524836"/>
              <a:gd name="connsiteY1" fmla="*/ 216036 h 432048"/>
              <a:gd name="connsiteX2" fmla="*/ 216824 w 7524836"/>
              <a:gd name="connsiteY2" fmla="*/ 324036 h 432048"/>
              <a:gd name="connsiteX3" fmla="*/ 7308824 w 7524836"/>
              <a:gd name="connsiteY3" fmla="*/ 324036 h 432048"/>
              <a:gd name="connsiteX4" fmla="*/ 7416824 w 7524836"/>
              <a:gd name="connsiteY4" fmla="*/ 216036 h 432048"/>
              <a:gd name="connsiteX5" fmla="*/ 7308824 w 7524836"/>
              <a:gd name="connsiteY5" fmla="*/ 108036 h 432048"/>
              <a:gd name="connsiteX6" fmla="*/ 0 w 7524836"/>
              <a:gd name="connsiteY6" fmla="*/ 0 h 432048"/>
              <a:gd name="connsiteX7" fmla="*/ 7524836 w 7524836"/>
              <a:gd name="connsiteY7" fmla="*/ 0 h 432048"/>
              <a:gd name="connsiteX8" fmla="*/ 7524836 w 7524836"/>
              <a:gd name="connsiteY8" fmla="*/ 432048 h 432048"/>
              <a:gd name="connsiteX9" fmla="*/ 0 w 7524836"/>
              <a:gd name="connsiteY9" fmla="*/ 432048 h 432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4836" h="432048">
                <a:moveTo>
                  <a:pt x="216824" y="108036"/>
                </a:moveTo>
                <a:cubicBezTo>
                  <a:pt x="157177" y="108036"/>
                  <a:pt x="108824" y="156389"/>
                  <a:pt x="108824" y="216036"/>
                </a:cubicBezTo>
                <a:cubicBezTo>
                  <a:pt x="108824" y="275683"/>
                  <a:pt x="157177" y="324036"/>
                  <a:pt x="216824" y="324036"/>
                </a:cubicBezTo>
                <a:lnTo>
                  <a:pt x="7308824" y="324036"/>
                </a:lnTo>
                <a:cubicBezTo>
                  <a:pt x="7368471" y="324036"/>
                  <a:pt x="7416824" y="275683"/>
                  <a:pt x="7416824" y="216036"/>
                </a:cubicBezTo>
                <a:cubicBezTo>
                  <a:pt x="7416824" y="156389"/>
                  <a:pt x="7368471" y="108036"/>
                  <a:pt x="7308824" y="108036"/>
                </a:cubicBezTo>
                <a:close/>
                <a:moveTo>
                  <a:pt x="0" y="0"/>
                </a:moveTo>
                <a:lnTo>
                  <a:pt x="7524836" y="0"/>
                </a:lnTo>
                <a:lnTo>
                  <a:pt x="7524836" y="432048"/>
                </a:lnTo>
                <a:lnTo>
                  <a:pt x="0" y="432048"/>
                </a:lnTo>
                <a:close/>
              </a:path>
            </a:pathLst>
          </a:cu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40000"/>
              </a:lnSpc>
            </a:pPr>
            <a:endParaRPr lang="en-US" sz="1600" dirty="0">
              <a:solidFill>
                <a:schemeClr val="tx1"/>
              </a:solidFill>
            </a:endParaRPr>
          </a:p>
        </p:txBody>
      </p:sp>
      <p:sp>
        <p:nvSpPr>
          <p:cNvPr id="30" name="Textplatzhalter 2">
            <a:extLst>
              <a:ext uri="{FF2B5EF4-FFF2-40B4-BE49-F238E27FC236}">
                <a16:creationId xmlns:a16="http://schemas.microsoft.com/office/drawing/2014/main" id="{61C64549-54C1-C711-1E4C-6E9F1132C4A3}"/>
              </a:ext>
            </a:extLst>
          </p:cNvPr>
          <p:cNvSpPr txBox="1">
            <a:spLocks/>
          </p:cNvSpPr>
          <p:nvPr/>
        </p:nvSpPr>
        <p:spPr bwMode="gray">
          <a:xfrm>
            <a:off x="4115296" y="5517232"/>
            <a:ext cx="288000" cy="288000"/>
          </a:xfrm>
          <a:prstGeom prst="rect">
            <a:avLst/>
          </a:prstGeom>
        </p:spPr>
        <p:txBody>
          <a:bodyPr vert="horz" lIns="0" tIns="0" rIns="7200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r">
              <a:buNone/>
            </a:pPr>
            <a:r>
              <a:rPr lang="en-US" dirty="0"/>
              <a:t>0</a:t>
            </a:r>
          </a:p>
        </p:txBody>
      </p:sp>
      <p:sp>
        <p:nvSpPr>
          <p:cNvPr id="31" name="Textplatzhalter 2">
            <a:extLst>
              <a:ext uri="{FF2B5EF4-FFF2-40B4-BE49-F238E27FC236}">
                <a16:creationId xmlns:a16="http://schemas.microsoft.com/office/drawing/2014/main" id="{841892EC-0923-D0F6-A3D3-5242AEA09309}"/>
              </a:ext>
            </a:extLst>
          </p:cNvPr>
          <p:cNvSpPr txBox="1">
            <a:spLocks/>
          </p:cNvSpPr>
          <p:nvPr/>
        </p:nvSpPr>
        <p:spPr bwMode="gray">
          <a:xfrm>
            <a:off x="4846656" y="5517232"/>
            <a:ext cx="288032" cy="288000"/>
          </a:xfrm>
          <a:prstGeom prst="rect">
            <a:avLst/>
          </a:prstGeom>
        </p:spPr>
        <p:txBody>
          <a:bodyPr vert="horz" lIns="0" tIns="0" rIns="7200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r">
              <a:buNone/>
            </a:pPr>
            <a:r>
              <a:rPr lang="en-US" dirty="0"/>
              <a:t>1</a:t>
            </a:r>
          </a:p>
        </p:txBody>
      </p:sp>
      <p:sp>
        <p:nvSpPr>
          <p:cNvPr id="32" name="Textplatzhalter 2">
            <a:extLst>
              <a:ext uri="{FF2B5EF4-FFF2-40B4-BE49-F238E27FC236}">
                <a16:creationId xmlns:a16="http://schemas.microsoft.com/office/drawing/2014/main" id="{E5B50C7E-6B97-165B-10FE-6C82A6F568DB}"/>
              </a:ext>
            </a:extLst>
          </p:cNvPr>
          <p:cNvSpPr txBox="1">
            <a:spLocks/>
          </p:cNvSpPr>
          <p:nvPr/>
        </p:nvSpPr>
        <p:spPr bwMode="gray">
          <a:xfrm>
            <a:off x="5577532" y="5517232"/>
            <a:ext cx="288032" cy="288000"/>
          </a:xfrm>
          <a:prstGeom prst="rect">
            <a:avLst/>
          </a:prstGeom>
        </p:spPr>
        <p:txBody>
          <a:bodyPr vert="horz" lIns="0" tIns="0" rIns="7200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r">
              <a:buNone/>
            </a:pPr>
            <a:r>
              <a:rPr lang="en-US" dirty="0"/>
              <a:t>2</a:t>
            </a:r>
          </a:p>
        </p:txBody>
      </p:sp>
      <p:sp>
        <p:nvSpPr>
          <p:cNvPr id="33" name="Textplatzhalter 2">
            <a:extLst>
              <a:ext uri="{FF2B5EF4-FFF2-40B4-BE49-F238E27FC236}">
                <a16:creationId xmlns:a16="http://schemas.microsoft.com/office/drawing/2014/main" id="{05030E05-1530-91BA-E99B-5A52D0E773DD}"/>
              </a:ext>
            </a:extLst>
          </p:cNvPr>
          <p:cNvSpPr txBox="1">
            <a:spLocks/>
          </p:cNvSpPr>
          <p:nvPr/>
        </p:nvSpPr>
        <p:spPr bwMode="gray">
          <a:xfrm>
            <a:off x="6308408" y="5517232"/>
            <a:ext cx="288032" cy="288000"/>
          </a:xfrm>
          <a:prstGeom prst="rect">
            <a:avLst/>
          </a:prstGeom>
        </p:spPr>
        <p:txBody>
          <a:bodyPr vert="horz" lIns="0" tIns="0" rIns="7200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r">
              <a:buNone/>
            </a:pPr>
            <a:r>
              <a:rPr lang="en-US" dirty="0"/>
              <a:t>3</a:t>
            </a:r>
          </a:p>
        </p:txBody>
      </p:sp>
      <p:sp>
        <p:nvSpPr>
          <p:cNvPr id="34" name="Textplatzhalter 2">
            <a:extLst>
              <a:ext uri="{FF2B5EF4-FFF2-40B4-BE49-F238E27FC236}">
                <a16:creationId xmlns:a16="http://schemas.microsoft.com/office/drawing/2014/main" id="{B01497BC-0E80-5455-8E45-26C74D91FE11}"/>
              </a:ext>
            </a:extLst>
          </p:cNvPr>
          <p:cNvSpPr txBox="1">
            <a:spLocks/>
          </p:cNvSpPr>
          <p:nvPr/>
        </p:nvSpPr>
        <p:spPr bwMode="gray">
          <a:xfrm>
            <a:off x="7039284" y="5517232"/>
            <a:ext cx="288032" cy="288000"/>
          </a:xfrm>
          <a:prstGeom prst="rect">
            <a:avLst/>
          </a:prstGeom>
        </p:spPr>
        <p:txBody>
          <a:bodyPr vert="horz" lIns="0" tIns="0" rIns="7200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r">
              <a:buNone/>
            </a:pPr>
            <a:r>
              <a:rPr lang="en-US" dirty="0"/>
              <a:t>4</a:t>
            </a:r>
          </a:p>
        </p:txBody>
      </p:sp>
      <p:sp>
        <p:nvSpPr>
          <p:cNvPr id="35" name="Textplatzhalter 2">
            <a:extLst>
              <a:ext uri="{FF2B5EF4-FFF2-40B4-BE49-F238E27FC236}">
                <a16:creationId xmlns:a16="http://schemas.microsoft.com/office/drawing/2014/main" id="{DF06D13B-3BE2-2BCF-5ABA-487BDE18550D}"/>
              </a:ext>
            </a:extLst>
          </p:cNvPr>
          <p:cNvSpPr txBox="1">
            <a:spLocks/>
          </p:cNvSpPr>
          <p:nvPr/>
        </p:nvSpPr>
        <p:spPr bwMode="gray">
          <a:xfrm>
            <a:off x="7770160" y="5517232"/>
            <a:ext cx="288032" cy="288000"/>
          </a:xfrm>
          <a:prstGeom prst="rect">
            <a:avLst/>
          </a:prstGeom>
        </p:spPr>
        <p:txBody>
          <a:bodyPr vert="horz" lIns="0" tIns="0" rIns="7200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r">
              <a:buNone/>
            </a:pPr>
            <a:r>
              <a:rPr lang="en-US" dirty="0"/>
              <a:t>5</a:t>
            </a:r>
          </a:p>
        </p:txBody>
      </p:sp>
      <p:sp>
        <p:nvSpPr>
          <p:cNvPr id="36" name="Textplatzhalter 2">
            <a:extLst>
              <a:ext uri="{FF2B5EF4-FFF2-40B4-BE49-F238E27FC236}">
                <a16:creationId xmlns:a16="http://schemas.microsoft.com/office/drawing/2014/main" id="{FA7D84C9-6D88-9F44-999C-F10446042CD9}"/>
              </a:ext>
            </a:extLst>
          </p:cNvPr>
          <p:cNvSpPr txBox="1">
            <a:spLocks/>
          </p:cNvSpPr>
          <p:nvPr/>
        </p:nvSpPr>
        <p:spPr bwMode="gray">
          <a:xfrm>
            <a:off x="8501036" y="5517232"/>
            <a:ext cx="288032" cy="288000"/>
          </a:xfrm>
          <a:prstGeom prst="rect">
            <a:avLst/>
          </a:prstGeom>
        </p:spPr>
        <p:txBody>
          <a:bodyPr vert="horz" lIns="0" tIns="0" rIns="7200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r">
              <a:buNone/>
            </a:pPr>
            <a:r>
              <a:rPr lang="en-US" dirty="0"/>
              <a:t>6</a:t>
            </a:r>
          </a:p>
        </p:txBody>
      </p:sp>
      <p:sp>
        <p:nvSpPr>
          <p:cNvPr id="37" name="Textplatzhalter 2">
            <a:extLst>
              <a:ext uri="{FF2B5EF4-FFF2-40B4-BE49-F238E27FC236}">
                <a16:creationId xmlns:a16="http://schemas.microsoft.com/office/drawing/2014/main" id="{EE4FB28D-02D6-E908-E671-13C2ED2B3C20}"/>
              </a:ext>
            </a:extLst>
          </p:cNvPr>
          <p:cNvSpPr txBox="1">
            <a:spLocks/>
          </p:cNvSpPr>
          <p:nvPr/>
        </p:nvSpPr>
        <p:spPr bwMode="gray">
          <a:xfrm>
            <a:off x="9231912" y="5517232"/>
            <a:ext cx="288032" cy="288000"/>
          </a:xfrm>
          <a:prstGeom prst="rect">
            <a:avLst/>
          </a:prstGeom>
        </p:spPr>
        <p:txBody>
          <a:bodyPr vert="horz" lIns="0" tIns="0" rIns="7200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r">
              <a:buNone/>
            </a:pPr>
            <a:r>
              <a:rPr lang="en-US" dirty="0"/>
              <a:t>7</a:t>
            </a:r>
          </a:p>
        </p:txBody>
      </p:sp>
      <p:sp>
        <p:nvSpPr>
          <p:cNvPr id="38" name="Textplatzhalter 2">
            <a:extLst>
              <a:ext uri="{FF2B5EF4-FFF2-40B4-BE49-F238E27FC236}">
                <a16:creationId xmlns:a16="http://schemas.microsoft.com/office/drawing/2014/main" id="{40E4441B-8210-E7AD-1E79-AF0766CCF6DD}"/>
              </a:ext>
            </a:extLst>
          </p:cNvPr>
          <p:cNvSpPr txBox="1">
            <a:spLocks/>
          </p:cNvSpPr>
          <p:nvPr/>
        </p:nvSpPr>
        <p:spPr bwMode="gray">
          <a:xfrm>
            <a:off x="9962788" y="5517232"/>
            <a:ext cx="288032" cy="288000"/>
          </a:xfrm>
          <a:prstGeom prst="rect">
            <a:avLst/>
          </a:prstGeom>
        </p:spPr>
        <p:txBody>
          <a:bodyPr vert="horz" lIns="0" tIns="0" rIns="7200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r">
              <a:buNone/>
            </a:pPr>
            <a:r>
              <a:rPr lang="en-US" dirty="0"/>
              <a:t>8</a:t>
            </a:r>
          </a:p>
        </p:txBody>
      </p:sp>
      <p:sp>
        <p:nvSpPr>
          <p:cNvPr id="39" name="Textplatzhalter 2">
            <a:extLst>
              <a:ext uri="{FF2B5EF4-FFF2-40B4-BE49-F238E27FC236}">
                <a16:creationId xmlns:a16="http://schemas.microsoft.com/office/drawing/2014/main" id="{BBA527AA-F9FF-DD7D-4681-1F2D683E56E9}"/>
              </a:ext>
            </a:extLst>
          </p:cNvPr>
          <p:cNvSpPr txBox="1">
            <a:spLocks/>
          </p:cNvSpPr>
          <p:nvPr/>
        </p:nvSpPr>
        <p:spPr bwMode="gray">
          <a:xfrm>
            <a:off x="10693664" y="5517232"/>
            <a:ext cx="288032" cy="288000"/>
          </a:xfrm>
          <a:prstGeom prst="rect">
            <a:avLst/>
          </a:prstGeom>
        </p:spPr>
        <p:txBody>
          <a:bodyPr vert="horz" lIns="0" tIns="0" rIns="7200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r">
              <a:buNone/>
            </a:pPr>
            <a:r>
              <a:rPr lang="en-US" dirty="0"/>
              <a:t>9</a:t>
            </a:r>
          </a:p>
        </p:txBody>
      </p:sp>
      <p:sp>
        <p:nvSpPr>
          <p:cNvPr id="40" name="Textplatzhalter 2">
            <a:extLst>
              <a:ext uri="{FF2B5EF4-FFF2-40B4-BE49-F238E27FC236}">
                <a16:creationId xmlns:a16="http://schemas.microsoft.com/office/drawing/2014/main" id="{E4D225CE-9646-9C20-2D75-060629A31C3A}"/>
              </a:ext>
            </a:extLst>
          </p:cNvPr>
          <p:cNvSpPr txBox="1">
            <a:spLocks/>
          </p:cNvSpPr>
          <p:nvPr/>
        </p:nvSpPr>
        <p:spPr bwMode="gray">
          <a:xfrm>
            <a:off x="11424592" y="5517232"/>
            <a:ext cx="288032" cy="288000"/>
          </a:xfrm>
          <a:prstGeom prst="rect">
            <a:avLst/>
          </a:prstGeom>
        </p:spPr>
        <p:txBody>
          <a:bodyPr vert="horz" lIns="0" tIns="0" rIns="7200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r">
              <a:buNone/>
            </a:pPr>
            <a:r>
              <a:rPr lang="en-US" dirty="0"/>
              <a:t>10</a:t>
            </a:r>
          </a:p>
        </p:txBody>
      </p:sp>
      <p:cxnSp>
        <p:nvCxnSpPr>
          <p:cNvPr id="42" name="Gerader Verbinder 41">
            <a:extLst>
              <a:ext uri="{FF2B5EF4-FFF2-40B4-BE49-F238E27FC236}">
                <a16:creationId xmlns:a16="http://schemas.microsoft.com/office/drawing/2014/main" id="{20795EEE-05EF-A881-F3CF-3F32B18AC09F}"/>
              </a:ext>
            </a:extLst>
          </p:cNvPr>
          <p:cNvCxnSpPr>
            <a:cxnSpLocks/>
          </p:cNvCxnSpPr>
          <p:nvPr/>
        </p:nvCxnSpPr>
        <p:spPr bwMode="gray">
          <a:xfrm>
            <a:off x="11712575" y="5517264"/>
            <a:ext cx="0" cy="28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Gerader Verbinder 43">
            <a:extLst>
              <a:ext uri="{FF2B5EF4-FFF2-40B4-BE49-F238E27FC236}">
                <a16:creationId xmlns:a16="http://schemas.microsoft.com/office/drawing/2014/main" id="{86DDB95E-6520-0CE8-9274-1E8B30FE777E}"/>
              </a:ext>
            </a:extLst>
          </p:cNvPr>
          <p:cNvCxnSpPr>
            <a:cxnSpLocks/>
          </p:cNvCxnSpPr>
          <p:nvPr/>
        </p:nvCxnSpPr>
        <p:spPr bwMode="gray">
          <a:xfrm>
            <a:off x="4403812" y="5517264"/>
            <a:ext cx="0" cy="28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Gerader Verbinder 44">
            <a:extLst>
              <a:ext uri="{FF2B5EF4-FFF2-40B4-BE49-F238E27FC236}">
                <a16:creationId xmlns:a16="http://schemas.microsoft.com/office/drawing/2014/main" id="{599ACF00-64A3-0EE8-690C-802243BC837F}"/>
              </a:ext>
            </a:extLst>
          </p:cNvPr>
          <p:cNvCxnSpPr>
            <a:cxnSpLocks/>
          </p:cNvCxnSpPr>
          <p:nvPr/>
        </p:nvCxnSpPr>
        <p:spPr bwMode="gray">
          <a:xfrm>
            <a:off x="5134688" y="5517264"/>
            <a:ext cx="0" cy="28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Gerader Verbinder 45">
            <a:extLst>
              <a:ext uri="{FF2B5EF4-FFF2-40B4-BE49-F238E27FC236}">
                <a16:creationId xmlns:a16="http://schemas.microsoft.com/office/drawing/2014/main" id="{AE39359E-02F0-889F-EACA-B3032CF47BF0}"/>
              </a:ext>
            </a:extLst>
          </p:cNvPr>
          <p:cNvCxnSpPr>
            <a:cxnSpLocks/>
          </p:cNvCxnSpPr>
          <p:nvPr/>
        </p:nvCxnSpPr>
        <p:spPr bwMode="gray">
          <a:xfrm>
            <a:off x="10981696" y="5517264"/>
            <a:ext cx="0" cy="28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Gerader Verbinder 46">
            <a:extLst>
              <a:ext uri="{FF2B5EF4-FFF2-40B4-BE49-F238E27FC236}">
                <a16:creationId xmlns:a16="http://schemas.microsoft.com/office/drawing/2014/main" id="{3559365A-DC8F-B583-3FA4-F334B14BE787}"/>
              </a:ext>
            </a:extLst>
          </p:cNvPr>
          <p:cNvCxnSpPr>
            <a:cxnSpLocks/>
          </p:cNvCxnSpPr>
          <p:nvPr/>
        </p:nvCxnSpPr>
        <p:spPr bwMode="gray">
          <a:xfrm>
            <a:off x="5865564" y="5517264"/>
            <a:ext cx="0" cy="28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Gerader Verbinder 47">
            <a:extLst>
              <a:ext uri="{FF2B5EF4-FFF2-40B4-BE49-F238E27FC236}">
                <a16:creationId xmlns:a16="http://schemas.microsoft.com/office/drawing/2014/main" id="{27DEF711-6D23-93FA-83FB-A40D3CBE68E4}"/>
              </a:ext>
            </a:extLst>
          </p:cNvPr>
          <p:cNvCxnSpPr>
            <a:cxnSpLocks/>
          </p:cNvCxnSpPr>
          <p:nvPr/>
        </p:nvCxnSpPr>
        <p:spPr bwMode="gray">
          <a:xfrm>
            <a:off x="6596440" y="5517264"/>
            <a:ext cx="0" cy="28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Gerader Verbinder 48">
            <a:extLst>
              <a:ext uri="{FF2B5EF4-FFF2-40B4-BE49-F238E27FC236}">
                <a16:creationId xmlns:a16="http://schemas.microsoft.com/office/drawing/2014/main" id="{87A27859-8E0B-7701-17DD-D2ECEF3EAB02}"/>
              </a:ext>
            </a:extLst>
          </p:cNvPr>
          <p:cNvCxnSpPr>
            <a:cxnSpLocks/>
          </p:cNvCxnSpPr>
          <p:nvPr/>
        </p:nvCxnSpPr>
        <p:spPr bwMode="gray">
          <a:xfrm>
            <a:off x="7327316" y="5517264"/>
            <a:ext cx="0" cy="28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Gerader Verbinder 49">
            <a:extLst>
              <a:ext uri="{FF2B5EF4-FFF2-40B4-BE49-F238E27FC236}">
                <a16:creationId xmlns:a16="http://schemas.microsoft.com/office/drawing/2014/main" id="{152C526F-E1D5-91C5-FD4A-2F959ABA12F9}"/>
              </a:ext>
            </a:extLst>
          </p:cNvPr>
          <p:cNvCxnSpPr>
            <a:cxnSpLocks/>
          </p:cNvCxnSpPr>
          <p:nvPr/>
        </p:nvCxnSpPr>
        <p:spPr bwMode="gray">
          <a:xfrm>
            <a:off x="8058192" y="5517264"/>
            <a:ext cx="0" cy="28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Gerader Verbinder 50">
            <a:extLst>
              <a:ext uri="{FF2B5EF4-FFF2-40B4-BE49-F238E27FC236}">
                <a16:creationId xmlns:a16="http://schemas.microsoft.com/office/drawing/2014/main" id="{7CE4A7EB-E7BB-1F87-39DC-A8C25FC98908}"/>
              </a:ext>
            </a:extLst>
          </p:cNvPr>
          <p:cNvCxnSpPr>
            <a:cxnSpLocks/>
          </p:cNvCxnSpPr>
          <p:nvPr/>
        </p:nvCxnSpPr>
        <p:spPr bwMode="gray">
          <a:xfrm>
            <a:off x="8789068" y="5517264"/>
            <a:ext cx="0" cy="28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ADD5A18C-8AD7-08B6-C370-03AE61AE5D73}"/>
              </a:ext>
            </a:extLst>
          </p:cNvPr>
          <p:cNvCxnSpPr>
            <a:cxnSpLocks/>
          </p:cNvCxnSpPr>
          <p:nvPr/>
        </p:nvCxnSpPr>
        <p:spPr bwMode="gray">
          <a:xfrm>
            <a:off x="9519944" y="5517264"/>
            <a:ext cx="0" cy="28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Gerader Verbinder 53">
            <a:extLst>
              <a:ext uri="{FF2B5EF4-FFF2-40B4-BE49-F238E27FC236}">
                <a16:creationId xmlns:a16="http://schemas.microsoft.com/office/drawing/2014/main" id="{33B33EB5-EE3D-5ABB-526F-94956006424F}"/>
              </a:ext>
            </a:extLst>
          </p:cNvPr>
          <p:cNvCxnSpPr>
            <a:cxnSpLocks/>
          </p:cNvCxnSpPr>
          <p:nvPr/>
        </p:nvCxnSpPr>
        <p:spPr bwMode="gray">
          <a:xfrm>
            <a:off x="10250820" y="5517264"/>
            <a:ext cx="0" cy="28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7" name="Diagramm 53">
            <a:extLst>
              <a:ext uri="{FF2B5EF4-FFF2-40B4-BE49-F238E27FC236}">
                <a16:creationId xmlns:a16="http://schemas.microsoft.com/office/drawing/2014/main" id="{4E73FABD-E7AB-8709-1582-E36C67681226}"/>
              </a:ext>
            </a:extLst>
          </p:cNvPr>
          <p:cNvGraphicFramePr/>
          <p:nvPr>
            <p:custDataLst>
              <p:tags r:id="rId3"/>
            </p:custDataLst>
          </p:nvPr>
        </p:nvGraphicFramePr>
        <p:xfrm>
          <a:off x="4367808" y="1988808"/>
          <a:ext cx="7380000" cy="288000"/>
        </p:xfrm>
        <a:graphic>
          <a:graphicData uri="http://schemas.openxmlformats.org/drawingml/2006/chart">
            <c:chart xmlns:c="http://schemas.openxmlformats.org/drawingml/2006/chart" xmlns:r="http://schemas.openxmlformats.org/officeDocument/2006/relationships" r:id="rId11"/>
          </a:graphicData>
        </a:graphic>
      </p:graphicFrame>
      <p:sp>
        <p:nvSpPr>
          <p:cNvPr id="58" name="Freihandform: Form 57">
            <a:extLst>
              <a:ext uri="{FF2B5EF4-FFF2-40B4-BE49-F238E27FC236}">
                <a16:creationId xmlns:a16="http://schemas.microsoft.com/office/drawing/2014/main" id="{3AB6D9B1-B1CE-7F68-1EE3-DB6F9F05F500}"/>
              </a:ext>
            </a:extLst>
          </p:cNvPr>
          <p:cNvSpPr/>
          <p:nvPr/>
        </p:nvSpPr>
        <p:spPr bwMode="gray">
          <a:xfrm>
            <a:off x="4295800" y="1916784"/>
            <a:ext cx="7524836" cy="432048"/>
          </a:xfrm>
          <a:custGeom>
            <a:avLst/>
            <a:gdLst>
              <a:gd name="connsiteX0" fmla="*/ 216824 w 7524836"/>
              <a:gd name="connsiteY0" fmla="*/ 108036 h 432048"/>
              <a:gd name="connsiteX1" fmla="*/ 108824 w 7524836"/>
              <a:gd name="connsiteY1" fmla="*/ 216036 h 432048"/>
              <a:gd name="connsiteX2" fmla="*/ 216824 w 7524836"/>
              <a:gd name="connsiteY2" fmla="*/ 324036 h 432048"/>
              <a:gd name="connsiteX3" fmla="*/ 7308824 w 7524836"/>
              <a:gd name="connsiteY3" fmla="*/ 324036 h 432048"/>
              <a:gd name="connsiteX4" fmla="*/ 7416824 w 7524836"/>
              <a:gd name="connsiteY4" fmla="*/ 216036 h 432048"/>
              <a:gd name="connsiteX5" fmla="*/ 7308824 w 7524836"/>
              <a:gd name="connsiteY5" fmla="*/ 108036 h 432048"/>
              <a:gd name="connsiteX6" fmla="*/ 0 w 7524836"/>
              <a:gd name="connsiteY6" fmla="*/ 0 h 432048"/>
              <a:gd name="connsiteX7" fmla="*/ 7524836 w 7524836"/>
              <a:gd name="connsiteY7" fmla="*/ 0 h 432048"/>
              <a:gd name="connsiteX8" fmla="*/ 7524836 w 7524836"/>
              <a:gd name="connsiteY8" fmla="*/ 432048 h 432048"/>
              <a:gd name="connsiteX9" fmla="*/ 0 w 7524836"/>
              <a:gd name="connsiteY9" fmla="*/ 432048 h 432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4836" h="432048">
                <a:moveTo>
                  <a:pt x="216824" y="108036"/>
                </a:moveTo>
                <a:cubicBezTo>
                  <a:pt x="157177" y="108036"/>
                  <a:pt x="108824" y="156389"/>
                  <a:pt x="108824" y="216036"/>
                </a:cubicBezTo>
                <a:cubicBezTo>
                  <a:pt x="108824" y="275683"/>
                  <a:pt x="157177" y="324036"/>
                  <a:pt x="216824" y="324036"/>
                </a:cubicBezTo>
                <a:lnTo>
                  <a:pt x="7308824" y="324036"/>
                </a:lnTo>
                <a:cubicBezTo>
                  <a:pt x="7368471" y="324036"/>
                  <a:pt x="7416824" y="275683"/>
                  <a:pt x="7416824" y="216036"/>
                </a:cubicBezTo>
                <a:cubicBezTo>
                  <a:pt x="7416824" y="156389"/>
                  <a:pt x="7368471" y="108036"/>
                  <a:pt x="7308824" y="108036"/>
                </a:cubicBezTo>
                <a:close/>
                <a:moveTo>
                  <a:pt x="0" y="0"/>
                </a:moveTo>
                <a:lnTo>
                  <a:pt x="7524836" y="0"/>
                </a:lnTo>
                <a:lnTo>
                  <a:pt x="7524836" y="432048"/>
                </a:lnTo>
                <a:lnTo>
                  <a:pt x="0" y="432048"/>
                </a:lnTo>
                <a:close/>
              </a:path>
            </a:pathLst>
          </a:cu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40000"/>
              </a:lnSpc>
            </a:pPr>
            <a:endParaRPr lang="en-US" sz="1600" dirty="0">
              <a:solidFill>
                <a:schemeClr val="tx1"/>
              </a:solidFill>
            </a:endParaRPr>
          </a:p>
        </p:txBody>
      </p:sp>
      <p:sp>
        <p:nvSpPr>
          <p:cNvPr id="60" name="Textplatzhalter 2">
            <a:extLst>
              <a:ext uri="{FF2B5EF4-FFF2-40B4-BE49-F238E27FC236}">
                <a16:creationId xmlns:a16="http://schemas.microsoft.com/office/drawing/2014/main" id="{7DE33689-E96B-3E26-F998-3900F6787042}"/>
              </a:ext>
            </a:extLst>
          </p:cNvPr>
          <p:cNvSpPr txBox="1">
            <a:spLocks/>
          </p:cNvSpPr>
          <p:nvPr/>
        </p:nvSpPr>
        <p:spPr bwMode="gray">
          <a:xfrm>
            <a:off x="479376" y="2673012"/>
            <a:ext cx="3563987" cy="864000"/>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dirty="0"/>
              <a:t>Nam quis erat a odio porta fringilla. </a:t>
            </a:r>
            <a:br>
              <a:rPr lang="en-US" dirty="0"/>
            </a:br>
            <a:r>
              <a:rPr lang="en-US" dirty="0"/>
              <a:t>Aliquam erat volutpat. </a:t>
            </a:r>
          </a:p>
        </p:txBody>
      </p:sp>
      <p:sp>
        <p:nvSpPr>
          <p:cNvPr id="61" name="Textplatzhalter 2">
            <a:extLst>
              <a:ext uri="{FF2B5EF4-FFF2-40B4-BE49-F238E27FC236}">
                <a16:creationId xmlns:a16="http://schemas.microsoft.com/office/drawing/2014/main" id="{71627305-FBCE-B0D6-74A9-84CB3BE4F8B8}"/>
              </a:ext>
            </a:extLst>
          </p:cNvPr>
          <p:cNvSpPr txBox="1">
            <a:spLocks/>
          </p:cNvSpPr>
          <p:nvPr/>
        </p:nvSpPr>
        <p:spPr bwMode="gray">
          <a:xfrm>
            <a:off x="479376" y="3645120"/>
            <a:ext cx="3563987" cy="864000"/>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dirty="0"/>
              <a:t>Nam quis erat a odio porta fringilla. </a:t>
            </a:r>
            <a:br>
              <a:rPr lang="en-US" dirty="0"/>
            </a:br>
            <a:r>
              <a:rPr lang="en-US" dirty="0"/>
              <a:t>Aliquam erat volutpat. </a:t>
            </a:r>
          </a:p>
        </p:txBody>
      </p:sp>
      <p:sp>
        <p:nvSpPr>
          <p:cNvPr id="64" name="Textplatzhalter 2">
            <a:extLst>
              <a:ext uri="{FF2B5EF4-FFF2-40B4-BE49-F238E27FC236}">
                <a16:creationId xmlns:a16="http://schemas.microsoft.com/office/drawing/2014/main" id="{50D3C1D8-F58F-3B95-F019-8753A5A57CF7}"/>
              </a:ext>
            </a:extLst>
          </p:cNvPr>
          <p:cNvSpPr txBox="1">
            <a:spLocks/>
          </p:cNvSpPr>
          <p:nvPr/>
        </p:nvSpPr>
        <p:spPr bwMode="gray">
          <a:xfrm>
            <a:off x="479376" y="4617228"/>
            <a:ext cx="3563987" cy="864000"/>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dirty="0"/>
              <a:t>Nam quis erat a odio porta fringilla. </a:t>
            </a:r>
            <a:br>
              <a:rPr lang="en-US" dirty="0"/>
            </a:br>
            <a:r>
              <a:rPr lang="en-US" dirty="0"/>
              <a:t>Aliquam erat volutpat. </a:t>
            </a:r>
          </a:p>
        </p:txBody>
      </p:sp>
      <p:grpSp>
        <p:nvGrpSpPr>
          <p:cNvPr id="7" name="Group 6">
            <a:extLst>
              <a:ext uri="{FF2B5EF4-FFF2-40B4-BE49-F238E27FC236}">
                <a16:creationId xmlns:a16="http://schemas.microsoft.com/office/drawing/2014/main" id="{22753CEF-0113-0FE6-FF6A-78DCD557A448}"/>
              </a:ext>
            </a:extLst>
          </p:cNvPr>
          <p:cNvGrpSpPr/>
          <p:nvPr/>
        </p:nvGrpSpPr>
        <p:grpSpPr>
          <a:xfrm>
            <a:off x="11495980" y="2024844"/>
            <a:ext cx="252648" cy="540028"/>
            <a:chOff x="11495980" y="2024844"/>
            <a:chExt cx="252648" cy="540028"/>
          </a:xfrm>
        </p:grpSpPr>
        <p:grpSp>
          <p:nvGrpSpPr>
            <p:cNvPr id="75" name="Gruppieren 74">
              <a:extLst>
                <a:ext uri="{FF2B5EF4-FFF2-40B4-BE49-F238E27FC236}">
                  <a16:creationId xmlns:a16="http://schemas.microsoft.com/office/drawing/2014/main" id="{921E1411-CBFD-F907-C825-53E68F05FECA}"/>
                </a:ext>
              </a:extLst>
            </p:cNvPr>
            <p:cNvGrpSpPr/>
            <p:nvPr/>
          </p:nvGrpSpPr>
          <p:grpSpPr bwMode="gray">
            <a:xfrm>
              <a:off x="11495980" y="2024844"/>
              <a:ext cx="216644" cy="216644"/>
              <a:chOff x="11459976" y="2024844"/>
              <a:chExt cx="216644" cy="216644"/>
            </a:xfrm>
          </p:grpSpPr>
          <p:sp>
            <p:nvSpPr>
              <p:cNvPr id="74" name="Ellipse 73">
                <a:extLst>
                  <a:ext uri="{FF2B5EF4-FFF2-40B4-BE49-F238E27FC236}">
                    <a16:creationId xmlns:a16="http://schemas.microsoft.com/office/drawing/2014/main" id="{CBE72549-DB8F-17CA-4B69-F0890787CA8C}"/>
                  </a:ext>
                </a:extLst>
              </p:cNvPr>
              <p:cNvSpPr/>
              <p:nvPr/>
            </p:nvSpPr>
            <p:spPr bwMode="gray">
              <a:xfrm>
                <a:off x="11459976" y="2024844"/>
                <a:ext cx="216644" cy="216644"/>
              </a:xfrm>
              <a:prstGeom prst="ellipse">
                <a:avLst/>
              </a:prstGeom>
              <a:solidFill>
                <a:schemeClr val="bg1">
                  <a:alpha val="1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70" name="Ellipse 69">
                <a:extLst>
                  <a:ext uri="{FF2B5EF4-FFF2-40B4-BE49-F238E27FC236}">
                    <a16:creationId xmlns:a16="http://schemas.microsoft.com/office/drawing/2014/main" id="{8D4FE28D-DCFD-7C0F-A696-B2B709D1190A}"/>
                  </a:ext>
                </a:extLst>
              </p:cNvPr>
              <p:cNvSpPr/>
              <p:nvPr/>
            </p:nvSpPr>
            <p:spPr bwMode="gray">
              <a:xfrm>
                <a:off x="11514298" y="2079166"/>
                <a:ext cx="108000" cy="108000"/>
              </a:xfrm>
              <a:prstGeom prst="ellips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grpSp>
        <p:sp>
          <p:nvSpPr>
            <p:cNvPr id="78" name="Textplatzhalter 2">
              <a:extLst>
                <a:ext uri="{FF2B5EF4-FFF2-40B4-BE49-F238E27FC236}">
                  <a16:creationId xmlns:a16="http://schemas.microsoft.com/office/drawing/2014/main" id="{B6590E78-DDCF-EB5D-1552-E8C03E458A98}"/>
                </a:ext>
              </a:extLst>
            </p:cNvPr>
            <p:cNvSpPr txBox="1">
              <a:spLocks/>
            </p:cNvSpPr>
            <p:nvPr/>
          </p:nvSpPr>
          <p:spPr bwMode="gray">
            <a:xfrm>
              <a:off x="11496600" y="2276872"/>
              <a:ext cx="252028" cy="288000"/>
            </a:xfrm>
            <a:prstGeom prst="rect">
              <a:avLst/>
            </a:prstGeom>
          </p:spPr>
          <p:txBody>
            <a:bodyPr vert="horz" lIns="0" tIns="0" rIns="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ctr">
                <a:buNone/>
              </a:pPr>
              <a:r>
                <a:rPr lang="en-US" b="1" dirty="0"/>
                <a:t>10</a:t>
              </a:r>
            </a:p>
          </p:txBody>
        </p:sp>
      </p:grpSp>
      <p:graphicFrame>
        <p:nvGraphicFramePr>
          <p:cNvPr id="81" name="Diagramm 53">
            <a:extLst>
              <a:ext uri="{FF2B5EF4-FFF2-40B4-BE49-F238E27FC236}">
                <a16:creationId xmlns:a16="http://schemas.microsoft.com/office/drawing/2014/main" id="{993CC105-F0C6-B470-F793-0D3614621468}"/>
              </a:ext>
            </a:extLst>
          </p:cNvPr>
          <p:cNvGraphicFramePr/>
          <p:nvPr>
            <p:custDataLst>
              <p:tags r:id="rId4"/>
            </p:custDataLst>
          </p:nvPr>
        </p:nvGraphicFramePr>
        <p:xfrm>
          <a:off x="4367808" y="2961012"/>
          <a:ext cx="7380000" cy="288000"/>
        </p:xfrm>
        <a:graphic>
          <a:graphicData uri="http://schemas.openxmlformats.org/drawingml/2006/chart">
            <c:chart xmlns:c="http://schemas.openxmlformats.org/drawingml/2006/chart" xmlns:r="http://schemas.openxmlformats.org/officeDocument/2006/relationships" r:id="rId12"/>
          </a:graphicData>
        </a:graphic>
      </p:graphicFrame>
      <p:sp>
        <p:nvSpPr>
          <p:cNvPr id="82" name="Freihandform: Form 81">
            <a:extLst>
              <a:ext uri="{FF2B5EF4-FFF2-40B4-BE49-F238E27FC236}">
                <a16:creationId xmlns:a16="http://schemas.microsoft.com/office/drawing/2014/main" id="{7A400F0C-C9FC-8496-F189-D0833D90ADF4}"/>
              </a:ext>
            </a:extLst>
          </p:cNvPr>
          <p:cNvSpPr/>
          <p:nvPr/>
        </p:nvSpPr>
        <p:spPr bwMode="gray">
          <a:xfrm>
            <a:off x="4295800" y="2888988"/>
            <a:ext cx="7524836" cy="432048"/>
          </a:xfrm>
          <a:custGeom>
            <a:avLst/>
            <a:gdLst>
              <a:gd name="connsiteX0" fmla="*/ 216824 w 7524836"/>
              <a:gd name="connsiteY0" fmla="*/ 108036 h 432048"/>
              <a:gd name="connsiteX1" fmla="*/ 108824 w 7524836"/>
              <a:gd name="connsiteY1" fmla="*/ 216036 h 432048"/>
              <a:gd name="connsiteX2" fmla="*/ 216824 w 7524836"/>
              <a:gd name="connsiteY2" fmla="*/ 324036 h 432048"/>
              <a:gd name="connsiteX3" fmla="*/ 7308824 w 7524836"/>
              <a:gd name="connsiteY3" fmla="*/ 324036 h 432048"/>
              <a:gd name="connsiteX4" fmla="*/ 7416824 w 7524836"/>
              <a:gd name="connsiteY4" fmla="*/ 216036 h 432048"/>
              <a:gd name="connsiteX5" fmla="*/ 7308824 w 7524836"/>
              <a:gd name="connsiteY5" fmla="*/ 108036 h 432048"/>
              <a:gd name="connsiteX6" fmla="*/ 0 w 7524836"/>
              <a:gd name="connsiteY6" fmla="*/ 0 h 432048"/>
              <a:gd name="connsiteX7" fmla="*/ 7524836 w 7524836"/>
              <a:gd name="connsiteY7" fmla="*/ 0 h 432048"/>
              <a:gd name="connsiteX8" fmla="*/ 7524836 w 7524836"/>
              <a:gd name="connsiteY8" fmla="*/ 432048 h 432048"/>
              <a:gd name="connsiteX9" fmla="*/ 0 w 7524836"/>
              <a:gd name="connsiteY9" fmla="*/ 432048 h 432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4836" h="432048">
                <a:moveTo>
                  <a:pt x="216824" y="108036"/>
                </a:moveTo>
                <a:cubicBezTo>
                  <a:pt x="157177" y="108036"/>
                  <a:pt x="108824" y="156389"/>
                  <a:pt x="108824" y="216036"/>
                </a:cubicBezTo>
                <a:cubicBezTo>
                  <a:pt x="108824" y="275683"/>
                  <a:pt x="157177" y="324036"/>
                  <a:pt x="216824" y="324036"/>
                </a:cubicBezTo>
                <a:lnTo>
                  <a:pt x="7308824" y="324036"/>
                </a:lnTo>
                <a:cubicBezTo>
                  <a:pt x="7368471" y="324036"/>
                  <a:pt x="7416824" y="275683"/>
                  <a:pt x="7416824" y="216036"/>
                </a:cubicBezTo>
                <a:cubicBezTo>
                  <a:pt x="7416824" y="156389"/>
                  <a:pt x="7368471" y="108036"/>
                  <a:pt x="7308824" y="108036"/>
                </a:cubicBezTo>
                <a:close/>
                <a:moveTo>
                  <a:pt x="0" y="0"/>
                </a:moveTo>
                <a:lnTo>
                  <a:pt x="7524836" y="0"/>
                </a:lnTo>
                <a:lnTo>
                  <a:pt x="7524836" y="432048"/>
                </a:lnTo>
                <a:lnTo>
                  <a:pt x="0" y="432048"/>
                </a:lnTo>
                <a:close/>
              </a:path>
            </a:pathLst>
          </a:cu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40000"/>
              </a:lnSpc>
            </a:pPr>
            <a:endParaRPr lang="en-US" sz="1600" dirty="0">
              <a:solidFill>
                <a:schemeClr val="tx1"/>
              </a:solidFill>
            </a:endParaRPr>
          </a:p>
        </p:txBody>
      </p:sp>
      <p:graphicFrame>
        <p:nvGraphicFramePr>
          <p:cNvPr id="84" name="Diagramm 53">
            <a:extLst>
              <a:ext uri="{FF2B5EF4-FFF2-40B4-BE49-F238E27FC236}">
                <a16:creationId xmlns:a16="http://schemas.microsoft.com/office/drawing/2014/main" id="{44E54E7E-8A2F-A395-0354-77E03FAE8EF4}"/>
              </a:ext>
            </a:extLst>
          </p:cNvPr>
          <p:cNvGraphicFramePr/>
          <p:nvPr>
            <p:custDataLst>
              <p:tags r:id="rId5"/>
            </p:custDataLst>
          </p:nvPr>
        </p:nvGraphicFramePr>
        <p:xfrm>
          <a:off x="4367808" y="4905228"/>
          <a:ext cx="7380000" cy="288000"/>
        </p:xfrm>
        <a:graphic>
          <a:graphicData uri="http://schemas.openxmlformats.org/drawingml/2006/chart">
            <c:chart xmlns:c="http://schemas.openxmlformats.org/drawingml/2006/chart" xmlns:r="http://schemas.openxmlformats.org/officeDocument/2006/relationships" r:id="rId13"/>
          </a:graphicData>
        </a:graphic>
      </p:graphicFrame>
      <p:sp>
        <p:nvSpPr>
          <p:cNvPr id="85" name="Freihandform: Form 84">
            <a:extLst>
              <a:ext uri="{FF2B5EF4-FFF2-40B4-BE49-F238E27FC236}">
                <a16:creationId xmlns:a16="http://schemas.microsoft.com/office/drawing/2014/main" id="{43D7344F-6D1B-0E51-7823-73B5943875E5}"/>
              </a:ext>
            </a:extLst>
          </p:cNvPr>
          <p:cNvSpPr/>
          <p:nvPr/>
        </p:nvSpPr>
        <p:spPr bwMode="gray">
          <a:xfrm>
            <a:off x="4295800" y="4833204"/>
            <a:ext cx="7524836" cy="432048"/>
          </a:xfrm>
          <a:custGeom>
            <a:avLst/>
            <a:gdLst>
              <a:gd name="connsiteX0" fmla="*/ 216824 w 7524836"/>
              <a:gd name="connsiteY0" fmla="*/ 108036 h 432048"/>
              <a:gd name="connsiteX1" fmla="*/ 108824 w 7524836"/>
              <a:gd name="connsiteY1" fmla="*/ 216036 h 432048"/>
              <a:gd name="connsiteX2" fmla="*/ 216824 w 7524836"/>
              <a:gd name="connsiteY2" fmla="*/ 324036 h 432048"/>
              <a:gd name="connsiteX3" fmla="*/ 7308824 w 7524836"/>
              <a:gd name="connsiteY3" fmla="*/ 324036 h 432048"/>
              <a:gd name="connsiteX4" fmla="*/ 7416824 w 7524836"/>
              <a:gd name="connsiteY4" fmla="*/ 216036 h 432048"/>
              <a:gd name="connsiteX5" fmla="*/ 7308824 w 7524836"/>
              <a:gd name="connsiteY5" fmla="*/ 108036 h 432048"/>
              <a:gd name="connsiteX6" fmla="*/ 0 w 7524836"/>
              <a:gd name="connsiteY6" fmla="*/ 0 h 432048"/>
              <a:gd name="connsiteX7" fmla="*/ 7524836 w 7524836"/>
              <a:gd name="connsiteY7" fmla="*/ 0 h 432048"/>
              <a:gd name="connsiteX8" fmla="*/ 7524836 w 7524836"/>
              <a:gd name="connsiteY8" fmla="*/ 432048 h 432048"/>
              <a:gd name="connsiteX9" fmla="*/ 0 w 7524836"/>
              <a:gd name="connsiteY9" fmla="*/ 432048 h 432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4836" h="432048">
                <a:moveTo>
                  <a:pt x="216824" y="108036"/>
                </a:moveTo>
                <a:cubicBezTo>
                  <a:pt x="157177" y="108036"/>
                  <a:pt x="108824" y="156389"/>
                  <a:pt x="108824" y="216036"/>
                </a:cubicBezTo>
                <a:cubicBezTo>
                  <a:pt x="108824" y="275683"/>
                  <a:pt x="157177" y="324036"/>
                  <a:pt x="216824" y="324036"/>
                </a:cubicBezTo>
                <a:lnTo>
                  <a:pt x="7308824" y="324036"/>
                </a:lnTo>
                <a:cubicBezTo>
                  <a:pt x="7368471" y="324036"/>
                  <a:pt x="7416824" y="275683"/>
                  <a:pt x="7416824" y="216036"/>
                </a:cubicBezTo>
                <a:cubicBezTo>
                  <a:pt x="7416824" y="156389"/>
                  <a:pt x="7368471" y="108036"/>
                  <a:pt x="7308824" y="108036"/>
                </a:cubicBezTo>
                <a:close/>
                <a:moveTo>
                  <a:pt x="0" y="0"/>
                </a:moveTo>
                <a:lnTo>
                  <a:pt x="7524836" y="0"/>
                </a:lnTo>
                <a:lnTo>
                  <a:pt x="7524836" y="432048"/>
                </a:lnTo>
                <a:lnTo>
                  <a:pt x="0" y="432048"/>
                </a:lnTo>
                <a:close/>
              </a:path>
            </a:pathLst>
          </a:cu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40000"/>
              </a:lnSpc>
            </a:pPr>
            <a:endParaRPr lang="en-US" sz="1600" dirty="0">
              <a:solidFill>
                <a:schemeClr val="tx1"/>
              </a:solidFill>
            </a:endParaRPr>
          </a:p>
        </p:txBody>
      </p:sp>
      <p:grpSp>
        <p:nvGrpSpPr>
          <p:cNvPr id="8" name="Group 7">
            <a:extLst>
              <a:ext uri="{FF2B5EF4-FFF2-40B4-BE49-F238E27FC236}">
                <a16:creationId xmlns:a16="http://schemas.microsoft.com/office/drawing/2014/main" id="{E837FFEE-4601-E532-D295-9A9E083D6A8C}"/>
              </a:ext>
            </a:extLst>
          </p:cNvPr>
          <p:cNvGrpSpPr/>
          <p:nvPr/>
        </p:nvGrpSpPr>
        <p:grpSpPr>
          <a:xfrm>
            <a:off x="8652284" y="2996952"/>
            <a:ext cx="288032" cy="540028"/>
            <a:chOff x="8652284" y="2996952"/>
            <a:chExt cx="288032" cy="540028"/>
          </a:xfrm>
        </p:grpSpPr>
        <p:sp>
          <p:nvSpPr>
            <p:cNvPr id="88" name="Textplatzhalter 2">
              <a:extLst>
                <a:ext uri="{FF2B5EF4-FFF2-40B4-BE49-F238E27FC236}">
                  <a16:creationId xmlns:a16="http://schemas.microsoft.com/office/drawing/2014/main" id="{7855D567-F9FF-673B-ECFD-6B3648A80081}"/>
                </a:ext>
              </a:extLst>
            </p:cNvPr>
            <p:cNvSpPr txBox="1">
              <a:spLocks/>
            </p:cNvSpPr>
            <p:nvPr/>
          </p:nvSpPr>
          <p:spPr bwMode="gray">
            <a:xfrm>
              <a:off x="8652284" y="3248980"/>
              <a:ext cx="288032" cy="288000"/>
            </a:xfrm>
            <a:prstGeom prst="rect">
              <a:avLst/>
            </a:prstGeom>
          </p:spPr>
          <p:txBody>
            <a:bodyPr vert="horz" lIns="0" tIns="0" rIns="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ctr">
                <a:buNone/>
              </a:pPr>
              <a:r>
                <a:rPr lang="en-US" b="1" dirty="0"/>
                <a:t>6</a:t>
              </a:r>
            </a:p>
          </p:txBody>
        </p:sp>
        <p:grpSp>
          <p:nvGrpSpPr>
            <p:cNvPr id="92" name="Gruppieren 91">
              <a:extLst>
                <a:ext uri="{FF2B5EF4-FFF2-40B4-BE49-F238E27FC236}">
                  <a16:creationId xmlns:a16="http://schemas.microsoft.com/office/drawing/2014/main" id="{9F6EFEEB-5060-AA58-3F20-AC1785ECD446}"/>
                </a:ext>
              </a:extLst>
            </p:cNvPr>
            <p:cNvGrpSpPr/>
            <p:nvPr/>
          </p:nvGrpSpPr>
          <p:grpSpPr bwMode="gray">
            <a:xfrm>
              <a:off x="8687668" y="2996952"/>
              <a:ext cx="216644" cy="216644"/>
              <a:chOff x="11459976" y="2024844"/>
              <a:chExt cx="216644" cy="216644"/>
            </a:xfrm>
          </p:grpSpPr>
          <p:sp>
            <p:nvSpPr>
              <p:cNvPr id="93" name="Ellipse 92">
                <a:extLst>
                  <a:ext uri="{FF2B5EF4-FFF2-40B4-BE49-F238E27FC236}">
                    <a16:creationId xmlns:a16="http://schemas.microsoft.com/office/drawing/2014/main" id="{33CFE747-75F1-AD1E-CC48-947F241553ED}"/>
                  </a:ext>
                </a:extLst>
              </p:cNvPr>
              <p:cNvSpPr/>
              <p:nvPr/>
            </p:nvSpPr>
            <p:spPr bwMode="gray">
              <a:xfrm>
                <a:off x="11459976" y="2024844"/>
                <a:ext cx="216644" cy="216644"/>
              </a:xfrm>
              <a:prstGeom prst="ellipse">
                <a:avLst/>
              </a:prstGeom>
              <a:solidFill>
                <a:schemeClr val="bg1">
                  <a:alpha val="1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94" name="Ellipse 93">
                <a:extLst>
                  <a:ext uri="{FF2B5EF4-FFF2-40B4-BE49-F238E27FC236}">
                    <a16:creationId xmlns:a16="http://schemas.microsoft.com/office/drawing/2014/main" id="{ED929530-863B-8E38-F9FF-D163001F3BEB}"/>
                  </a:ext>
                </a:extLst>
              </p:cNvPr>
              <p:cNvSpPr/>
              <p:nvPr/>
            </p:nvSpPr>
            <p:spPr bwMode="gray">
              <a:xfrm>
                <a:off x="11514298" y="2079166"/>
                <a:ext cx="108000" cy="108000"/>
              </a:xfrm>
              <a:prstGeom prst="ellips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grpSp>
      </p:grpSp>
      <p:grpSp>
        <p:nvGrpSpPr>
          <p:cNvPr id="9" name="Group 8">
            <a:extLst>
              <a:ext uri="{FF2B5EF4-FFF2-40B4-BE49-F238E27FC236}">
                <a16:creationId xmlns:a16="http://schemas.microsoft.com/office/drawing/2014/main" id="{A6C7D82E-34DD-2FCF-54B1-76BA7DD38EA6}"/>
              </a:ext>
            </a:extLst>
          </p:cNvPr>
          <p:cNvGrpSpPr/>
          <p:nvPr/>
        </p:nvGrpSpPr>
        <p:grpSpPr>
          <a:xfrm>
            <a:off x="7176120" y="3969060"/>
            <a:ext cx="288032" cy="540028"/>
            <a:chOff x="7176120" y="3969060"/>
            <a:chExt cx="288032" cy="540028"/>
          </a:xfrm>
        </p:grpSpPr>
        <p:sp>
          <p:nvSpPr>
            <p:cNvPr id="87" name="Textplatzhalter 2">
              <a:extLst>
                <a:ext uri="{FF2B5EF4-FFF2-40B4-BE49-F238E27FC236}">
                  <a16:creationId xmlns:a16="http://schemas.microsoft.com/office/drawing/2014/main" id="{F1890D5E-6773-C611-E5E6-5C44A1BF0D69}"/>
                </a:ext>
              </a:extLst>
            </p:cNvPr>
            <p:cNvSpPr txBox="1">
              <a:spLocks/>
            </p:cNvSpPr>
            <p:nvPr/>
          </p:nvSpPr>
          <p:spPr bwMode="gray">
            <a:xfrm>
              <a:off x="7176120" y="4221088"/>
              <a:ext cx="288032" cy="288000"/>
            </a:xfrm>
            <a:prstGeom prst="rect">
              <a:avLst/>
            </a:prstGeom>
          </p:spPr>
          <p:txBody>
            <a:bodyPr vert="horz" lIns="0" tIns="0" rIns="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ctr">
                <a:buNone/>
              </a:pPr>
              <a:r>
                <a:rPr lang="en-US" b="1" dirty="0"/>
                <a:t>4</a:t>
              </a:r>
            </a:p>
          </p:txBody>
        </p:sp>
        <p:grpSp>
          <p:nvGrpSpPr>
            <p:cNvPr id="115" name="Gruppieren 114">
              <a:extLst>
                <a:ext uri="{FF2B5EF4-FFF2-40B4-BE49-F238E27FC236}">
                  <a16:creationId xmlns:a16="http://schemas.microsoft.com/office/drawing/2014/main" id="{B475D6E3-234C-5FB6-2134-961478FEA778}"/>
                </a:ext>
              </a:extLst>
            </p:cNvPr>
            <p:cNvGrpSpPr/>
            <p:nvPr/>
          </p:nvGrpSpPr>
          <p:grpSpPr bwMode="gray">
            <a:xfrm>
              <a:off x="7211504" y="3969060"/>
              <a:ext cx="216644" cy="216644"/>
              <a:chOff x="11459976" y="2024844"/>
              <a:chExt cx="216644" cy="216644"/>
            </a:xfrm>
          </p:grpSpPr>
          <p:sp>
            <p:nvSpPr>
              <p:cNvPr id="122" name="Ellipse 121">
                <a:extLst>
                  <a:ext uri="{FF2B5EF4-FFF2-40B4-BE49-F238E27FC236}">
                    <a16:creationId xmlns:a16="http://schemas.microsoft.com/office/drawing/2014/main" id="{E6BE07C0-44F0-C041-3F2C-BE74F631E282}"/>
                  </a:ext>
                </a:extLst>
              </p:cNvPr>
              <p:cNvSpPr/>
              <p:nvPr/>
            </p:nvSpPr>
            <p:spPr bwMode="gray">
              <a:xfrm>
                <a:off x="11459976" y="2024844"/>
                <a:ext cx="216644" cy="216644"/>
              </a:xfrm>
              <a:prstGeom prst="ellipse">
                <a:avLst/>
              </a:prstGeom>
              <a:solidFill>
                <a:schemeClr val="bg1">
                  <a:alpha val="1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129" name="Ellipse 128">
                <a:extLst>
                  <a:ext uri="{FF2B5EF4-FFF2-40B4-BE49-F238E27FC236}">
                    <a16:creationId xmlns:a16="http://schemas.microsoft.com/office/drawing/2014/main" id="{5700D53D-F234-0330-61FC-C7E9B03A0F37}"/>
                  </a:ext>
                </a:extLst>
              </p:cNvPr>
              <p:cNvSpPr/>
              <p:nvPr/>
            </p:nvSpPr>
            <p:spPr bwMode="gray">
              <a:xfrm>
                <a:off x="11514298" y="2079166"/>
                <a:ext cx="108000" cy="108000"/>
              </a:xfrm>
              <a:prstGeom prst="ellips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grpSp>
      </p:grpSp>
      <p:grpSp>
        <p:nvGrpSpPr>
          <p:cNvPr id="11" name="Group 10">
            <a:extLst>
              <a:ext uri="{FF2B5EF4-FFF2-40B4-BE49-F238E27FC236}">
                <a16:creationId xmlns:a16="http://schemas.microsoft.com/office/drawing/2014/main" id="{95B986BF-CA32-5C50-484F-819541DA5B6A}"/>
              </a:ext>
            </a:extLst>
          </p:cNvPr>
          <p:cNvGrpSpPr/>
          <p:nvPr/>
        </p:nvGrpSpPr>
        <p:grpSpPr>
          <a:xfrm>
            <a:off x="4962922" y="4940548"/>
            <a:ext cx="288032" cy="540648"/>
            <a:chOff x="4962922" y="4940548"/>
            <a:chExt cx="288032" cy="540648"/>
          </a:xfrm>
        </p:grpSpPr>
        <p:grpSp>
          <p:nvGrpSpPr>
            <p:cNvPr id="130" name="Gruppieren 129">
              <a:extLst>
                <a:ext uri="{FF2B5EF4-FFF2-40B4-BE49-F238E27FC236}">
                  <a16:creationId xmlns:a16="http://schemas.microsoft.com/office/drawing/2014/main" id="{623BB2B1-FD1C-F014-57FB-0059469EAD9D}"/>
                </a:ext>
              </a:extLst>
            </p:cNvPr>
            <p:cNvGrpSpPr/>
            <p:nvPr/>
          </p:nvGrpSpPr>
          <p:grpSpPr bwMode="gray">
            <a:xfrm>
              <a:off x="4996543" y="4940548"/>
              <a:ext cx="216644" cy="216644"/>
              <a:chOff x="11459976" y="2024844"/>
              <a:chExt cx="216644" cy="216644"/>
            </a:xfrm>
          </p:grpSpPr>
          <p:sp>
            <p:nvSpPr>
              <p:cNvPr id="131" name="Ellipse 130">
                <a:extLst>
                  <a:ext uri="{FF2B5EF4-FFF2-40B4-BE49-F238E27FC236}">
                    <a16:creationId xmlns:a16="http://schemas.microsoft.com/office/drawing/2014/main" id="{6B171B5E-30B9-9990-3DE6-6793435AF42F}"/>
                  </a:ext>
                </a:extLst>
              </p:cNvPr>
              <p:cNvSpPr/>
              <p:nvPr/>
            </p:nvSpPr>
            <p:spPr bwMode="gray">
              <a:xfrm>
                <a:off x="11459976" y="2024844"/>
                <a:ext cx="216644" cy="216644"/>
              </a:xfrm>
              <a:prstGeom prst="ellipse">
                <a:avLst/>
              </a:prstGeom>
              <a:solidFill>
                <a:schemeClr val="bg1">
                  <a:alpha val="1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132" name="Ellipse 131">
                <a:extLst>
                  <a:ext uri="{FF2B5EF4-FFF2-40B4-BE49-F238E27FC236}">
                    <a16:creationId xmlns:a16="http://schemas.microsoft.com/office/drawing/2014/main" id="{C2D07EC0-0227-7F4E-0D6C-8BF287F009FD}"/>
                  </a:ext>
                </a:extLst>
              </p:cNvPr>
              <p:cNvSpPr/>
              <p:nvPr/>
            </p:nvSpPr>
            <p:spPr bwMode="gray">
              <a:xfrm>
                <a:off x="11514298" y="2079166"/>
                <a:ext cx="108000" cy="108000"/>
              </a:xfrm>
              <a:prstGeom prst="ellips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grpSp>
        <p:sp>
          <p:nvSpPr>
            <p:cNvPr id="133" name="Textplatzhalter 2">
              <a:extLst>
                <a:ext uri="{FF2B5EF4-FFF2-40B4-BE49-F238E27FC236}">
                  <a16:creationId xmlns:a16="http://schemas.microsoft.com/office/drawing/2014/main" id="{DBAE53AF-7AD2-308F-6A9F-340E7ADCA54C}"/>
                </a:ext>
              </a:extLst>
            </p:cNvPr>
            <p:cNvSpPr txBox="1">
              <a:spLocks/>
            </p:cNvSpPr>
            <p:nvPr/>
          </p:nvSpPr>
          <p:spPr bwMode="gray">
            <a:xfrm>
              <a:off x="4962922" y="5193196"/>
              <a:ext cx="288032" cy="288000"/>
            </a:xfrm>
            <a:prstGeom prst="rect">
              <a:avLst/>
            </a:prstGeom>
          </p:spPr>
          <p:txBody>
            <a:bodyPr vert="horz" lIns="0" tIns="0" rIns="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ctr">
                <a:buNone/>
              </a:pPr>
              <a:r>
                <a:rPr lang="en-US" b="1" dirty="0"/>
                <a:t>1</a:t>
              </a:r>
            </a:p>
          </p:txBody>
        </p:sp>
      </p:grpSp>
      <p:sp>
        <p:nvSpPr>
          <p:cNvPr id="3" name="Rechteck 2">
            <a:extLst>
              <a:ext uri="{FF2B5EF4-FFF2-40B4-BE49-F238E27FC236}">
                <a16:creationId xmlns:a16="http://schemas.microsoft.com/office/drawing/2014/main" id="{860D0263-D427-AEBB-78D0-E5679BD20078}"/>
              </a:ext>
            </a:extLst>
          </p:cNvPr>
          <p:cNvSpPr/>
          <p:nvPr/>
        </p:nvSpPr>
        <p:spPr bwMode="gray">
          <a:xfrm>
            <a:off x="10564356" y="0"/>
            <a:ext cx="1627644" cy="308261"/>
          </a:xfrm>
          <a:prstGeom prst="rect">
            <a:avLst/>
          </a:prstGeom>
          <a:solidFill>
            <a:srgbClr val="EE654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180000" tIns="61200" rIns="180000" bIns="61200" rtlCol="0" anchor="ctr">
            <a:spAutoFit/>
          </a:bodyPr>
          <a:lstStyle/>
          <a:p>
            <a:r>
              <a:rPr lang="en-US" sz="1200" dirty="0">
                <a:solidFill>
                  <a:schemeClr val="bg1"/>
                </a:solidFill>
              </a:rPr>
              <a:t>Excel based chart</a:t>
            </a:r>
          </a:p>
        </p:txBody>
      </p:sp>
      <p:sp>
        <p:nvSpPr>
          <p:cNvPr id="2" name="TextBox 13">
            <a:extLst>
              <a:ext uri="{FF2B5EF4-FFF2-40B4-BE49-F238E27FC236}">
                <a16:creationId xmlns:a16="http://schemas.microsoft.com/office/drawing/2014/main" id="{730F1121-41CF-6C98-BE5F-D515E6C98EC8}"/>
              </a:ext>
            </a:extLst>
          </p:cNvPr>
          <p:cNvSpPr txBox="1">
            <a:spLocks noGrp="1" noRot="1" noMove="1" noResize="1" noEditPoints="1" noAdjustHandles="1" noChangeArrowheads="1" noChangeShapeType="1"/>
          </p:cNvSpPr>
          <p:nvPr/>
        </p:nvSpPr>
        <p:spPr bwMode="gray">
          <a:xfrm>
            <a:off x="-1896888" y="0"/>
            <a:ext cx="1715078" cy="2520000"/>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change the data in the chart:</a:t>
            </a:r>
          </a:p>
          <a:p>
            <a:pPr marL="144000" indent="-144000">
              <a:lnSpc>
                <a:spcPct val="120000"/>
              </a:lnSpc>
              <a:spcAft>
                <a:spcPts val="600"/>
              </a:spcAft>
              <a:buFont typeface="+mj-lt"/>
              <a:buAutoNum type="arabicPeriod"/>
            </a:pPr>
            <a:r>
              <a:rPr lang="en-US" sz="900" dirty="0">
                <a:solidFill>
                  <a:schemeClr val="tx1"/>
                </a:solidFill>
                <a:effectLst/>
                <a:latin typeface="+mn-lt"/>
              </a:rPr>
              <a:t>Click the chart with the right mouse button and select “Edit Data”</a:t>
            </a:r>
          </a:p>
          <a:p>
            <a:pPr marL="144000" indent="-144000">
              <a:lnSpc>
                <a:spcPct val="120000"/>
              </a:lnSpc>
              <a:spcAft>
                <a:spcPts val="600"/>
              </a:spcAft>
              <a:buFont typeface="+mj-lt"/>
              <a:buAutoNum type="arabicPeriod"/>
            </a:pPr>
            <a:r>
              <a:rPr lang="en-US" sz="900" dirty="0">
                <a:solidFill>
                  <a:schemeClr val="tx1"/>
                </a:solidFill>
                <a:effectLst/>
                <a:latin typeface="+mn-lt"/>
              </a:rPr>
              <a:t>Enter the appropriate data, the chart will adjust</a:t>
            </a:r>
          </a:p>
          <a:p>
            <a:pPr marL="144000" indent="-144000">
              <a:lnSpc>
                <a:spcPct val="120000"/>
              </a:lnSpc>
              <a:spcAft>
                <a:spcPts val="600"/>
              </a:spcAft>
              <a:buFont typeface="+mj-lt"/>
              <a:buAutoNum type="arabicPeriod"/>
            </a:pPr>
            <a:r>
              <a:rPr lang="en-US" sz="900" dirty="0">
                <a:solidFill>
                  <a:schemeClr val="tx1"/>
                </a:solidFill>
                <a:effectLst/>
                <a:latin typeface="+mn-lt"/>
              </a:rPr>
              <a:t>The green marker and the number under the marker on the chart require manual adjustment (left/right).</a:t>
            </a:r>
            <a:endParaRPr lang="en-US" sz="900" dirty="0">
              <a:solidFill>
                <a:schemeClr val="tx1"/>
              </a:solidFill>
              <a:latin typeface="+mn-lt"/>
            </a:endParaRPr>
          </a:p>
        </p:txBody>
      </p:sp>
    </p:spTree>
    <p:extLst>
      <p:ext uri="{BB962C8B-B14F-4D97-AF65-F5344CB8AC3E}">
        <p14:creationId xmlns:p14="http://schemas.microsoft.com/office/powerpoint/2010/main" val="23658740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echteck 61">
            <a:extLst>
              <a:ext uri="{FF2B5EF4-FFF2-40B4-BE49-F238E27FC236}">
                <a16:creationId xmlns:a16="http://schemas.microsoft.com/office/drawing/2014/main" id="{0191E2AB-F3D5-EBFE-04B0-E0DE5800AB23}"/>
              </a:ext>
            </a:extLst>
          </p:cNvPr>
          <p:cNvSpPr/>
          <p:nvPr/>
        </p:nvSpPr>
        <p:spPr bwMode="ltGray">
          <a:xfrm>
            <a:off x="4332289" y="0"/>
            <a:ext cx="7859712"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11" name="Freihandform: Form 10">
            <a:extLst>
              <a:ext uri="{FF2B5EF4-FFF2-40B4-BE49-F238E27FC236}">
                <a16:creationId xmlns:a16="http://schemas.microsoft.com/office/drawing/2014/main" id="{28F3D235-1728-F841-0A86-E9832CD2130D}"/>
              </a:ext>
            </a:extLst>
          </p:cNvPr>
          <p:cNvSpPr>
            <a:spLocks noChangeAspect="1"/>
          </p:cNvSpPr>
          <p:nvPr/>
        </p:nvSpPr>
        <p:spPr bwMode="gray">
          <a:xfrm>
            <a:off x="7427396" y="1824892"/>
            <a:ext cx="1692508" cy="3207784"/>
          </a:xfrm>
          <a:custGeom>
            <a:avLst/>
            <a:gdLst>
              <a:gd name="connsiteX0" fmla="*/ 846254 w 1692508"/>
              <a:gd name="connsiteY0" fmla="*/ 0 h 3207784"/>
              <a:gd name="connsiteX1" fmla="*/ 985073 w 1692508"/>
              <a:gd name="connsiteY1" fmla="*/ 103807 h 3207784"/>
              <a:gd name="connsiteX2" fmla="*/ 1692508 w 1692508"/>
              <a:gd name="connsiteY2" fmla="*/ 1603892 h 3207784"/>
              <a:gd name="connsiteX3" fmla="*/ 985073 w 1692508"/>
              <a:gd name="connsiteY3" fmla="*/ 3103977 h 3207784"/>
              <a:gd name="connsiteX4" fmla="*/ 846254 w 1692508"/>
              <a:gd name="connsiteY4" fmla="*/ 3207784 h 3207784"/>
              <a:gd name="connsiteX5" fmla="*/ 707436 w 1692508"/>
              <a:gd name="connsiteY5" fmla="*/ 3103977 h 3207784"/>
              <a:gd name="connsiteX6" fmla="*/ 0 w 1692508"/>
              <a:gd name="connsiteY6" fmla="*/ 1603892 h 3207784"/>
              <a:gd name="connsiteX7" fmla="*/ 707436 w 1692508"/>
              <a:gd name="connsiteY7" fmla="*/ 103807 h 3207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2508" h="3207784">
                <a:moveTo>
                  <a:pt x="846254" y="0"/>
                </a:moveTo>
                <a:lnTo>
                  <a:pt x="985073" y="103807"/>
                </a:lnTo>
                <a:cubicBezTo>
                  <a:pt x="1417121" y="460365"/>
                  <a:pt x="1692508" y="999969"/>
                  <a:pt x="1692508" y="1603892"/>
                </a:cubicBezTo>
                <a:cubicBezTo>
                  <a:pt x="1692508" y="2207816"/>
                  <a:pt x="1417121" y="2747419"/>
                  <a:pt x="985073" y="3103977"/>
                </a:cubicBezTo>
                <a:lnTo>
                  <a:pt x="846254" y="3207784"/>
                </a:lnTo>
                <a:lnTo>
                  <a:pt x="707436" y="3103977"/>
                </a:lnTo>
                <a:cubicBezTo>
                  <a:pt x="275387" y="2747419"/>
                  <a:pt x="0" y="2207816"/>
                  <a:pt x="0" y="1603892"/>
                </a:cubicBezTo>
                <a:cubicBezTo>
                  <a:pt x="0" y="999969"/>
                  <a:pt x="275387" y="460365"/>
                  <a:pt x="707436" y="103807"/>
                </a:cubicBezTo>
                <a:close/>
              </a:path>
            </a:pathLst>
          </a:cu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40000"/>
              </a:lnSpc>
            </a:pPr>
            <a:endParaRPr lang="en-US" sz="1600" dirty="0">
              <a:solidFill>
                <a:schemeClr val="tx1"/>
              </a:solidFill>
            </a:endParaRPr>
          </a:p>
        </p:txBody>
      </p:sp>
      <p:graphicFrame>
        <p:nvGraphicFramePr>
          <p:cNvPr id="3" name="Objekt 2" hidden="1"/>
          <p:cNvGraphicFramePr>
            <a:graphicFrameLocks noChangeAspect="1"/>
          </p:cNvGraphicFramePr>
          <p:nvPr>
            <p:custDataLst>
              <p:tags r:id="rId1"/>
            </p:custDataLst>
          </p:nvPr>
        </p:nvGraphicFramePr>
        <p:xfrm>
          <a:off x="1525589" y="1589"/>
          <a:ext cx="1587" cy="1587"/>
        </p:xfrm>
        <a:graphic>
          <a:graphicData uri="http://schemas.openxmlformats.org/presentationml/2006/ole">
            <mc:AlternateContent xmlns:mc="http://schemas.openxmlformats.org/markup-compatibility/2006">
              <mc:Choice xmlns:v="urn:schemas-microsoft-com:vml" Requires="v">
                <p:oleObj name="think-cell Folie" r:id="rId5" imgW="360" imgH="360" progId="TCLayout.ActiveDocument.1">
                  <p:embed/>
                </p:oleObj>
              </mc:Choice>
              <mc:Fallback>
                <p:oleObj name="think-cell Folie" r:id="rId5" imgW="360" imgH="360" progId="TCLayout.ActiveDocument.1">
                  <p:embed/>
                  <p:pic>
                    <p:nvPicPr>
                      <p:cNvPr id="3" name="Objekt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5589"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hteck 4" hidden="1">
            <a:extLst>
              <a:ext uri="{FF2B5EF4-FFF2-40B4-BE49-F238E27FC236}">
                <a16:creationId xmlns:a16="http://schemas.microsoft.com/office/drawing/2014/main" id="{98BC4EEE-C728-46FB-8B94-3B959DE94713}"/>
              </a:ext>
            </a:extLst>
          </p:cNvPr>
          <p:cNvSpPr/>
          <p:nvPr>
            <p:custDataLst>
              <p:tags r:id="rId2"/>
            </p:custDataLst>
          </p:nvPr>
        </p:nvSpPr>
        <p:spPr bwMode="gray">
          <a:xfrm>
            <a:off x="0" y="0"/>
            <a:ext cx="158750" cy="15875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dirty="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54" name="Titel 53">
            <a:extLst>
              <a:ext uri="{FF2B5EF4-FFF2-40B4-BE49-F238E27FC236}">
                <a16:creationId xmlns:a16="http://schemas.microsoft.com/office/drawing/2014/main" id="{0DD3AE2E-B19C-2539-3046-892E08F29D6B}"/>
              </a:ext>
            </a:extLst>
          </p:cNvPr>
          <p:cNvSpPr>
            <a:spLocks noGrp="1"/>
          </p:cNvSpPr>
          <p:nvPr>
            <p:ph type="title"/>
          </p:nvPr>
        </p:nvSpPr>
        <p:spPr bwMode="gray">
          <a:xfrm>
            <a:off x="479425" y="476250"/>
            <a:ext cx="3564000" cy="720725"/>
          </a:xfrm>
        </p:spPr>
        <p:txBody>
          <a:bodyPr/>
          <a:lstStyle/>
          <a:p>
            <a:r>
              <a:rPr lang="en-US" dirty="0"/>
              <a:t>Intersection</a:t>
            </a:r>
            <a:br>
              <a:rPr lang="en-US" dirty="0"/>
            </a:br>
            <a:r>
              <a:rPr lang="en-US" dirty="0"/>
              <a:t>of two circles</a:t>
            </a:r>
          </a:p>
        </p:txBody>
      </p:sp>
      <p:sp>
        <p:nvSpPr>
          <p:cNvPr id="12" name="Textplatzhalter 11">
            <a:extLst>
              <a:ext uri="{FF2B5EF4-FFF2-40B4-BE49-F238E27FC236}">
                <a16:creationId xmlns:a16="http://schemas.microsoft.com/office/drawing/2014/main" id="{B0A51B36-9391-3FEA-5490-527329DCF8C1}"/>
              </a:ext>
            </a:extLst>
          </p:cNvPr>
          <p:cNvSpPr>
            <a:spLocks noGrp="1"/>
          </p:cNvSpPr>
          <p:nvPr>
            <p:ph type="body" sz="quarter" idx="13"/>
          </p:nvPr>
        </p:nvSpPr>
        <p:spPr bwMode="gray">
          <a:xfrm>
            <a:off x="479998" y="5805280"/>
            <a:ext cx="3564000" cy="144000"/>
          </a:xfrm>
        </p:spPr>
        <p:txBody>
          <a:bodyPr/>
          <a:lstStyle/>
          <a:p>
            <a:endParaRPr lang="en-US" dirty="0"/>
          </a:p>
        </p:txBody>
      </p:sp>
      <p:sp>
        <p:nvSpPr>
          <p:cNvPr id="63" name="Textplatzhalter 2">
            <a:extLst>
              <a:ext uri="{FF2B5EF4-FFF2-40B4-BE49-F238E27FC236}">
                <a16:creationId xmlns:a16="http://schemas.microsoft.com/office/drawing/2014/main" id="{3785CC45-5DC2-7694-BB85-51D7DB42FE46}"/>
              </a:ext>
            </a:extLst>
          </p:cNvPr>
          <p:cNvSpPr txBox="1">
            <a:spLocks/>
          </p:cNvSpPr>
          <p:nvPr/>
        </p:nvSpPr>
        <p:spPr bwMode="gray">
          <a:xfrm>
            <a:off x="479474" y="2672916"/>
            <a:ext cx="3563890" cy="3132348"/>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Sed vitae arcu in condimentum blandit. Duis molestie et nisl nibh. Maecenas venenatis eget justo. Pellentesque convallis, lorem nec</a:t>
            </a:r>
            <a:br>
              <a:rPr lang="en-US" dirty="0"/>
            </a:br>
            <a:r>
              <a:rPr lang="en-US" dirty="0"/>
              <a:t>in pharetra venenatis, libero.</a:t>
            </a:r>
          </a:p>
        </p:txBody>
      </p:sp>
      <p:sp>
        <p:nvSpPr>
          <p:cNvPr id="65" name="Ellipse 64">
            <a:extLst>
              <a:ext uri="{FF2B5EF4-FFF2-40B4-BE49-F238E27FC236}">
                <a16:creationId xmlns:a16="http://schemas.microsoft.com/office/drawing/2014/main" id="{C0DD9803-6B46-2896-2EDF-66E297006045}"/>
              </a:ext>
            </a:extLst>
          </p:cNvPr>
          <p:cNvSpPr>
            <a:spLocks noChangeAspect="1"/>
          </p:cNvSpPr>
          <p:nvPr/>
        </p:nvSpPr>
        <p:spPr bwMode="gray">
          <a:xfrm>
            <a:off x="5231904" y="1484784"/>
            <a:ext cx="3888000" cy="3888000"/>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76" name="Textplatzhalter 2">
            <a:extLst>
              <a:ext uri="{FF2B5EF4-FFF2-40B4-BE49-F238E27FC236}">
                <a16:creationId xmlns:a16="http://schemas.microsoft.com/office/drawing/2014/main" id="{07DF5CF6-31F4-5730-1FD2-5F4D051157B9}"/>
              </a:ext>
            </a:extLst>
          </p:cNvPr>
          <p:cNvSpPr txBox="1">
            <a:spLocks/>
          </p:cNvSpPr>
          <p:nvPr/>
        </p:nvSpPr>
        <p:spPr bwMode="gray">
          <a:xfrm>
            <a:off x="9372364" y="2744956"/>
            <a:ext cx="1656000" cy="1367656"/>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b="1" dirty="0"/>
              <a:t>Lorem ipsum</a:t>
            </a:r>
          </a:p>
        </p:txBody>
      </p:sp>
      <p:sp>
        <p:nvSpPr>
          <p:cNvPr id="77" name="Textplatzhalter 2">
            <a:extLst>
              <a:ext uri="{FF2B5EF4-FFF2-40B4-BE49-F238E27FC236}">
                <a16:creationId xmlns:a16="http://schemas.microsoft.com/office/drawing/2014/main" id="{C02FBE54-0E1C-4C04-DC09-FD4CDD885897}"/>
              </a:ext>
            </a:extLst>
          </p:cNvPr>
          <p:cNvSpPr txBox="1">
            <a:spLocks/>
          </p:cNvSpPr>
          <p:nvPr/>
        </p:nvSpPr>
        <p:spPr bwMode="gray">
          <a:xfrm>
            <a:off x="5519936" y="2744956"/>
            <a:ext cx="1656000" cy="1367656"/>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r">
              <a:buNone/>
            </a:pPr>
            <a:r>
              <a:rPr lang="en-US" b="1" dirty="0"/>
              <a:t>Lorem ipsum</a:t>
            </a:r>
          </a:p>
        </p:txBody>
      </p:sp>
      <p:sp>
        <p:nvSpPr>
          <p:cNvPr id="79" name="Textplatzhalter 2">
            <a:extLst>
              <a:ext uri="{FF2B5EF4-FFF2-40B4-BE49-F238E27FC236}">
                <a16:creationId xmlns:a16="http://schemas.microsoft.com/office/drawing/2014/main" id="{AEA219BF-27C1-95D3-D98A-5A68355FB274}"/>
              </a:ext>
            </a:extLst>
          </p:cNvPr>
          <p:cNvSpPr txBox="1">
            <a:spLocks/>
          </p:cNvSpPr>
          <p:nvPr/>
        </p:nvSpPr>
        <p:spPr bwMode="gray">
          <a:xfrm>
            <a:off x="7697650" y="2744956"/>
            <a:ext cx="1152000" cy="1367656"/>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ctr">
              <a:buNone/>
            </a:pPr>
            <a:r>
              <a:rPr lang="en-US" b="1" dirty="0">
                <a:solidFill>
                  <a:schemeClr val="bg2"/>
                </a:solidFill>
              </a:rPr>
              <a:t>Lorem ipsum</a:t>
            </a:r>
          </a:p>
        </p:txBody>
      </p:sp>
      <p:sp>
        <p:nvSpPr>
          <p:cNvPr id="81" name="Ellipse 80">
            <a:extLst>
              <a:ext uri="{FF2B5EF4-FFF2-40B4-BE49-F238E27FC236}">
                <a16:creationId xmlns:a16="http://schemas.microsoft.com/office/drawing/2014/main" id="{FB24CDF1-2AE1-76BE-B509-9C30602F6148}"/>
              </a:ext>
            </a:extLst>
          </p:cNvPr>
          <p:cNvSpPr/>
          <p:nvPr/>
        </p:nvSpPr>
        <p:spPr bwMode="gray">
          <a:xfrm>
            <a:off x="5195900" y="1916832"/>
            <a:ext cx="828092" cy="828092"/>
          </a:xfrm>
          <a:prstGeom prst="ellips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pic>
        <p:nvPicPr>
          <p:cNvPr id="85" name="Grafik 84">
            <a:extLst>
              <a:ext uri="{FF2B5EF4-FFF2-40B4-BE49-F238E27FC236}">
                <a16:creationId xmlns:a16="http://schemas.microsoft.com/office/drawing/2014/main" id="{3A353A9E-578A-A531-F16B-DDD65A4E456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bwMode="gray">
          <a:xfrm>
            <a:off x="5321946" y="2042878"/>
            <a:ext cx="576000" cy="576000"/>
          </a:xfrm>
          <a:prstGeom prst="rect">
            <a:avLst/>
          </a:prstGeom>
        </p:spPr>
      </p:pic>
      <p:pic>
        <p:nvPicPr>
          <p:cNvPr id="4" name="Grafik 3">
            <a:extLst>
              <a:ext uri="{FF2B5EF4-FFF2-40B4-BE49-F238E27FC236}">
                <a16:creationId xmlns:a16="http://schemas.microsoft.com/office/drawing/2014/main" id="{F9891313-6872-5561-05C1-7367F6C71A6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bwMode="gray">
          <a:xfrm>
            <a:off x="479376" y="1952836"/>
            <a:ext cx="576000" cy="576000"/>
          </a:xfrm>
          <a:prstGeom prst="rect">
            <a:avLst/>
          </a:prstGeom>
        </p:spPr>
      </p:pic>
      <p:sp>
        <p:nvSpPr>
          <p:cNvPr id="7" name="Fußzeilenplatzhalter 6">
            <a:extLst>
              <a:ext uri="{FF2B5EF4-FFF2-40B4-BE49-F238E27FC236}">
                <a16:creationId xmlns:a16="http://schemas.microsoft.com/office/drawing/2014/main" id="{C5DBFB72-CC25-AC9F-E004-DFB2F2D0C91C}"/>
              </a:ext>
            </a:extLst>
          </p:cNvPr>
          <p:cNvSpPr>
            <a:spLocks noGrp="1"/>
          </p:cNvSpPr>
          <p:nvPr>
            <p:ph type="ftr" sz="quarter" idx="10"/>
          </p:nvPr>
        </p:nvSpPr>
        <p:spPr bwMode="gray">
          <a:xfrm>
            <a:off x="6312024" y="6246836"/>
            <a:ext cx="5040560" cy="288000"/>
          </a:xfrm>
        </p:spPr>
        <p:txBody>
          <a:bodyPr/>
          <a:lstStyle/>
          <a:p>
            <a:r>
              <a:rPr lang="en-US" dirty="0">
                <a:solidFill>
                  <a:schemeClr val="bg1"/>
                </a:solidFill>
              </a:rPr>
              <a:t>Slide library    |     ONLY FOR INTERNAL USE</a:t>
            </a:r>
          </a:p>
        </p:txBody>
      </p:sp>
      <p:sp>
        <p:nvSpPr>
          <p:cNvPr id="8" name="Foliennummernplatzhalter 7">
            <a:extLst>
              <a:ext uri="{FF2B5EF4-FFF2-40B4-BE49-F238E27FC236}">
                <a16:creationId xmlns:a16="http://schemas.microsoft.com/office/drawing/2014/main" id="{9DD5B1C4-17F1-B29F-C7D9-B5CFDD901C24}"/>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solidFill>
                  <a:schemeClr val="bg1"/>
                </a:solidFill>
              </a:rPr>
              <a:pPr/>
              <a:t>42</a:t>
            </a:fld>
            <a:endParaRPr lang="en-US" dirty="0">
              <a:solidFill>
                <a:schemeClr val="bg1"/>
              </a:solidFill>
            </a:endParaRPr>
          </a:p>
        </p:txBody>
      </p:sp>
      <p:sp>
        <p:nvSpPr>
          <p:cNvPr id="6" name="Ellipse 5">
            <a:extLst>
              <a:ext uri="{FF2B5EF4-FFF2-40B4-BE49-F238E27FC236}">
                <a16:creationId xmlns:a16="http://schemas.microsoft.com/office/drawing/2014/main" id="{F8E41E6E-7272-DC6E-286F-9051204F6D8C}"/>
              </a:ext>
            </a:extLst>
          </p:cNvPr>
          <p:cNvSpPr>
            <a:spLocks noChangeAspect="1"/>
          </p:cNvSpPr>
          <p:nvPr/>
        </p:nvSpPr>
        <p:spPr bwMode="gray">
          <a:xfrm>
            <a:off x="7427396" y="1484784"/>
            <a:ext cx="3888000" cy="3888000"/>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86" name="Ellipse 85">
            <a:extLst>
              <a:ext uri="{FF2B5EF4-FFF2-40B4-BE49-F238E27FC236}">
                <a16:creationId xmlns:a16="http://schemas.microsoft.com/office/drawing/2014/main" id="{D6BE673A-7F79-B60E-5EED-9AC29A22D74B}"/>
              </a:ext>
            </a:extLst>
          </p:cNvPr>
          <p:cNvSpPr/>
          <p:nvPr/>
        </p:nvSpPr>
        <p:spPr bwMode="gray">
          <a:xfrm>
            <a:off x="10524492" y="4113076"/>
            <a:ext cx="828092" cy="828092"/>
          </a:xfrm>
          <a:prstGeom prst="ellips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pic>
        <p:nvPicPr>
          <p:cNvPr id="84" name="Grafik 83">
            <a:extLst>
              <a:ext uri="{FF2B5EF4-FFF2-40B4-BE49-F238E27FC236}">
                <a16:creationId xmlns:a16="http://schemas.microsoft.com/office/drawing/2014/main" id="{C9ADF01C-4DF0-912B-4074-2EE44F2CC73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bwMode="gray">
          <a:xfrm>
            <a:off x="10650538" y="4239122"/>
            <a:ext cx="576000" cy="576000"/>
          </a:xfrm>
          <a:prstGeom prst="rect">
            <a:avLst/>
          </a:prstGeom>
        </p:spPr>
      </p:pic>
    </p:spTree>
    <p:extLst>
      <p:ext uri="{BB962C8B-B14F-4D97-AF65-F5344CB8AC3E}">
        <p14:creationId xmlns:p14="http://schemas.microsoft.com/office/powerpoint/2010/main" val="2676678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708F4CB0-0520-5021-ACCE-2C84F70D1EB4}"/>
              </a:ext>
            </a:extLst>
          </p:cNvPr>
          <p:cNvSpPr/>
          <p:nvPr/>
        </p:nvSpPr>
        <p:spPr bwMode="ltGray">
          <a:xfrm>
            <a:off x="4332289" y="0"/>
            <a:ext cx="7859712"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graphicFrame>
        <p:nvGraphicFramePr>
          <p:cNvPr id="3" name="Objekt 2" hidden="1"/>
          <p:cNvGraphicFramePr>
            <a:graphicFrameLocks noChangeAspect="1"/>
          </p:cNvGraphicFramePr>
          <p:nvPr>
            <p:custDataLst>
              <p:tags r:id="rId1"/>
            </p:custDataLst>
          </p:nvPr>
        </p:nvGraphicFramePr>
        <p:xfrm>
          <a:off x="1525589" y="1589"/>
          <a:ext cx="1587" cy="1587"/>
        </p:xfrm>
        <a:graphic>
          <a:graphicData uri="http://schemas.openxmlformats.org/presentationml/2006/ole">
            <mc:AlternateContent xmlns:mc="http://schemas.openxmlformats.org/markup-compatibility/2006">
              <mc:Choice xmlns:v="urn:schemas-microsoft-com:vml" Requires="v">
                <p:oleObj name="think-cell Folie" r:id="rId5" imgW="360" imgH="360" progId="TCLayout.ActiveDocument.1">
                  <p:embed/>
                </p:oleObj>
              </mc:Choice>
              <mc:Fallback>
                <p:oleObj name="think-cell Folie" r:id="rId5" imgW="360" imgH="360" progId="TCLayout.ActiveDocument.1">
                  <p:embed/>
                  <p:pic>
                    <p:nvPicPr>
                      <p:cNvPr id="3" name="Objekt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5589"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hteck 3" hidden="1">
            <a:extLst>
              <a:ext uri="{FF2B5EF4-FFF2-40B4-BE49-F238E27FC236}">
                <a16:creationId xmlns:a16="http://schemas.microsoft.com/office/drawing/2014/main" id="{0153B86B-A0F9-4076-AB3B-323A94DF0EA0}"/>
              </a:ext>
            </a:extLst>
          </p:cNvPr>
          <p:cNvSpPr/>
          <p:nvPr>
            <p:custDataLst>
              <p:tags r:id="rId2"/>
            </p:custDataLst>
          </p:nvPr>
        </p:nvSpPr>
        <p:spPr bwMode="gray">
          <a:xfrm>
            <a:off x="0" y="0"/>
            <a:ext cx="158750" cy="15875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dirty="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13" name="Titel 12">
            <a:extLst>
              <a:ext uri="{FF2B5EF4-FFF2-40B4-BE49-F238E27FC236}">
                <a16:creationId xmlns:a16="http://schemas.microsoft.com/office/drawing/2014/main" id="{86F66FDB-18D0-3233-10AA-0645A5A73833}"/>
              </a:ext>
            </a:extLst>
          </p:cNvPr>
          <p:cNvSpPr>
            <a:spLocks noGrp="1"/>
          </p:cNvSpPr>
          <p:nvPr>
            <p:ph type="title"/>
          </p:nvPr>
        </p:nvSpPr>
        <p:spPr bwMode="gray">
          <a:xfrm>
            <a:off x="479425" y="476250"/>
            <a:ext cx="3564000" cy="720725"/>
          </a:xfrm>
        </p:spPr>
        <p:txBody>
          <a:bodyPr/>
          <a:lstStyle/>
          <a:p>
            <a:r>
              <a:rPr lang="en-US" dirty="0"/>
              <a:t>Intersection</a:t>
            </a:r>
            <a:br>
              <a:rPr lang="en-US" dirty="0"/>
            </a:br>
            <a:r>
              <a:rPr lang="en-US" dirty="0"/>
              <a:t>of three circles</a:t>
            </a:r>
          </a:p>
        </p:txBody>
      </p:sp>
      <p:sp>
        <p:nvSpPr>
          <p:cNvPr id="12" name="Textplatzhalter 11">
            <a:extLst>
              <a:ext uri="{FF2B5EF4-FFF2-40B4-BE49-F238E27FC236}">
                <a16:creationId xmlns:a16="http://schemas.microsoft.com/office/drawing/2014/main" id="{E9569A8F-3C08-9B7B-268C-1990871A1996}"/>
              </a:ext>
            </a:extLst>
          </p:cNvPr>
          <p:cNvSpPr>
            <a:spLocks noGrp="1"/>
          </p:cNvSpPr>
          <p:nvPr>
            <p:ph type="body" sz="quarter" idx="13"/>
          </p:nvPr>
        </p:nvSpPr>
        <p:spPr bwMode="gray">
          <a:xfrm>
            <a:off x="479998" y="5805280"/>
            <a:ext cx="3564000" cy="144000"/>
          </a:xfrm>
        </p:spPr>
        <p:txBody>
          <a:bodyPr/>
          <a:lstStyle/>
          <a:p>
            <a:endParaRPr lang="en-US" dirty="0"/>
          </a:p>
        </p:txBody>
      </p:sp>
      <p:sp>
        <p:nvSpPr>
          <p:cNvPr id="6" name="Fußzeilenplatzhalter 5">
            <a:extLst>
              <a:ext uri="{FF2B5EF4-FFF2-40B4-BE49-F238E27FC236}">
                <a16:creationId xmlns:a16="http://schemas.microsoft.com/office/drawing/2014/main" id="{2F843146-7CB6-2754-7130-1FEC638427AA}"/>
              </a:ext>
            </a:extLst>
          </p:cNvPr>
          <p:cNvSpPr>
            <a:spLocks noGrp="1"/>
          </p:cNvSpPr>
          <p:nvPr>
            <p:ph type="ftr" sz="quarter" idx="10"/>
          </p:nvPr>
        </p:nvSpPr>
        <p:spPr bwMode="gray">
          <a:xfrm>
            <a:off x="6312024" y="6246836"/>
            <a:ext cx="5040560" cy="288000"/>
          </a:xfrm>
        </p:spPr>
        <p:txBody>
          <a:bodyPr/>
          <a:lstStyle/>
          <a:p>
            <a:r>
              <a:rPr lang="en-US" dirty="0">
                <a:solidFill>
                  <a:schemeClr val="bg1"/>
                </a:solidFill>
              </a:rPr>
              <a:t>Slide library    |     ONLY FOR INTERNAL USE</a:t>
            </a:r>
          </a:p>
        </p:txBody>
      </p:sp>
      <p:sp>
        <p:nvSpPr>
          <p:cNvPr id="7" name="Foliennummernplatzhalter 6">
            <a:extLst>
              <a:ext uri="{FF2B5EF4-FFF2-40B4-BE49-F238E27FC236}">
                <a16:creationId xmlns:a16="http://schemas.microsoft.com/office/drawing/2014/main" id="{200AD191-3F1B-1648-97CC-657ED8A4F2C5}"/>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solidFill>
                  <a:schemeClr val="bg1"/>
                </a:solidFill>
              </a:rPr>
              <a:pPr/>
              <a:t>43</a:t>
            </a:fld>
            <a:endParaRPr lang="en-US" dirty="0">
              <a:solidFill>
                <a:schemeClr val="bg1"/>
              </a:solidFill>
            </a:endParaRPr>
          </a:p>
        </p:txBody>
      </p:sp>
      <p:sp>
        <p:nvSpPr>
          <p:cNvPr id="15" name="Textplatzhalter 2">
            <a:extLst>
              <a:ext uri="{FF2B5EF4-FFF2-40B4-BE49-F238E27FC236}">
                <a16:creationId xmlns:a16="http://schemas.microsoft.com/office/drawing/2014/main" id="{DAD5DC34-8975-B696-7B5F-48AEFF57E9A6}"/>
              </a:ext>
            </a:extLst>
          </p:cNvPr>
          <p:cNvSpPr txBox="1">
            <a:spLocks/>
          </p:cNvSpPr>
          <p:nvPr/>
        </p:nvSpPr>
        <p:spPr bwMode="gray">
          <a:xfrm>
            <a:off x="479474" y="2672916"/>
            <a:ext cx="3563890" cy="3132348"/>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Sed vitae arcu in condimentum blandit. Duis molestie et nisl nibh. Maecenas venenatis eget justo. Pellentesque convallis, lorem nec</a:t>
            </a:r>
            <a:br>
              <a:rPr lang="en-US" dirty="0"/>
            </a:br>
            <a:r>
              <a:rPr lang="en-US" dirty="0"/>
              <a:t>in pharetra venenatis, libero.</a:t>
            </a:r>
          </a:p>
        </p:txBody>
      </p:sp>
      <p:sp>
        <p:nvSpPr>
          <p:cNvPr id="17" name="Ellipse 16">
            <a:extLst>
              <a:ext uri="{FF2B5EF4-FFF2-40B4-BE49-F238E27FC236}">
                <a16:creationId xmlns:a16="http://schemas.microsoft.com/office/drawing/2014/main" id="{FE827955-8747-17E7-E076-C525FFA32FAE}"/>
              </a:ext>
            </a:extLst>
          </p:cNvPr>
          <p:cNvSpPr>
            <a:spLocks noChangeAspect="1"/>
          </p:cNvSpPr>
          <p:nvPr/>
        </p:nvSpPr>
        <p:spPr bwMode="gray">
          <a:xfrm>
            <a:off x="5849928" y="3141280"/>
            <a:ext cx="2808000" cy="2808000"/>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18" name="Ellipse 17">
            <a:extLst>
              <a:ext uri="{FF2B5EF4-FFF2-40B4-BE49-F238E27FC236}">
                <a16:creationId xmlns:a16="http://schemas.microsoft.com/office/drawing/2014/main" id="{90AA6469-8EE1-FAEA-B0DD-462B55B9E83A}"/>
              </a:ext>
            </a:extLst>
          </p:cNvPr>
          <p:cNvSpPr>
            <a:spLocks noChangeAspect="1"/>
          </p:cNvSpPr>
          <p:nvPr/>
        </p:nvSpPr>
        <p:spPr bwMode="gray">
          <a:xfrm>
            <a:off x="7866363" y="3141280"/>
            <a:ext cx="2808000" cy="2808000"/>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33" name="Ellipse 32">
            <a:extLst>
              <a:ext uri="{FF2B5EF4-FFF2-40B4-BE49-F238E27FC236}">
                <a16:creationId xmlns:a16="http://schemas.microsoft.com/office/drawing/2014/main" id="{116E97C0-2586-02A9-C43B-318971DC90FD}"/>
              </a:ext>
            </a:extLst>
          </p:cNvPr>
          <p:cNvSpPr>
            <a:spLocks noChangeAspect="1"/>
          </p:cNvSpPr>
          <p:nvPr/>
        </p:nvSpPr>
        <p:spPr bwMode="gray">
          <a:xfrm>
            <a:off x="6858145" y="1413088"/>
            <a:ext cx="2808000" cy="2808000"/>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66" name="Textplatzhalter 2">
            <a:extLst>
              <a:ext uri="{FF2B5EF4-FFF2-40B4-BE49-F238E27FC236}">
                <a16:creationId xmlns:a16="http://schemas.microsoft.com/office/drawing/2014/main" id="{ED0960A3-5411-487D-4E3C-BD55C75C86AA}"/>
              </a:ext>
            </a:extLst>
          </p:cNvPr>
          <p:cNvSpPr txBox="1">
            <a:spLocks/>
          </p:cNvSpPr>
          <p:nvPr/>
        </p:nvSpPr>
        <p:spPr bwMode="gray">
          <a:xfrm>
            <a:off x="7218145" y="2060848"/>
            <a:ext cx="2088000" cy="792088"/>
          </a:xfrm>
          <a:prstGeom prst="rect">
            <a:avLst/>
          </a:prstGeom>
        </p:spPr>
        <p:txBody>
          <a:bodyPr vert="horz" lIns="0" tIns="0" rIns="0" bIns="0" rtlCol="0" anchor="b"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b="1" dirty="0"/>
              <a:t>Lorem ipsum</a:t>
            </a:r>
          </a:p>
        </p:txBody>
      </p:sp>
      <p:sp>
        <p:nvSpPr>
          <p:cNvPr id="67" name="Textplatzhalter 2">
            <a:extLst>
              <a:ext uri="{FF2B5EF4-FFF2-40B4-BE49-F238E27FC236}">
                <a16:creationId xmlns:a16="http://schemas.microsoft.com/office/drawing/2014/main" id="{B92B0682-AAA7-4DC1-5E11-5A34C7A4CB4C}"/>
              </a:ext>
            </a:extLst>
          </p:cNvPr>
          <p:cNvSpPr txBox="1">
            <a:spLocks/>
          </p:cNvSpPr>
          <p:nvPr/>
        </p:nvSpPr>
        <p:spPr bwMode="gray">
          <a:xfrm>
            <a:off x="8832304" y="4257092"/>
            <a:ext cx="1584176" cy="792088"/>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b="1" dirty="0"/>
              <a:t>Lorem ipsum</a:t>
            </a:r>
          </a:p>
        </p:txBody>
      </p:sp>
      <p:sp>
        <p:nvSpPr>
          <p:cNvPr id="68" name="Textplatzhalter 2">
            <a:extLst>
              <a:ext uri="{FF2B5EF4-FFF2-40B4-BE49-F238E27FC236}">
                <a16:creationId xmlns:a16="http://schemas.microsoft.com/office/drawing/2014/main" id="{B9711414-7864-9198-2BAD-DDD301EBEFE3}"/>
              </a:ext>
            </a:extLst>
          </p:cNvPr>
          <p:cNvSpPr txBox="1">
            <a:spLocks/>
          </p:cNvSpPr>
          <p:nvPr/>
        </p:nvSpPr>
        <p:spPr bwMode="gray">
          <a:xfrm>
            <a:off x="6096000" y="4257092"/>
            <a:ext cx="1584176" cy="792088"/>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b="1" dirty="0"/>
              <a:t>Lorem ipsum</a:t>
            </a:r>
          </a:p>
        </p:txBody>
      </p:sp>
      <p:sp>
        <p:nvSpPr>
          <p:cNvPr id="69" name="Ellipse 68">
            <a:extLst>
              <a:ext uri="{FF2B5EF4-FFF2-40B4-BE49-F238E27FC236}">
                <a16:creationId xmlns:a16="http://schemas.microsoft.com/office/drawing/2014/main" id="{4D523BC5-9F80-5890-0129-7F37DF04EC2E}"/>
              </a:ext>
            </a:extLst>
          </p:cNvPr>
          <p:cNvSpPr/>
          <p:nvPr/>
        </p:nvSpPr>
        <p:spPr bwMode="gray">
          <a:xfrm>
            <a:off x="7848099" y="998829"/>
            <a:ext cx="828092" cy="828092"/>
          </a:xfrm>
          <a:prstGeom prst="ellips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pic>
        <p:nvPicPr>
          <p:cNvPr id="70" name="Grafik 69">
            <a:extLst>
              <a:ext uri="{FF2B5EF4-FFF2-40B4-BE49-F238E27FC236}">
                <a16:creationId xmlns:a16="http://schemas.microsoft.com/office/drawing/2014/main" id="{D0DC9DFD-EA5D-D8C3-A495-03A3ABC30F8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bwMode="gray">
          <a:xfrm>
            <a:off x="7974145" y="1124875"/>
            <a:ext cx="576000" cy="576000"/>
          </a:xfrm>
          <a:prstGeom prst="rect">
            <a:avLst/>
          </a:prstGeom>
        </p:spPr>
      </p:pic>
      <p:sp>
        <p:nvSpPr>
          <p:cNvPr id="71" name="Ellipse 70">
            <a:extLst>
              <a:ext uri="{FF2B5EF4-FFF2-40B4-BE49-F238E27FC236}">
                <a16:creationId xmlns:a16="http://schemas.microsoft.com/office/drawing/2014/main" id="{1B517417-2D58-F7DE-1316-660A052C14D6}"/>
              </a:ext>
            </a:extLst>
          </p:cNvPr>
          <p:cNvSpPr/>
          <p:nvPr/>
        </p:nvSpPr>
        <p:spPr bwMode="gray">
          <a:xfrm>
            <a:off x="9804412" y="5265204"/>
            <a:ext cx="828092" cy="828092"/>
          </a:xfrm>
          <a:prstGeom prst="ellips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pic>
        <p:nvPicPr>
          <p:cNvPr id="72" name="Grafik 71">
            <a:extLst>
              <a:ext uri="{FF2B5EF4-FFF2-40B4-BE49-F238E27FC236}">
                <a16:creationId xmlns:a16="http://schemas.microsoft.com/office/drawing/2014/main" id="{CD807341-2072-3956-485C-D2C3813DE04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bwMode="gray">
          <a:xfrm>
            <a:off x="9930458" y="5391250"/>
            <a:ext cx="576000" cy="576000"/>
          </a:xfrm>
          <a:prstGeom prst="rect">
            <a:avLst/>
          </a:prstGeom>
        </p:spPr>
      </p:pic>
      <p:sp>
        <p:nvSpPr>
          <p:cNvPr id="73" name="Ellipse 72">
            <a:extLst>
              <a:ext uri="{FF2B5EF4-FFF2-40B4-BE49-F238E27FC236}">
                <a16:creationId xmlns:a16="http://schemas.microsoft.com/office/drawing/2014/main" id="{B87555EA-837A-8DFB-D736-924BA33E0ABC}"/>
              </a:ext>
            </a:extLst>
          </p:cNvPr>
          <p:cNvSpPr/>
          <p:nvPr/>
        </p:nvSpPr>
        <p:spPr bwMode="gray">
          <a:xfrm>
            <a:off x="5952810" y="5265204"/>
            <a:ext cx="828092" cy="828092"/>
          </a:xfrm>
          <a:prstGeom prst="ellips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pic>
        <p:nvPicPr>
          <p:cNvPr id="75" name="Grafik 74">
            <a:extLst>
              <a:ext uri="{FF2B5EF4-FFF2-40B4-BE49-F238E27FC236}">
                <a16:creationId xmlns:a16="http://schemas.microsoft.com/office/drawing/2014/main" id="{0BBEE15A-8265-0C84-CD77-2D9FA92D756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bwMode="gray">
          <a:xfrm>
            <a:off x="6078856" y="5391250"/>
            <a:ext cx="576000" cy="576000"/>
          </a:xfrm>
          <a:prstGeom prst="rect">
            <a:avLst/>
          </a:prstGeom>
        </p:spPr>
      </p:pic>
      <p:pic>
        <p:nvPicPr>
          <p:cNvPr id="76" name="Grafik 75">
            <a:extLst>
              <a:ext uri="{FF2B5EF4-FFF2-40B4-BE49-F238E27FC236}">
                <a16:creationId xmlns:a16="http://schemas.microsoft.com/office/drawing/2014/main" id="{64D23FE3-BC94-F9A1-4E74-DE6428ACCED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bwMode="gray">
          <a:xfrm>
            <a:off x="479376" y="1952836"/>
            <a:ext cx="576000" cy="576000"/>
          </a:xfrm>
          <a:prstGeom prst="rect">
            <a:avLst/>
          </a:prstGeom>
        </p:spPr>
      </p:pic>
      <p:sp>
        <p:nvSpPr>
          <p:cNvPr id="23" name="Freihandform: Form 22">
            <a:extLst>
              <a:ext uri="{FF2B5EF4-FFF2-40B4-BE49-F238E27FC236}">
                <a16:creationId xmlns:a16="http://schemas.microsoft.com/office/drawing/2014/main" id="{C445955C-15C1-4D85-1ACD-234C1F291DCB}"/>
              </a:ext>
            </a:extLst>
          </p:cNvPr>
          <p:cNvSpPr>
            <a:spLocks noChangeAspect="1"/>
          </p:cNvSpPr>
          <p:nvPr/>
        </p:nvSpPr>
        <p:spPr bwMode="gray">
          <a:xfrm>
            <a:off x="6908722" y="3141280"/>
            <a:ext cx="1353424" cy="1035278"/>
          </a:xfrm>
          <a:custGeom>
            <a:avLst/>
            <a:gdLst>
              <a:gd name="connsiteX0" fmla="*/ 345206 w 1353424"/>
              <a:gd name="connsiteY0" fmla="*/ 0 h 1035278"/>
              <a:gd name="connsiteX1" fmla="*/ 1337984 w 1353424"/>
              <a:gd name="connsiteY1" fmla="*/ 411222 h 1035278"/>
              <a:gd name="connsiteX2" fmla="*/ 1353424 w 1353424"/>
              <a:gd name="connsiteY2" fmla="*/ 428210 h 1035278"/>
              <a:gd name="connsiteX3" fmla="*/ 1278246 w 1353424"/>
              <a:gd name="connsiteY3" fmla="*/ 510926 h 1035278"/>
              <a:gd name="connsiteX4" fmla="*/ 1020762 w 1353424"/>
              <a:gd name="connsiteY4" fmla="*/ 986493 h 1035278"/>
              <a:gd name="connsiteX5" fmla="*/ 1008218 w 1353424"/>
              <a:gd name="connsiteY5" fmla="*/ 1035278 h 1035278"/>
              <a:gd name="connsiteX6" fmla="*/ 935916 w 1353424"/>
              <a:gd name="connsiteY6" fmla="*/ 1016687 h 1035278"/>
              <a:gd name="connsiteX7" fmla="*/ 12544 w 1353424"/>
              <a:gd name="connsiteY7" fmla="*/ 93315 h 1035278"/>
              <a:gd name="connsiteX8" fmla="*/ 0 w 1353424"/>
              <a:gd name="connsiteY8" fmla="*/ 44531 h 1035278"/>
              <a:gd name="connsiteX9" fmla="*/ 62251 w 1353424"/>
              <a:gd name="connsiteY9" fmla="*/ 28524 h 1035278"/>
              <a:gd name="connsiteX10" fmla="*/ 345206 w 1353424"/>
              <a:gd name="connsiteY10" fmla="*/ 0 h 1035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53424" h="1035278">
                <a:moveTo>
                  <a:pt x="345206" y="0"/>
                </a:moveTo>
                <a:cubicBezTo>
                  <a:pt x="732910" y="0"/>
                  <a:pt x="1083910" y="157148"/>
                  <a:pt x="1337984" y="411222"/>
                </a:cubicBezTo>
                <a:lnTo>
                  <a:pt x="1353424" y="428210"/>
                </a:lnTo>
                <a:lnTo>
                  <a:pt x="1278246" y="510926"/>
                </a:lnTo>
                <a:cubicBezTo>
                  <a:pt x="1163796" y="649608"/>
                  <a:pt x="1075458" y="810640"/>
                  <a:pt x="1020762" y="986493"/>
                </a:cubicBezTo>
                <a:lnTo>
                  <a:pt x="1008218" y="1035278"/>
                </a:lnTo>
                <a:lnTo>
                  <a:pt x="935916" y="1016687"/>
                </a:lnTo>
                <a:cubicBezTo>
                  <a:pt x="496282" y="879947"/>
                  <a:pt x="149285" y="532949"/>
                  <a:pt x="12544" y="93315"/>
                </a:cubicBezTo>
                <a:lnTo>
                  <a:pt x="0" y="44531"/>
                </a:lnTo>
                <a:lnTo>
                  <a:pt x="62251" y="28524"/>
                </a:lnTo>
                <a:cubicBezTo>
                  <a:pt x="153648" y="9822"/>
                  <a:pt x="248280" y="0"/>
                  <a:pt x="345206" y="0"/>
                </a:cubicBezTo>
                <a:close/>
              </a:path>
            </a:pathLst>
          </a:custGeom>
          <a:solidFill>
            <a:schemeClr val="bg1">
              <a:alpha val="5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40000"/>
              </a:lnSpc>
            </a:pPr>
            <a:endParaRPr lang="en-US" sz="1600" dirty="0">
              <a:solidFill>
                <a:schemeClr val="tx1"/>
              </a:solidFill>
            </a:endParaRPr>
          </a:p>
        </p:txBody>
      </p:sp>
      <p:sp>
        <p:nvSpPr>
          <p:cNvPr id="22" name="Freihandform: Form 21">
            <a:extLst>
              <a:ext uri="{FF2B5EF4-FFF2-40B4-BE49-F238E27FC236}">
                <a16:creationId xmlns:a16="http://schemas.microsoft.com/office/drawing/2014/main" id="{7F8647FF-C6B6-D04D-50F0-E330BE12B88D}"/>
              </a:ext>
            </a:extLst>
          </p:cNvPr>
          <p:cNvSpPr>
            <a:spLocks noChangeAspect="1"/>
          </p:cNvSpPr>
          <p:nvPr/>
        </p:nvSpPr>
        <p:spPr bwMode="gray">
          <a:xfrm>
            <a:off x="8262146" y="3141280"/>
            <a:ext cx="1353422" cy="1035278"/>
          </a:xfrm>
          <a:custGeom>
            <a:avLst/>
            <a:gdLst>
              <a:gd name="connsiteX0" fmla="*/ 1008217 w 1353422"/>
              <a:gd name="connsiteY0" fmla="*/ 0 h 1035278"/>
              <a:gd name="connsiteX1" fmla="*/ 1291172 w 1353422"/>
              <a:gd name="connsiteY1" fmla="*/ 28524 h 1035278"/>
              <a:gd name="connsiteX2" fmla="*/ 1353422 w 1353422"/>
              <a:gd name="connsiteY2" fmla="*/ 44530 h 1035278"/>
              <a:gd name="connsiteX3" fmla="*/ 1340878 w 1353422"/>
              <a:gd name="connsiteY3" fmla="*/ 93315 h 1035278"/>
              <a:gd name="connsiteX4" fmla="*/ 417506 w 1353422"/>
              <a:gd name="connsiteY4" fmla="*/ 1016687 h 1035278"/>
              <a:gd name="connsiteX5" fmla="*/ 345205 w 1353422"/>
              <a:gd name="connsiteY5" fmla="*/ 1035278 h 1035278"/>
              <a:gd name="connsiteX6" fmla="*/ 332661 w 1353422"/>
              <a:gd name="connsiteY6" fmla="*/ 986493 h 1035278"/>
              <a:gd name="connsiteX7" fmla="*/ 75177 w 1353422"/>
              <a:gd name="connsiteY7" fmla="*/ 510926 h 1035278"/>
              <a:gd name="connsiteX8" fmla="*/ 0 w 1353422"/>
              <a:gd name="connsiteY8" fmla="*/ 428210 h 1035278"/>
              <a:gd name="connsiteX9" fmla="*/ 15439 w 1353422"/>
              <a:gd name="connsiteY9" fmla="*/ 411222 h 1035278"/>
              <a:gd name="connsiteX10" fmla="*/ 1008217 w 1353422"/>
              <a:gd name="connsiteY10" fmla="*/ 0 h 1035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53422" h="1035278">
                <a:moveTo>
                  <a:pt x="1008217" y="0"/>
                </a:moveTo>
                <a:cubicBezTo>
                  <a:pt x="1105143" y="0"/>
                  <a:pt x="1199775" y="9822"/>
                  <a:pt x="1291172" y="28524"/>
                </a:cubicBezTo>
                <a:lnTo>
                  <a:pt x="1353422" y="44530"/>
                </a:lnTo>
                <a:lnTo>
                  <a:pt x="1340878" y="93315"/>
                </a:lnTo>
                <a:cubicBezTo>
                  <a:pt x="1204138" y="532949"/>
                  <a:pt x="857140" y="879947"/>
                  <a:pt x="417506" y="1016687"/>
                </a:cubicBezTo>
                <a:lnTo>
                  <a:pt x="345205" y="1035278"/>
                </a:lnTo>
                <a:lnTo>
                  <a:pt x="332661" y="986493"/>
                </a:lnTo>
                <a:cubicBezTo>
                  <a:pt x="277965" y="810640"/>
                  <a:pt x="189627" y="649608"/>
                  <a:pt x="75177" y="510926"/>
                </a:cubicBezTo>
                <a:lnTo>
                  <a:pt x="0" y="428210"/>
                </a:lnTo>
                <a:lnTo>
                  <a:pt x="15439" y="411222"/>
                </a:lnTo>
                <a:cubicBezTo>
                  <a:pt x="269513" y="157148"/>
                  <a:pt x="620513" y="0"/>
                  <a:pt x="1008217" y="0"/>
                </a:cubicBezTo>
                <a:close/>
              </a:path>
            </a:pathLst>
          </a:custGeom>
          <a:solidFill>
            <a:schemeClr val="bg1">
              <a:alpha val="5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40000"/>
              </a:lnSpc>
            </a:pPr>
            <a:endParaRPr lang="en-US" sz="1600" dirty="0">
              <a:solidFill>
                <a:schemeClr val="tx1"/>
              </a:solidFill>
            </a:endParaRPr>
          </a:p>
        </p:txBody>
      </p:sp>
      <p:sp>
        <p:nvSpPr>
          <p:cNvPr id="21" name="Freihandform: Form 20">
            <a:extLst>
              <a:ext uri="{FF2B5EF4-FFF2-40B4-BE49-F238E27FC236}">
                <a16:creationId xmlns:a16="http://schemas.microsoft.com/office/drawing/2014/main" id="{7A510EEC-7D8D-D6E1-565E-3ED82C6B5F00}"/>
              </a:ext>
            </a:extLst>
          </p:cNvPr>
          <p:cNvSpPr>
            <a:spLocks noChangeAspect="1"/>
          </p:cNvSpPr>
          <p:nvPr/>
        </p:nvSpPr>
        <p:spPr bwMode="gray">
          <a:xfrm>
            <a:off x="7866364" y="4176558"/>
            <a:ext cx="791565" cy="1344512"/>
          </a:xfrm>
          <a:custGeom>
            <a:avLst/>
            <a:gdLst>
              <a:gd name="connsiteX0" fmla="*/ 740988 w 791565"/>
              <a:gd name="connsiteY0" fmla="*/ 0 h 1344512"/>
              <a:gd name="connsiteX1" fmla="*/ 763041 w 791565"/>
              <a:gd name="connsiteY1" fmla="*/ 85767 h 1344512"/>
              <a:gd name="connsiteX2" fmla="*/ 791565 w 791565"/>
              <a:gd name="connsiteY2" fmla="*/ 368722 h 1344512"/>
              <a:gd name="connsiteX3" fmla="*/ 470960 w 791565"/>
              <a:gd name="connsiteY3" fmla="*/ 1261796 h 1344512"/>
              <a:gd name="connsiteX4" fmla="*/ 395783 w 791565"/>
              <a:gd name="connsiteY4" fmla="*/ 1344512 h 1344512"/>
              <a:gd name="connsiteX5" fmla="*/ 320605 w 791565"/>
              <a:gd name="connsiteY5" fmla="*/ 1261796 h 1344512"/>
              <a:gd name="connsiteX6" fmla="*/ 0 w 791565"/>
              <a:gd name="connsiteY6" fmla="*/ 368722 h 1344512"/>
              <a:gd name="connsiteX7" fmla="*/ 28524 w 791565"/>
              <a:gd name="connsiteY7" fmla="*/ 85767 h 1344512"/>
              <a:gd name="connsiteX8" fmla="*/ 50577 w 791565"/>
              <a:gd name="connsiteY8" fmla="*/ 0 h 1344512"/>
              <a:gd name="connsiteX9" fmla="*/ 112827 w 791565"/>
              <a:gd name="connsiteY9" fmla="*/ 16006 h 1344512"/>
              <a:gd name="connsiteX10" fmla="*/ 395782 w 791565"/>
              <a:gd name="connsiteY10" fmla="*/ 44530 h 1344512"/>
              <a:gd name="connsiteX11" fmla="*/ 678737 w 791565"/>
              <a:gd name="connsiteY11" fmla="*/ 16006 h 1344512"/>
              <a:gd name="connsiteX12" fmla="*/ 740988 w 791565"/>
              <a:gd name="connsiteY12" fmla="*/ 0 h 1344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91565" h="1344512">
                <a:moveTo>
                  <a:pt x="740988" y="0"/>
                </a:moveTo>
                <a:lnTo>
                  <a:pt x="763041" y="85767"/>
                </a:lnTo>
                <a:cubicBezTo>
                  <a:pt x="781743" y="177164"/>
                  <a:pt x="791565" y="271796"/>
                  <a:pt x="791565" y="368722"/>
                </a:cubicBezTo>
                <a:cubicBezTo>
                  <a:pt x="791565" y="707963"/>
                  <a:pt x="671249" y="1019103"/>
                  <a:pt x="470960" y="1261796"/>
                </a:cubicBezTo>
                <a:lnTo>
                  <a:pt x="395783" y="1344512"/>
                </a:lnTo>
                <a:lnTo>
                  <a:pt x="320605" y="1261796"/>
                </a:lnTo>
                <a:cubicBezTo>
                  <a:pt x="120317" y="1019103"/>
                  <a:pt x="0" y="707963"/>
                  <a:pt x="0" y="368722"/>
                </a:cubicBezTo>
                <a:cubicBezTo>
                  <a:pt x="0" y="271796"/>
                  <a:pt x="9822" y="177164"/>
                  <a:pt x="28524" y="85767"/>
                </a:cubicBezTo>
                <a:lnTo>
                  <a:pt x="50577" y="0"/>
                </a:lnTo>
                <a:lnTo>
                  <a:pt x="112827" y="16006"/>
                </a:lnTo>
                <a:cubicBezTo>
                  <a:pt x="204224" y="34708"/>
                  <a:pt x="298856" y="44530"/>
                  <a:pt x="395782" y="44530"/>
                </a:cubicBezTo>
                <a:cubicBezTo>
                  <a:pt x="492708" y="44530"/>
                  <a:pt x="587340" y="34708"/>
                  <a:pt x="678737" y="16006"/>
                </a:cubicBezTo>
                <a:lnTo>
                  <a:pt x="740988" y="0"/>
                </a:lnTo>
                <a:close/>
              </a:path>
            </a:pathLst>
          </a:custGeom>
          <a:solidFill>
            <a:schemeClr val="bg1">
              <a:alpha val="5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40000"/>
              </a:lnSpc>
            </a:pPr>
            <a:endParaRPr lang="en-US" sz="1600" dirty="0">
              <a:solidFill>
                <a:schemeClr val="tx1"/>
              </a:solidFill>
            </a:endParaRPr>
          </a:p>
        </p:txBody>
      </p:sp>
      <p:sp>
        <p:nvSpPr>
          <p:cNvPr id="14" name="Freihandform: Form 13">
            <a:extLst>
              <a:ext uri="{FF2B5EF4-FFF2-40B4-BE49-F238E27FC236}">
                <a16:creationId xmlns:a16="http://schemas.microsoft.com/office/drawing/2014/main" id="{7542E770-96D0-5E1C-BE25-105FB5A8427E}"/>
              </a:ext>
            </a:extLst>
          </p:cNvPr>
          <p:cNvSpPr>
            <a:spLocks noChangeAspect="1"/>
          </p:cNvSpPr>
          <p:nvPr/>
        </p:nvSpPr>
        <p:spPr bwMode="gray">
          <a:xfrm>
            <a:off x="7916941" y="3569490"/>
            <a:ext cx="690411" cy="651598"/>
          </a:xfrm>
          <a:custGeom>
            <a:avLst/>
            <a:gdLst>
              <a:gd name="connsiteX0" fmla="*/ 345206 w 690411"/>
              <a:gd name="connsiteY0" fmla="*/ 0 h 651598"/>
              <a:gd name="connsiteX1" fmla="*/ 420383 w 690411"/>
              <a:gd name="connsiteY1" fmla="*/ 82716 h 651598"/>
              <a:gd name="connsiteX2" fmla="*/ 677867 w 690411"/>
              <a:gd name="connsiteY2" fmla="*/ 558283 h 651598"/>
              <a:gd name="connsiteX3" fmla="*/ 690411 w 690411"/>
              <a:gd name="connsiteY3" fmla="*/ 607068 h 651598"/>
              <a:gd name="connsiteX4" fmla="*/ 628160 w 690411"/>
              <a:gd name="connsiteY4" fmla="*/ 623074 h 651598"/>
              <a:gd name="connsiteX5" fmla="*/ 345205 w 690411"/>
              <a:gd name="connsiteY5" fmla="*/ 651598 h 651598"/>
              <a:gd name="connsiteX6" fmla="*/ 62250 w 690411"/>
              <a:gd name="connsiteY6" fmla="*/ 623074 h 651598"/>
              <a:gd name="connsiteX7" fmla="*/ 0 w 690411"/>
              <a:gd name="connsiteY7" fmla="*/ 607068 h 651598"/>
              <a:gd name="connsiteX8" fmla="*/ 12544 w 690411"/>
              <a:gd name="connsiteY8" fmla="*/ 558283 h 651598"/>
              <a:gd name="connsiteX9" fmla="*/ 270028 w 690411"/>
              <a:gd name="connsiteY9" fmla="*/ 82716 h 651598"/>
              <a:gd name="connsiteX10" fmla="*/ 345206 w 690411"/>
              <a:gd name="connsiteY10" fmla="*/ 0 h 651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0411" h="651598">
                <a:moveTo>
                  <a:pt x="345206" y="0"/>
                </a:moveTo>
                <a:lnTo>
                  <a:pt x="420383" y="82716"/>
                </a:lnTo>
                <a:cubicBezTo>
                  <a:pt x="534833" y="221398"/>
                  <a:pt x="623171" y="382430"/>
                  <a:pt x="677867" y="558283"/>
                </a:cubicBezTo>
                <a:lnTo>
                  <a:pt x="690411" y="607068"/>
                </a:lnTo>
                <a:lnTo>
                  <a:pt x="628160" y="623074"/>
                </a:lnTo>
                <a:cubicBezTo>
                  <a:pt x="536763" y="641776"/>
                  <a:pt x="442131" y="651598"/>
                  <a:pt x="345205" y="651598"/>
                </a:cubicBezTo>
                <a:cubicBezTo>
                  <a:pt x="248279" y="651598"/>
                  <a:pt x="153647" y="641776"/>
                  <a:pt x="62250" y="623074"/>
                </a:cubicBezTo>
                <a:lnTo>
                  <a:pt x="0" y="607068"/>
                </a:lnTo>
                <a:lnTo>
                  <a:pt x="12544" y="558283"/>
                </a:lnTo>
                <a:cubicBezTo>
                  <a:pt x="67240" y="382430"/>
                  <a:pt x="155578" y="221398"/>
                  <a:pt x="270028" y="82716"/>
                </a:cubicBezTo>
                <a:lnTo>
                  <a:pt x="345206" y="0"/>
                </a:lnTo>
                <a:close/>
              </a:path>
            </a:pathLst>
          </a:cu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40000"/>
              </a:lnSpc>
            </a:pPr>
            <a:endParaRPr lang="en-US" sz="1600" dirty="0">
              <a:solidFill>
                <a:schemeClr val="tx1"/>
              </a:solidFill>
            </a:endParaRPr>
          </a:p>
        </p:txBody>
      </p:sp>
    </p:spTree>
    <p:extLst>
      <p:ext uri="{BB962C8B-B14F-4D97-AF65-F5344CB8AC3E}">
        <p14:creationId xmlns:p14="http://schemas.microsoft.com/office/powerpoint/2010/main" val="31265721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platzhalter 2">
            <a:extLst>
              <a:ext uri="{FF2B5EF4-FFF2-40B4-BE49-F238E27FC236}">
                <a16:creationId xmlns:a16="http://schemas.microsoft.com/office/drawing/2014/main" id="{7D69052E-9CCF-AAE5-AD65-1A5C10D41B87}"/>
              </a:ext>
            </a:extLst>
          </p:cNvPr>
          <p:cNvSpPr txBox="1">
            <a:spLocks/>
          </p:cNvSpPr>
          <p:nvPr/>
        </p:nvSpPr>
        <p:spPr bwMode="invGray">
          <a:xfrm>
            <a:off x="2819372" y="2528771"/>
            <a:ext cx="2520544" cy="2100454"/>
          </a:xfrm>
          <a:prstGeom prst="hexagon">
            <a:avLst/>
          </a:prstGeom>
          <a:solidFill>
            <a:schemeClr val="tx2"/>
          </a:solidFill>
          <a:ln w="19050">
            <a:solidFill>
              <a:schemeClr val="tx2"/>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b="1" dirty="0">
                <a:solidFill>
                  <a:schemeClr val="bg2"/>
                </a:solidFill>
              </a:rPr>
              <a:t>Lorem ipsum</a:t>
            </a:r>
          </a:p>
        </p:txBody>
      </p:sp>
      <p:sp>
        <p:nvSpPr>
          <p:cNvPr id="37" name="Textplatzhalter 2">
            <a:extLst>
              <a:ext uri="{FF2B5EF4-FFF2-40B4-BE49-F238E27FC236}">
                <a16:creationId xmlns:a16="http://schemas.microsoft.com/office/drawing/2014/main" id="{4B476924-1F62-4E04-0335-7F897461E200}"/>
              </a:ext>
            </a:extLst>
          </p:cNvPr>
          <p:cNvSpPr txBox="1">
            <a:spLocks/>
          </p:cNvSpPr>
          <p:nvPr/>
        </p:nvSpPr>
        <p:spPr bwMode="invGray">
          <a:xfrm>
            <a:off x="4943933" y="1412875"/>
            <a:ext cx="2519998" cy="2099998"/>
          </a:xfrm>
          <a:prstGeom prst="hexagon">
            <a:avLst/>
          </a:prstGeom>
          <a:noFill/>
          <a:ln w="19050">
            <a:solidFill>
              <a:schemeClr val="tx2"/>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dirty="0"/>
              <a:t>Lorem ipsum </a:t>
            </a:r>
            <a:br>
              <a:rPr lang="en-US" dirty="0"/>
            </a:br>
            <a:r>
              <a:rPr lang="en-US" dirty="0"/>
              <a:t>dolor sit amet, consectetuer adipiscing elit.</a:t>
            </a:r>
          </a:p>
        </p:txBody>
      </p:sp>
      <p:sp>
        <p:nvSpPr>
          <p:cNvPr id="38" name="Textplatzhalter 2">
            <a:extLst>
              <a:ext uri="{FF2B5EF4-FFF2-40B4-BE49-F238E27FC236}">
                <a16:creationId xmlns:a16="http://schemas.microsoft.com/office/drawing/2014/main" id="{6AAC9B91-3EF0-FCA0-6994-2D0DCF54663B}"/>
              </a:ext>
            </a:extLst>
          </p:cNvPr>
          <p:cNvSpPr txBox="1">
            <a:spLocks/>
          </p:cNvSpPr>
          <p:nvPr/>
        </p:nvSpPr>
        <p:spPr bwMode="invGray">
          <a:xfrm>
            <a:off x="4943933" y="3645343"/>
            <a:ext cx="2519998" cy="2099998"/>
          </a:xfrm>
          <a:prstGeom prst="hexagon">
            <a:avLst/>
          </a:prstGeom>
          <a:noFill/>
          <a:ln w="19050">
            <a:solidFill>
              <a:schemeClr val="tx2"/>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dirty="0"/>
              <a:t>Lorem ipsum </a:t>
            </a:r>
            <a:br>
              <a:rPr lang="en-US" dirty="0"/>
            </a:br>
            <a:r>
              <a:rPr lang="en-US" dirty="0"/>
              <a:t>dolor sit amet, consectetuer adipiscing elit.</a:t>
            </a:r>
          </a:p>
        </p:txBody>
      </p:sp>
      <p:sp>
        <p:nvSpPr>
          <p:cNvPr id="39" name="Textplatzhalter 2">
            <a:extLst>
              <a:ext uri="{FF2B5EF4-FFF2-40B4-BE49-F238E27FC236}">
                <a16:creationId xmlns:a16="http://schemas.microsoft.com/office/drawing/2014/main" id="{051DDE8E-DB38-02FC-CAB9-239A1CA4C7E2}"/>
              </a:ext>
            </a:extLst>
          </p:cNvPr>
          <p:cNvSpPr txBox="1">
            <a:spLocks/>
          </p:cNvSpPr>
          <p:nvPr/>
        </p:nvSpPr>
        <p:spPr bwMode="invGray">
          <a:xfrm>
            <a:off x="7068169" y="2529219"/>
            <a:ext cx="2519998" cy="2099998"/>
          </a:xfrm>
          <a:prstGeom prst="hexagon">
            <a:avLst/>
          </a:prstGeom>
          <a:noFill/>
          <a:ln w="19050">
            <a:solidFill>
              <a:schemeClr val="tx2"/>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dirty="0"/>
              <a:t>Lorem ipsum </a:t>
            </a:r>
            <a:br>
              <a:rPr lang="en-US" dirty="0"/>
            </a:br>
            <a:r>
              <a:rPr lang="en-US" dirty="0"/>
              <a:t>dolor sit amet, consectetuer adipiscing elit.</a:t>
            </a:r>
          </a:p>
        </p:txBody>
      </p:sp>
      <p:sp>
        <p:nvSpPr>
          <p:cNvPr id="40" name="Textplatzhalter 2">
            <a:extLst>
              <a:ext uri="{FF2B5EF4-FFF2-40B4-BE49-F238E27FC236}">
                <a16:creationId xmlns:a16="http://schemas.microsoft.com/office/drawing/2014/main" id="{EF0D48CB-CE57-9C24-B4B5-2B73219E33D4}"/>
              </a:ext>
            </a:extLst>
          </p:cNvPr>
          <p:cNvSpPr txBox="1">
            <a:spLocks/>
          </p:cNvSpPr>
          <p:nvPr/>
        </p:nvSpPr>
        <p:spPr bwMode="invGray">
          <a:xfrm>
            <a:off x="9192511" y="3645343"/>
            <a:ext cx="2519998" cy="2099998"/>
          </a:xfrm>
          <a:prstGeom prst="hexagon">
            <a:avLst/>
          </a:prstGeom>
          <a:noFill/>
          <a:ln w="19050">
            <a:solidFill>
              <a:schemeClr val="tx2"/>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dirty="0"/>
              <a:t>Lorem ipsum </a:t>
            </a:r>
            <a:br>
              <a:rPr lang="en-US" dirty="0"/>
            </a:br>
            <a:r>
              <a:rPr lang="en-US" dirty="0"/>
              <a:t>dolor sit amet, consectetuer adipiscing elit.</a:t>
            </a:r>
          </a:p>
        </p:txBody>
      </p:sp>
      <p:sp>
        <p:nvSpPr>
          <p:cNvPr id="41" name="Textplatzhalter 2">
            <a:extLst>
              <a:ext uri="{FF2B5EF4-FFF2-40B4-BE49-F238E27FC236}">
                <a16:creationId xmlns:a16="http://schemas.microsoft.com/office/drawing/2014/main" id="{8FCE7613-9483-1F1C-8E46-7A57B7BA6773}"/>
              </a:ext>
            </a:extLst>
          </p:cNvPr>
          <p:cNvSpPr txBox="1">
            <a:spLocks/>
          </p:cNvSpPr>
          <p:nvPr/>
        </p:nvSpPr>
        <p:spPr bwMode="invGray">
          <a:xfrm>
            <a:off x="7068169" y="284787"/>
            <a:ext cx="2519998" cy="2099998"/>
          </a:xfrm>
          <a:prstGeom prst="hexagon">
            <a:avLst/>
          </a:prstGeom>
          <a:noFill/>
          <a:ln w="19050">
            <a:solidFill>
              <a:schemeClr val="tx2"/>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dirty="0"/>
              <a:t>Lorem ipsum </a:t>
            </a:r>
            <a:br>
              <a:rPr lang="en-US" dirty="0"/>
            </a:br>
            <a:r>
              <a:rPr lang="en-US" dirty="0"/>
              <a:t>dolor sit amet, consectetuer adipiscing elit.</a:t>
            </a:r>
          </a:p>
        </p:txBody>
      </p:sp>
      <p:graphicFrame>
        <p:nvGraphicFramePr>
          <p:cNvPr id="3" name="Objekt 2" hidden="1"/>
          <p:cNvGraphicFramePr>
            <a:graphicFrameLocks noChangeAspect="1"/>
          </p:cNvGraphicFramePr>
          <p:nvPr>
            <p:custDataLst>
              <p:tags r:id="rId1"/>
            </p:custDataLst>
          </p:nvPr>
        </p:nvGraphicFramePr>
        <p:xfrm>
          <a:off x="1525589" y="1589"/>
          <a:ext cx="1587" cy="1587"/>
        </p:xfrm>
        <a:graphic>
          <a:graphicData uri="http://schemas.openxmlformats.org/presentationml/2006/ole">
            <mc:AlternateContent xmlns:mc="http://schemas.openxmlformats.org/markup-compatibility/2006">
              <mc:Choice xmlns:v="urn:schemas-microsoft-com:vml" Requires="v">
                <p:oleObj name="think-cell Folie" r:id="rId5" imgW="360" imgH="360" progId="TCLayout.ActiveDocument.1">
                  <p:embed/>
                </p:oleObj>
              </mc:Choice>
              <mc:Fallback>
                <p:oleObj name="think-cell Folie" r:id="rId5" imgW="360" imgH="360" progId="TCLayout.ActiveDocument.1">
                  <p:embed/>
                  <p:pic>
                    <p:nvPicPr>
                      <p:cNvPr id="3" name="Objekt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5589"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hteck 3" hidden="1">
            <a:extLst>
              <a:ext uri="{FF2B5EF4-FFF2-40B4-BE49-F238E27FC236}">
                <a16:creationId xmlns:a16="http://schemas.microsoft.com/office/drawing/2014/main" id="{BA2FC7C1-D5C7-479E-BAF2-E52478AD1CED}"/>
              </a:ext>
            </a:extLst>
          </p:cNvPr>
          <p:cNvSpPr/>
          <p:nvPr>
            <p:custDataLst>
              <p:tags r:id="rId2"/>
            </p:custDataLst>
          </p:nvPr>
        </p:nvSpPr>
        <p:spPr bwMode="gray">
          <a:xfrm>
            <a:off x="0" y="0"/>
            <a:ext cx="158750" cy="15875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dirty="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13" name="Titel 12">
            <a:extLst>
              <a:ext uri="{FF2B5EF4-FFF2-40B4-BE49-F238E27FC236}">
                <a16:creationId xmlns:a16="http://schemas.microsoft.com/office/drawing/2014/main" id="{778F22E3-561E-AA8B-B939-77E11108ACA9}"/>
              </a:ext>
            </a:extLst>
          </p:cNvPr>
          <p:cNvSpPr>
            <a:spLocks noGrp="1"/>
          </p:cNvSpPr>
          <p:nvPr>
            <p:ph type="title"/>
          </p:nvPr>
        </p:nvSpPr>
        <p:spPr bwMode="gray">
          <a:xfrm>
            <a:off x="479424" y="477000"/>
            <a:ext cx="11233151" cy="720000"/>
          </a:xfrm>
        </p:spPr>
        <p:txBody>
          <a:bodyPr/>
          <a:lstStyle/>
          <a:p>
            <a:r>
              <a:rPr lang="en-US" dirty="0"/>
              <a:t>Honeycombs with text</a:t>
            </a:r>
          </a:p>
        </p:txBody>
      </p:sp>
      <p:sp>
        <p:nvSpPr>
          <p:cNvPr id="12" name="Textplatzhalter 11">
            <a:extLst>
              <a:ext uri="{FF2B5EF4-FFF2-40B4-BE49-F238E27FC236}">
                <a16:creationId xmlns:a16="http://schemas.microsoft.com/office/drawing/2014/main" id="{AC9FC702-B816-9DD1-D6F6-42785E8D0AFD}"/>
              </a:ext>
            </a:extLst>
          </p:cNvPr>
          <p:cNvSpPr>
            <a:spLocks noGrp="1"/>
          </p:cNvSpPr>
          <p:nvPr>
            <p:ph type="body" sz="quarter" idx="13"/>
          </p:nvPr>
        </p:nvSpPr>
        <p:spPr bwMode="invGray"/>
        <p:txBody>
          <a:bodyPr/>
          <a:lstStyle/>
          <a:p>
            <a:endParaRPr lang="en-US" dirty="0"/>
          </a:p>
        </p:txBody>
      </p:sp>
      <p:sp>
        <p:nvSpPr>
          <p:cNvPr id="6" name="Fußzeilenplatzhalter 5">
            <a:extLst>
              <a:ext uri="{FF2B5EF4-FFF2-40B4-BE49-F238E27FC236}">
                <a16:creationId xmlns:a16="http://schemas.microsoft.com/office/drawing/2014/main" id="{58067AB0-FC22-CCBA-CC0D-6DCAF2F72C8F}"/>
              </a:ext>
            </a:extLst>
          </p:cNvPr>
          <p:cNvSpPr>
            <a:spLocks noGrp="1"/>
          </p:cNvSpPr>
          <p:nvPr>
            <p:ph type="ftr" sz="quarter" idx="14"/>
          </p:nvPr>
        </p:nvSpPr>
        <p:spPr bwMode="invGray">
          <a:xfrm>
            <a:off x="6312024" y="6246836"/>
            <a:ext cx="5040560" cy="288000"/>
          </a:xfrm>
        </p:spPr>
        <p:txBody>
          <a:bodyPr/>
          <a:lstStyle/>
          <a:p>
            <a:r>
              <a:rPr lang="en-US" dirty="0"/>
              <a:t>Slide library    |     ONLY FOR INTERNAL USE</a:t>
            </a:r>
          </a:p>
        </p:txBody>
      </p:sp>
      <p:sp>
        <p:nvSpPr>
          <p:cNvPr id="7" name="Foliennummernplatzhalter 6">
            <a:extLst>
              <a:ext uri="{FF2B5EF4-FFF2-40B4-BE49-F238E27FC236}">
                <a16:creationId xmlns:a16="http://schemas.microsoft.com/office/drawing/2014/main" id="{38AD6C49-BF99-0A7D-8AC3-53DEA917E9F4}"/>
              </a:ext>
            </a:extLst>
          </p:cNvPr>
          <p:cNvSpPr>
            <a:spLocks noGrp="1"/>
          </p:cNvSpPr>
          <p:nvPr>
            <p:ph type="sldNum" sz="quarter" idx="15"/>
          </p:nvPr>
        </p:nvSpPr>
        <p:spPr bwMode="invGray">
          <a:xfrm>
            <a:off x="11424592" y="6246836"/>
            <a:ext cx="288000" cy="288000"/>
          </a:xfrm>
        </p:spPr>
        <p:txBody>
          <a:bodyPr/>
          <a:lstStyle/>
          <a:p>
            <a:fld id="{8FF9B0DE-3FEB-4AA0-B465-B80EF7C1333D}" type="slidenum">
              <a:rPr lang="en-US" smtClean="0"/>
              <a:pPr/>
              <a:t>44</a:t>
            </a:fld>
            <a:endParaRPr lang="en-US" dirty="0"/>
          </a:p>
        </p:txBody>
      </p:sp>
      <p:pic>
        <p:nvPicPr>
          <p:cNvPr id="5" name="Grafik 4">
            <a:extLst>
              <a:ext uri="{FF2B5EF4-FFF2-40B4-BE49-F238E27FC236}">
                <a16:creationId xmlns:a16="http://schemas.microsoft.com/office/drawing/2014/main" id="{9295C971-279D-5E86-C395-E219CD739C2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17530" y="3032956"/>
            <a:ext cx="2339948" cy="2339948"/>
          </a:xfrm>
          <a:prstGeom prst="rect">
            <a:avLst/>
          </a:prstGeom>
        </p:spPr>
      </p:pic>
    </p:spTree>
    <p:extLst>
      <p:ext uri="{BB962C8B-B14F-4D97-AF65-F5344CB8AC3E}">
        <p14:creationId xmlns:p14="http://schemas.microsoft.com/office/powerpoint/2010/main" val="6370225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platzhalter 2">
            <a:extLst>
              <a:ext uri="{FF2B5EF4-FFF2-40B4-BE49-F238E27FC236}">
                <a16:creationId xmlns:a16="http://schemas.microsoft.com/office/drawing/2014/main" id="{007C331A-D1E7-992D-DE5F-58114C723759}"/>
              </a:ext>
            </a:extLst>
          </p:cNvPr>
          <p:cNvSpPr txBox="1">
            <a:spLocks/>
          </p:cNvSpPr>
          <p:nvPr/>
        </p:nvSpPr>
        <p:spPr bwMode="gray">
          <a:xfrm>
            <a:off x="8976320" y="296652"/>
            <a:ext cx="2520386" cy="2100416"/>
          </a:xfrm>
          <a:prstGeom prst="hexagon">
            <a:avLst/>
          </a:prstGeom>
          <a:noFill/>
          <a:ln w="19050">
            <a:solidFill>
              <a:schemeClr val="bg2"/>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ctr">
              <a:buNone/>
            </a:pPr>
            <a:r>
              <a:rPr lang="en-US" dirty="0"/>
              <a:t>Lorem ipsum </a:t>
            </a:r>
            <a:br>
              <a:rPr lang="en-US" dirty="0"/>
            </a:br>
            <a:r>
              <a:rPr lang="en-US" dirty="0"/>
              <a:t>dolor sit amet, consectetuer adipiscing elit.</a:t>
            </a:r>
          </a:p>
        </p:txBody>
      </p:sp>
      <p:sp>
        <p:nvSpPr>
          <p:cNvPr id="22" name="Textplatzhalter 2">
            <a:extLst>
              <a:ext uri="{FF2B5EF4-FFF2-40B4-BE49-F238E27FC236}">
                <a16:creationId xmlns:a16="http://schemas.microsoft.com/office/drawing/2014/main" id="{69D8E31F-A987-3232-A14B-9E659BC0F945}"/>
              </a:ext>
            </a:extLst>
          </p:cNvPr>
          <p:cNvSpPr txBox="1">
            <a:spLocks/>
          </p:cNvSpPr>
          <p:nvPr/>
        </p:nvSpPr>
        <p:spPr bwMode="gray">
          <a:xfrm>
            <a:off x="6852084" y="1412776"/>
            <a:ext cx="2520386" cy="2100416"/>
          </a:xfrm>
          <a:prstGeom prst="hexagon">
            <a:avLst/>
          </a:prstGeom>
          <a:noFill/>
          <a:ln w="19050">
            <a:solidFill>
              <a:schemeClr val="bg2"/>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ctr">
              <a:buNone/>
            </a:pPr>
            <a:r>
              <a:rPr lang="en-US" dirty="0"/>
              <a:t>Lorem ipsum </a:t>
            </a:r>
            <a:br>
              <a:rPr lang="en-US" dirty="0"/>
            </a:br>
            <a:r>
              <a:rPr lang="en-US" dirty="0"/>
              <a:t>dolor sit amet, consectetuer adipiscing elit.</a:t>
            </a:r>
          </a:p>
        </p:txBody>
      </p:sp>
      <p:sp>
        <p:nvSpPr>
          <p:cNvPr id="16" name="Textplatzhalter 2">
            <a:extLst>
              <a:ext uri="{FF2B5EF4-FFF2-40B4-BE49-F238E27FC236}">
                <a16:creationId xmlns:a16="http://schemas.microsoft.com/office/drawing/2014/main" id="{53DB8DBD-5B28-07F1-5F85-2B8C765C27C9}"/>
              </a:ext>
            </a:extLst>
          </p:cNvPr>
          <p:cNvSpPr txBox="1">
            <a:spLocks/>
          </p:cNvSpPr>
          <p:nvPr/>
        </p:nvSpPr>
        <p:spPr bwMode="gray">
          <a:xfrm>
            <a:off x="4727742" y="2528900"/>
            <a:ext cx="2520386" cy="2100416"/>
          </a:xfrm>
          <a:prstGeom prst="hexagon">
            <a:avLst/>
          </a:prstGeom>
          <a:noFill/>
          <a:ln w="19050">
            <a:solidFill>
              <a:schemeClr val="bg2"/>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ctr">
              <a:buNone/>
            </a:pPr>
            <a:r>
              <a:rPr lang="en-US" dirty="0"/>
              <a:t>Lorem ipsum </a:t>
            </a:r>
            <a:br>
              <a:rPr lang="en-US" dirty="0"/>
            </a:br>
            <a:r>
              <a:rPr lang="en-US" dirty="0"/>
              <a:t>dolor sit amet, consectetuer adipiscing elit.</a:t>
            </a:r>
          </a:p>
        </p:txBody>
      </p:sp>
      <p:sp>
        <p:nvSpPr>
          <p:cNvPr id="14" name="Textplatzhalter 2">
            <a:extLst>
              <a:ext uri="{FF2B5EF4-FFF2-40B4-BE49-F238E27FC236}">
                <a16:creationId xmlns:a16="http://schemas.microsoft.com/office/drawing/2014/main" id="{6B6AD7B6-7BF3-4EAE-2766-821B4F4344B6}"/>
              </a:ext>
            </a:extLst>
          </p:cNvPr>
          <p:cNvSpPr txBox="1">
            <a:spLocks/>
          </p:cNvSpPr>
          <p:nvPr/>
        </p:nvSpPr>
        <p:spPr bwMode="gray">
          <a:xfrm>
            <a:off x="2603506" y="3645024"/>
            <a:ext cx="2520386" cy="2100416"/>
          </a:xfrm>
          <a:prstGeom prst="hexagon">
            <a:avLst/>
          </a:prstGeom>
          <a:noFill/>
          <a:ln w="19050">
            <a:solidFill>
              <a:schemeClr val="bg2"/>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ctr">
              <a:buNone/>
            </a:pPr>
            <a:r>
              <a:rPr lang="en-US" dirty="0"/>
              <a:t>Lorem ipsum </a:t>
            </a:r>
            <a:br>
              <a:rPr lang="en-US" dirty="0"/>
            </a:br>
            <a:r>
              <a:rPr lang="en-US" dirty="0"/>
              <a:t>dolor sit amet, consectetuer adipiscing elit.</a:t>
            </a:r>
          </a:p>
        </p:txBody>
      </p:sp>
      <p:sp>
        <p:nvSpPr>
          <p:cNvPr id="23" name="Textplatzhalter 2">
            <a:extLst>
              <a:ext uri="{FF2B5EF4-FFF2-40B4-BE49-F238E27FC236}">
                <a16:creationId xmlns:a16="http://schemas.microsoft.com/office/drawing/2014/main" id="{FA12CD4E-AE22-BD9C-EEA6-4067F0CB3F46}"/>
              </a:ext>
            </a:extLst>
          </p:cNvPr>
          <p:cNvSpPr txBox="1">
            <a:spLocks/>
          </p:cNvSpPr>
          <p:nvPr/>
        </p:nvSpPr>
        <p:spPr bwMode="gray">
          <a:xfrm>
            <a:off x="479381" y="2528907"/>
            <a:ext cx="2520218" cy="2100182"/>
          </a:xfrm>
          <a:prstGeom prst="hexagon">
            <a:avLst/>
          </a:prstGeom>
          <a:solidFill>
            <a:schemeClr val="accent1"/>
          </a:solidFill>
          <a:ln w="19050">
            <a:solidFill>
              <a:schemeClr val="bg2"/>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b="1" dirty="0">
                <a:solidFill>
                  <a:schemeClr val="tx2"/>
                </a:solidFill>
              </a:rPr>
              <a:t>Lorem ipsum</a:t>
            </a:r>
          </a:p>
        </p:txBody>
      </p:sp>
      <p:graphicFrame>
        <p:nvGraphicFramePr>
          <p:cNvPr id="3" name="Objekt 2" hidden="1"/>
          <p:cNvGraphicFramePr>
            <a:graphicFrameLocks noChangeAspect="1"/>
          </p:cNvGraphicFramePr>
          <p:nvPr>
            <p:custDataLst>
              <p:tags r:id="rId1"/>
            </p:custDataLst>
          </p:nvPr>
        </p:nvGraphicFramePr>
        <p:xfrm>
          <a:off x="1525589" y="1589"/>
          <a:ext cx="1587" cy="1587"/>
        </p:xfrm>
        <a:graphic>
          <a:graphicData uri="http://schemas.openxmlformats.org/presentationml/2006/ole">
            <mc:AlternateContent xmlns:mc="http://schemas.openxmlformats.org/markup-compatibility/2006">
              <mc:Choice xmlns:v="urn:schemas-microsoft-com:vml" Requires="v">
                <p:oleObj name="think-cell Folie" r:id="rId5" imgW="360" imgH="360" progId="TCLayout.ActiveDocument.1">
                  <p:embed/>
                </p:oleObj>
              </mc:Choice>
              <mc:Fallback>
                <p:oleObj name="think-cell Folie" r:id="rId5" imgW="360" imgH="360" progId="TCLayout.ActiveDocument.1">
                  <p:embed/>
                  <p:pic>
                    <p:nvPicPr>
                      <p:cNvPr id="3" name="Objekt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5589"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hteck 3" hidden="1">
            <a:extLst>
              <a:ext uri="{FF2B5EF4-FFF2-40B4-BE49-F238E27FC236}">
                <a16:creationId xmlns:a16="http://schemas.microsoft.com/office/drawing/2014/main" id="{BA2FC7C1-D5C7-479E-BAF2-E52478AD1CED}"/>
              </a:ext>
            </a:extLst>
          </p:cNvPr>
          <p:cNvSpPr/>
          <p:nvPr>
            <p:custDataLst>
              <p:tags r:id="rId2"/>
            </p:custDataLst>
          </p:nvPr>
        </p:nvSpPr>
        <p:spPr bwMode="gray">
          <a:xfrm>
            <a:off x="0" y="0"/>
            <a:ext cx="158750" cy="15875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dirty="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13" name="Titel 12">
            <a:extLst>
              <a:ext uri="{FF2B5EF4-FFF2-40B4-BE49-F238E27FC236}">
                <a16:creationId xmlns:a16="http://schemas.microsoft.com/office/drawing/2014/main" id="{778F22E3-561E-AA8B-B939-77E11108ACA9}"/>
              </a:ext>
            </a:extLst>
          </p:cNvPr>
          <p:cNvSpPr>
            <a:spLocks noGrp="1"/>
          </p:cNvSpPr>
          <p:nvPr>
            <p:ph type="title"/>
          </p:nvPr>
        </p:nvSpPr>
        <p:spPr bwMode="gray">
          <a:xfrm>
            <a:off x="479424" y="477000"/>
            <a:ext cx="11233151" cy="720000"/>
          </a:xfrm>
        </p:spPr>
        <p:txBody>
          <a:bodyPr/>
          <a:lstStyle/>
          <a:p>
            <a:r>
              <a:rPr lang="en-US" dirty="0"/>
              <a:t>Honeycombs with text</a:t>
            </a:r>
          </a:p>
        </p:txBody>
      </p:sp>
      <p:sp>
        <p:nvSpPr>
          <p:cNvPr id="25" name="Textplatzhalter 24">
            <a:extLst>
              <a:ext uri="{FF2B5EF4-FFF2-40B4-BE49-F238E27FC236}">
                <a16:creationId xmlns:a16="http://schemas.microsoft.com/office/drawing/2014/main" id="{F082A89E-3B9F-2705-E52F-8F4F5FE6112D}"/>
              </a:ext>
            </a:extLst>
          </p:cNvPr>
          <p:cNvSpPr>
            <a:spLocks noGrp="1"/>
          </p:cNvSpPr>
          <p:nvPr>
            <p:ph type="body" sz="quarter" idx="13"/>
          </p:nvPr>
        </p:nvSpPr>
        <p:spPr bwMode="gray">
          <a:xfrm>
            <a:off x="479998" y="5805280"/>
            <a:ext cx="8227272" cy="155716"/>
          </a:xfrm>
        </p:spPr>
        <p:txBody>
          <a:bodyPr/>
          <a:lstStyle/>
          <a:p>
            <a:endParaRPr lang="en-US" dirty="0"/>
          </a:p>
        </p:txBody>
      </p:sp>
      <p:sp>
        <p:nvSpPr>
          <p:cNvPr id="6" name="Fußzeilenplatzhalter 5">
            <a:extLst>
              <a:ext uri="{FF2B5EF4-FFF2-40B4-BE49-F238E27FC236}">
                <a16:creationId xmlns:a16="http://schemas.microsoft.com/office/drawing/2014/main" id="{9ACCF6B8-1753-5743-5870-A93147E3CF57}"/>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9" name="Foliennummernplatzhalter 8">
            <a:extLst>
              <a:ext uri="{FF2B5EF4-FFF2-40B4-BE49-F238E27FC236}">
                <a16:creationId xmlns:a16="http://schemas.microsoft.com/office/drawing/2014/main" id="{2969824C-4187-6B69-90CC-E96D6245582B}"/>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45</a:t>
            </a:fld>
            <a:endParaRPr lang="en-US" dirty="0"/>
          </a:p>
        </p:txBody>
      </p:sp>
      <p:sp>
        <p:nvSpPr>
          <p:cNvPr id="11" name="Textplatzhalter 2">
            <a:extLst>
              <a:ext uri="{FF2B5EF4-FFF2-40B4-BE49-F238E27FC236}">
                <a16:creationId xmlns:a16="http://schemas.microsoft.com/office/drawing/2014/main" id="{F74541EE-2EA7-AF32-6956-32A6E9E96592}"/>
              </a:ext>
            </a:extLst>
          </p:cNvPr>
          <p:cNvSpPr txBox="1">
            <a:spLocks/>
          </p:cNvSpPr>
          <p:nvPr/>
        </p:nvSpPr>
        <p:spPr bwMode="gray">
          <a:xfrm>
            <a:off x="2603506" y="1412776"/>
            <a:ext cx="2520386" cy="2100416"/>
          </a:xfrm>
          <a:prstGeom prst="hexagon">
            <a:avLst/>
          </a:prstGeom>
          <a:noFill/>
          <a:ln w="19050">
            <a:solidFill>
              <a:schemeClr val="bg2"/>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ctr">
              <a:buNone/>
            </a:pPr>
            <a:r>
              <a:rPr lang="en-US" dirty="0"/>
              <a:t>Lorem ipsum </a:t>
            </a:r>
            <a:br>
              <a:rPr lang="en-US" dirty="0"/>
            </a:br>
            <a:r>
              <a:rPr lang="en-US" dirty="0"/>
              <a:t>dolor sit amet, consectetuer adipiscing elit.</a:t>
            </a:r>
          </a:p>
        </p:txBody>
      </p:sp>
      <p:pic>
        <p:nvPicPr>
          <p:cNvPr id="5" name="Grafik 4">
            <a:extLst>
              <a:ext uri="{FF2B5EF4-FFF2-40B4-BE49-F238E27FC236}">
                <a16:creationId xmlns:a16="http://schemas.microsoft.com/office/drawing/2014/main" id="{1D9D58C6-4351-9551-C83C-B544CEC0A01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707270" y="3663184"/>
            <a:ext cx="2789436" cy="2789436"/>
          </a:xfrm>
          <a:prstGeom prst="rect">
            <a:avLst/>
          </a:prstGeom>
        </p:spPr>
      </p:pic>
    </p:spTree>
    <p:extLst>
      <p:ext uri="{BB962C8B-B14F-4D97-AF65-F5344CB8AC3E}">
        <p14:creationId xmlns:p14="http://schemas.microsoft.com/office/powerpoint/2010/main" val="15908356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C5720B7D-BDC6-542A-5894-DFA3EE4F2EDC}"/>
              </a:ext>
            </a:extLst>
          </p:cNvPr>
          <p:cNvSpPr/>
          <p:nvPr/>
        </p:nvSpPr>
        <p:spPr bwMode="gray">
          <a:xfrm>
            <a:off x="0" y="0"/>
            <a:ext cx="12192000" cy="6858000"/>
          </a:xfrm>
          <a:prstGeom prst="rect">
            <a:avLst/>
          </a:prstGeom>
          <a:solidFill>
            <a:srgbClr val="FBF9AA"/>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pic>
        <p:nvPicPr>
          <p:cNvPr id="15" name="Grafik 14">
            <a:extLst>
              <a:ext uri="{FF2B5EF4-FFF2-40B4-BE49-F238E27FC236}">
                <a16:creationId xmlns:a16="http://schemas.microsoft.com/office/drawing/2014/main" id="{7A23C232-85B8-156B-0829-FBCE7BC0A2FD}"/>
              </a:ext>
            </a:extLst>
          </p:cNvPr>
          <p:cNvPicPr>
            <a:picLocks noChangeAspect="1"/>
          </p:cNvPicPr>
          <p:nvPr/>
        </p:nvPicPr>
        <p:blipFill rotWithShape="1">
          <a:blip>
            <a:extLst>
              <a:ext uri="{96DAC541-7B7A-43D3-8B79-37D633B846F1}">
                <asvg:svgBlip xmlns:asvg="http://schemas.microsoft.com/office/drawing/2016/SVG/main" r:embed="rId5"/>
              </a:ext>
            </a:extLst>
          </a:blip>
          <a:srcRect l="34504" r="43474" b="48243"/>
          <a:stretch/>
        </p:blipFill>
        <p:spPr>
          <a:xfrm>
            <a:off x="8454278" y="1916832"/>
            <a:ext cx="3737718" cy="4941168"/>
          </a:xfrm>
          <a:prstGeom prst="rect">
            <a:avLst/>
          </a:prstGeom>
        </p:spPr>
      </p:pic>
      <p:graphicFrame>
        <p:nvGraphicFramePr>
          <p:cNvPr id="3" name="Objekt 2" hidden="1"/>
          <p:cNvGraphicFramePr>
            <a:graphicFrameLocks noChangeAspect="1"/>
          </p:cNvGraphicFramePr>
          <p:nvPr>
            <p:custDataLst>
              <p:tags r:id="rId1"/>
            </p:custDataLst>
          </p:nvPr>
        </p:nvGraphicFramePr>
        <p:xfrm>
          <a:off x="1525589" y="1589"/>
          <a:ext cx="1587" cy="1587"/>
        </p:xfrm>
        <a:graphic>
          <a:graphicData uri="http://schemas.openxmlformats.org/presentationml/2006/ole">
            <mc:AlternateContent xmlns:mc="http://schemas.openxmlformats.org/markup-compatibility/2006">
              <mc:Choice xmlns:v="urn:schemas-microsoft-com:vml" Requires="v">
                <p:oleObj name="think-cell Folie" r:id="rId6" imgW="360" imgH="360" progId="TCLayout.ActiveDocument.1">
                  <p:embed/>
                </p:oleObj>
              </mc:Choice>
              <mc:Fallback>
                <p:oleObj name="think-cell Folie" r:id="rId6" imgW="360" imgH="360" progId="TCLayout.ActiveDocument.1">
                  <p:embed/>
                  <p:pic>
                    <p:nvPicPr>
                      <p:cNvPr id="3" name="Objekt 2"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5589"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hteck 3" hidden="1">
            <a:extLst>
              <a:ext uri="{FF2B5EF4-FFF2-40B4-BE49-F238E27FC236}">
                <a16:creationId xmlns:a16="http://schemas.microsoft.com/office/drawing/2014/main" id="{BA2FC7C1-D5C7-479E-BAF2-E52478AD1CED}"/>
              </a:ext>
            </a:extLst>
          </p:cNvPr>
          <p:cNvSpPr/>
          <p:nvPr>
            <p:custDataLst>
              <p:tags r:id="rId2"/>
            </p:custDataLst>
          </p:nvPr>
        </p:nvSpPr>
        <p:spPr bwMode="gray">
          <a:xfrm>
            <a:off x="0" y="0"/>
            <a:ext cx="158750" cy="15875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dirty="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13" name="Titel 12">
            <a:extLst>
              <a:ext uri="{FF2B5EF4-FFF2-40B4-BE49-F238E27FC236}">
                <a16:creationId xmlns:a16="http://schemas.microsoft.com/office/drawing/2014/main" id="{778F22E3-561E-AA8B-B939-77E11108ACA9}"/>
              </a:ext>
            </a:extLst>
          </p:cNvPr>
          <p:cNvSpPr>
            <a:spLocks noGrp="1"/>
          </p:cNvSpPr>
          <p:nvPr>
            <p:ph type="title"/>
          </p:nvPr>
        </p:nvSpPr>
        <p:spPr bwMode="gray">
          <a:xfrm>
            <a:off x="479424" y="477000"/>
            <a:ext cx="11233151" cy="720000"/>
          </a:xfrm>
        </p:spPr>
        <p:txBody>
          <a:bodyPr/>
          <a:lstStyle/>
          <a:p>
            <a:r>
              <a:rPr lang="en-US" dirty="0"/>
              <a:t>Honeycombs with text</a:t>
            </a:r>
          </a:p>
        </p:txBody>
      </p:sp>
      <p:sp>
        <p:nvSpPr>
          <p:cNvPr id="12" name="Textplatzhalter 11">
            <a:extLst>
              <a:ext uri="{FF2B5EF4-FFF2-40B4-BE49-F238E27FC236}">
                <a16:creationId xmlns:a16="http://schemas.microsoft.com/office/drawing/2014/main" id="{1E2CA647-9176-CE02-0BB6-56869E75AFF4}"/>
              </a:ext>
            </a:extLst>
          </p:cNvPr>
          <p:cNvSpPr>
            <a:spLocks noGrp="1"/>
          </p:cNvSpPr>
          <p:nvPr>
            <p:ph type="body" sz="quarter" idx="13"/>
          </p:nvPr>
        </p:nvSpPr>
        <p:spPr bwMode="gray"/>
        <p:txBody>
          <a:bodyPr/>
          <a:lstStyle/>
          <a:p>
            <a:endParaRPr lang="en-US" dirty="0"/>
          </a:p>
        </p:txBody>
      </p:sp>
      <p:sp>
        <p:nvSpPr>
          <p:cNvPr id="7" name="Fußzeilenplatzhalter 6">
            <a:extLst>
              <a:ext uri="{FF2B5EF4-FFF2-40B4-BE49-F238E27FC236}">
                <a16:creationId xmlns:a16="http://schemas.microsoft.com/office/drawing/2014/main" id="{15CC7B9B-AF5E-6111-1986-2BA9F47459AC}"/>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8" name="Foliennummernplatzhalter 7">
            <a:extLst>
              <a:ext uri="{FF2B5EF4-FFF2-40B4-BE49-F238E27FC236}">
                <a16:creationId xmlns:a16="http://schemas.microsoft.com/office/drawing/2014/main" id="{28BA0769-300A-F6E4-0ECC-68F6F6287AA1}"/>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46</a:t>
            </a:fld>
            <a:endParaRPr lang="en-US" dirty="0"/>
          </a:p>
        </p:txBody>
      </p:sp>
      <p:sp>
        <p:nvSpPr>
          <p:cNvPr id="18" name="Textplatzhalter 2">
            <a:extLst>
              <a:ext uri="{FF2B5EF4-FFF2-40B4-BE49-F238E27FC236}">
                <a16:creationId xmlns:a16="http://schemas.microsoft.com/office/drawing/2014/main" id="{C162A3FB-8F0B-5693-AD09-0F0A0AD8D6AB}"/>
              </a:ext>
            </a:extLst>
          </p:cNvPr>
          <p:cNvSpPr txBox="1">
            <a:spLocks/>
          </p:cNvSpPr>
          <p:nvPr/>
        </p:nvSpPr>
        <p:spPr bwMode="gray">
          <a:xfrm>
            <a:off x="479482" y="2528989"/>
            <a:ext cx="2520174" cy="2100238"/>
          </a:xfrm>
          <a:prstGeom prst="hexagon">
            <a:avLst/>
          </a:prstGeom>
          <a:solidFill>
            <a:srgbClr val="FFD03D"/>
          </a:solidFill>
          <a:ln w="19050">
            <a:solidFill>
              <a:srgbClr val="FBF9AA"/>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ctr">
              <a:buNone/>
            </a:pPr>
            <a:r>
              <a:rPr lang="en-US" b="1" dirty="0"/>
              <a:t>Lorem ipsum</a:t>
            </a:r>
          </a:p>
        </p:txBody>
      </p:sp>
      <p:sp>
        <p:nvSpPr>
          <p:cNvPr id="23" name="Textplatzhalter 2">
            <a:extLst>
              <a:ext uri="{FF2B5EF4-FFF2-40B4-BE49-F238E27FC236}">
                <a16:creationId xmlns:a16="http://schemas.microsoft.com/office/drawing/2014/main" id="{FAD6F0F8-E974-2B11-6D47-95CD2269B0B9}"/>
              </a:ext>
            </a:extLst>
          </p:cNvPr>
          <p:cNvSpPr txBox="1">
            <a:spLocks/>
          </p:cNvSpPr>
          <p:nvPr/>
        </p:nvSpPr>
        <p:spPr bwMode="gray">
          <a:xfrm>
            <a:off x="2603612" y="1412865"/>
            <a:ext cx="2520174" cy="2100238"/>
          </a:xfrm>
          <a:prstGeom prst="hexagon">
            <a:avLst/>
          </a:prstGeom>
          <a:noFill/>
          <a:ln w="19050">
            <a:solidFill>
              <a:srgbClr val="FFD03D"/>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ctr">
              <a:buNone/>
            </a:pPr>
            <a:r>
              <a:rPr lang="en-US" dirty="0"/>
              <a:t>Lorem ipsum </a:t>
            </a:r>
            <a:br>
              <a:rPr lang="en-US" dirty="0"/>
            </a:br>
            <a:r>
              <a:rPr lang="en-US" dirty="0"/>
              <a:t>dolor sit amet, consectetuer adipiscing elit.</a:t>
            </a:r>
          </a:p>
        </p:txBody>
      </p:sp>
      <p:sp>
        <p:nvSpPr>
          <p:cNvPr id="25" name="Textplatzhalter 2">
            <a:extLst>
              <a:ext uri="{FF2B5EF4-FFF2-40B4-BE49-F238E27FC236}">
                <a16:creationId xmlns:a16="http://schemas.microsoft.com/office/drawing/2014/main" id="{CFE79562-5A58-1AAD-0B38-C5AD34C07BC3}"/>
              </a:ext>
            </a:extLst>
          </p:cNvPr>
          <p:cNvSpPr txBox="1">
            <a:spLocks/>
          </p:cNvSpPr>
          <p:nvPr/>
        </p:nvSpPr>
        <p:spPr bwMode="gray">
          <a:xfrm>
            <a:off x="2603612" y="3645113"/>
            <a:ext cx="2520174" cy="2100238"/>
          </a:xfrm>
          <a:prstGeom prst="hexagon">
            <a:avLst/>
          </a:prstGeom>
          <a:noFill/>
          <a:ln w="19050">
            <a:solidFill>
              <a:srgbClr val="FFD03D"/>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ctr">
              <a:buNone/>
            </a:pPr>
            <a:r>
              <a:rPr lang="en-US" dirty="0"/>
              <a:t>Lorem ipsum </a:t>
            </a:r>
            <a:br>
              <a:rPr lang="en-US" dirty="0"/>
            </a:br>
            <a:r>
              <a:rPr lang="en-US" dirty="0"/>
              <a:t>dolor sit amet, consectetuer adipiscing elit.</a:t>
            </a:r>
          </a:p>
        </p:txBody>
      </p:sp>
      <p:sp>
        <p:nvSpPr>
          <p:cNvPr id="28" name="Textplatzhalter 2">
            <a:extLst>
              <a:ext uri="{FF2B5EF4-FFF2-40B4-BE49-F238E27FC236}">
                <a16:creationId xmlns:a16="http://schemas.microsoft.com/office/drawing/2014/main" id="{D6A1C229-1E03-43BB-0D4E-62C0390836E4}"/>
              </a:ext>
            </a:extLst>
          </p:cNvPr>
          <p:cNvSpPr txBox="1">
            <a:spLocks/>
          </p:cNvSpPr>
          <p:nvPr/>
        </p:nvSpPr>
        <p:spPr bwMode="gray">
          <a:xfrm>
            <a:off x="4727848" y="2528989"/>
            <a:ext cx="2520174" cy="2100238"/>
          </a:xfrm>
          <a:prstGeom prst="hexagon">
            <a:avLst/>
          </a:prstGeom>
          <a:noFill/>
          <a:ln w="19050">
            <a:solidFill>
              <a:srgbClr val="FFD03D"/>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ctr">
              <a:buNone/>
            </a:pPr>
            <a:r>
              <a:rPr lang="en-US" dirty="0"/>
              <a:t>Lorem ipsum </a:t>
            </a:r>
            <a:br>
              <a:rPr lang="en-US" dirty="0"/>
            </a:br>
            <a:r>
              <a:rPr lang="en-US" dirty="0"/>
              <a:t>dolor sit amet, consectetuer adipiscing elit.</a:t>
            </a:r>
          </a:p>
        </p:txBody>
      </p:sp>
      <p:sp>
        <p:nvSpPr>
          <p:cNvPr id="31" name="Textplatzhalter 2">
            <a:extLst>
              <a:ext uri="{FF2B5EF4-FFF2-40B4-BE49-F238E27FC236}">
                <a16:creationId xmlns:a16="http://schemas.microsoft.com/office/drawing/2014/main" id="{3C1EE137-2909-96E3-56D5-EAFA438408CC}"/>
              </a:ext>
            </a:extLst>
          </p:cNvPr>
          <p:cNvSpPr txBox="1">
            <a:spLocks/>
          </p:cNvSpPr>
          <p:nvPr/>
        </p:nvSpPr>
        <p:spPr bwMode="gray">
          <a:xfrm>
            <a:off x="6852190" y="3645113"/>
            <a:ext cx="2520174" cy="2100238"/>
          </a:xfrm>
          <a:prstGeom prst="hexagon">
            <a:avLst/>
          </a:prstGeom>
          <a:solidFill>
            <a:srgbClr val="FBF9AA"/>
          </a:solidFill>
          <a:ln w="19050">
            <a:solidFill>
              <a:srgbClr val="FFD03D"/>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ctr">
              <a:buNone/>
            </a:pPr>
            <a:r>
              <a:rPr lang="en-US" dirty="0"/>
              <a:t>Lorem ipsum </a:t>
            </a:r>
            <a:br>
              <a:rPr lang="en-US" dirty="0"/>
            </a:br>
            <a:r>
              <a:rPr lang="en-US" dirty="0"/>
              <a:t>dolor sit amet, consectetuer adipiscing elit.</a:t>
            </a:r>
          </a:p>
        </p:txBody>
      </p:sp>
      <p:sp>
        <p:nvSpPr>
          <p:cNvPr id="33" name="Textplatzhalter 2">
            <a:extLst>
              <a:ext uri="{FF2B5EF4-FFF2-40B4-BE49-F238E27FC236}">
                <a16:creationId xmlns:a16="http://schemas.microsoft.com/office/drawing/2014/main" id="{31FBE8D6-0CB5-FDE0-DEF1-6A9C71947C04}"/>
              </a:ext>
            </a:extLst>
          </p:cNvPr>
          <p:cNvSpPr txBox="1">
            <a:spLocks/>
          </p:cNvSpPr>
          <p:nvPr/>
        </p:nvSpPr>
        <p:spPr bwMode="gray">
          <a:xfrm>
            <a:off x="6852190" y="1412865"/>
            <a:ext cx="2520174" cy="2100238"/>
          </a:xfrm>
          <a:prstGeom prst="hexagon">
            <a:avLst/>
          </a:prstGeom>
          <a:noFill/>
          <a:ln w="19050">
            <a:solidFill>
              <a:srgbClr val="FFD03D"/>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ctr">
              <a:buNone/>
            </a:pPr>
            <a:r>
              <a:rPr lang="en-US" dirty="0"/>
              <a:t>Lorem ipsum </a:t>
            </a:r>
            <a:br>
              <a:rPr lang="en-US" dirty="0"/>
            </a:br>
            <a:r>
              <a:rPr lang="en-US" dirty="0"/>
              <a:t>dolor sit amet, consectetuer adipiscing elit.</a:t>
            </a:r>
          </a:p>
        </p:txBody>
      </p:sp>
      <p:pic>
        <p:nvPicPr>
          <p:cNvPr id="2" name="Grafik 1">
            <a:extLst>
              <a:ext uri="{FF2B5EF4-FFF2-40B4-BE49-F238E27FC236}">
                <a16:creationId xmlns:a16="http://schemas.microsoft.com/office/drawing/2014/main" id="{05220844-93F3-8EF9-C38B-5588D694D2A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33707873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Grafik 68">
            <a:extLst>
              <a:ext uri="{FF2B5EF4-FFF2-40B4-BE49-F238E27FC236}">
                <a16:creationId xmlns:a16="http://schemas.microsoft.com/office/drawing/2014/main" id="{839556B9-72FA-E2EF-3F53-13E91D611DC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bwMode="invGray">
          <a:xfrm>
            <a:off x="8220500" y="1664804"/>
            <a:ext cx="2376000" cy="2376000"/>
          </a:xfrm>
          <a:prstGeom prst="rect">
            <a:avLst/>
          </a:prstGeom>
        </p:spPr>
      </p:pic>
      <p:graphicFrame>
        <p:nvGraphicFramePr>
          <p:cNvPr id="36" name="Object 35" hidden="1">
            <a:extLst>
              <a:ext uri="{FF2B5EF4-FFF2-40B4-BE49-F238E27FC236}">
                <a16:creationId xmlns:a16="http://schemas.microsoft.com/office/drawing/2014/main" id="{E6D0C821-8726-4D56-9632-F9415B75901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6" imgW="359" imgH="358" progId="TCLayout.ActiveDocument.1">
                  <p:embed/>
                </p:oleObj>
              </mc:Choice>
              <mc:Fallback>
                <p:oleObj name="think-cell Folie" r:id="rId6" imgW="359" imgH="358" progId="TCLayout.ActiveDocument.1">
                  <p:embed/>
                  <p:pic>
                    <p:nvPicPr>
                      <p:cNvPr id="36" name="Object 35" hidden="1">
                        <a:extLst>
                          <a:ext uri="{FF2B5EF4-FFF2-40B4-BE49-F238E27FC236}">
                            <a16:creationId xmlns:a16="http://schemas.microsoft.com/office/drawing/2014/main" id="{E6D0C821-8726-4D56-9632-F9415B759019}"/>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2" name="Rectangle 31" hidden="1">
            <a:extLst>
              <a:ext uri="{FF2B5EF4-FFF2-40B4-BE49-F238E27FC236}">
                <a16:creationId xmlns:a16="http://schemas.microsoft.com/office/drawing/2014/main" id="{06F8715B-717A-4A46-9EBE-939386BAB786}"/>
              </a:ext>
            </a:extLst>
          </p:cNvPr>
          <p:cNvSpPr/>
          <p:nvPr>
            <p:custDataLst>
              <p:tags r:id="rId2"/>
            </p:custDataLst>
          </p:nvPr>
        </p:nvSpPr>
        <p:spPr bwMode="gray">
          <a:xfrm>
            <a:off x="0" y="0"/>
            <a:ext cx="158750" cy="158750"/>
          </a:xfrm>
          <a:prstGeom prst="rect">
            <a:avLst/>
          </a:prstGeom>
          <a:no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3000" dirty="0">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26" name="Titel 25">
            <a:extLst>
              <a:ext uri="{FF2B5EF4-FFF2-40B4-BE49-F238E27FC236}">
                <a16:creationId xmlns:a16="http://schemas.microsoft.com/office/drawing/2014/main" id="{D05945DA-79DA-01D3-7D4E-C211A2354D81}"/>
              </a:ext>
            </a:extLst>
          </p:cNvPr>
          <p:cNvSpPr>
            <a:spLocks noGrp="1"/>
          </p:cNvSpPr>
          <p:nvPr>
            <p:ph type="title"/>
          </p:nvPr>
        </p:nvSpPr>
        <p:spPr bwMode="invGray">
          <a:xfrm>
            <a:off x="479424" y="477000"/>
            <a:ext cx="11233151" cy="720000"/>
          </a:xfrm>
        </p:spPr>
        <p:txBody>
          <a:bodyPr/>
          <a:lstStyle/>
          <a:p>
            <a:r>
              <a:rPr lang="en-US" dirty="0"/>
              <a:t>Smart home</a:t>
            </a:r>
          </a:p>
        </p:txBody>
      </p:sp>
      <p:sp>
        <p:nvSpPr>
          <p:cNvPr id="10" name="Textplatzhalter 9">
            <a:extLst>
              <a:ext uri="{FF2B5EF4-FFF2-40B4-BE49-F238E27FC236}">
                <a16:creationId xmlns:a16="http://schemas.microsoft.com/office/drawing/2014/main" id="{DB979AB5-2E61-95F4-6EB2-5D25A4752D4E}"/>
              </a:ext>
            </a:extLst>
          </p:cNvPr>
          <p:cNvSpPr>
            <a:spLocks noGrp="1"/>
          </p:cNvSpPr>
          <p:nvPr>
            <p:ph type="body" sz="quarter" idx="13"/>
          </p:nvPr>
        </p:nvSpPr>
        <p:spPr bwMode="invGray"/>
        <p:txBody>
          <a:bodyPr/>
          <a:lstStyle/>
          <a:p>
            <a:endParaRPr lang="en-US" dirty="0"/>
          </a:p>
        </p:txBody>
      </p:sp>
      <p:sp>
        <p:nvSpPr>
          <p:cNvPr id="4" name="Fußzeilenplatzhalter 3">
            <a:extLst>
              <a:ext uri="{FF2B5EF4-FFF2-40B4-BE49-F238E27FC236}">
                <a16:creationId xmlns:a16="http://schemas.microsoft.com/office/drawing/2014/main" id="{CAF3217B-BFBE-7B9E-0D01-840CF5184915}"/>
              </a:ext>
            </a:extLst>
          </p:cNvPr>
          <p:cNvSpPr>
            <a:spLocks noGrp="1"/>
          </p:cNvSpPr>
          <p:nvPr>
            <p:ph type="ftr" sz="quarter" idx="14"/>
          </p:nvPr>
        </p:nvSpPr>
        <p:spPr bwMode="invGray">
          <a:xfrm>
            <a:off x="6312024" y="6246836"/>
            <a:ext cx="5040560" cy="288000"/>
          </a:xfrm>
        </p:spPr>
        <p:txBody>
          <a:bodyPr/>
          <a:lstStyle/>
          <a:p>
            <a:r>
              <a:rPr lang="en-US" dirty="0"/>
              <a:t>Slide library    |     ONLY FOR INTERNAL USE</a:t>
            </a:r>
          </a:p>
        </p:txBody>
      </p:sp>
      <p:sp>
        <p:nvSpPr>
          <p:cNvPr id="5" name="Foliennummernplatzhalter 4">
            <a:extLst>
              <a:ext uri="{FF2B5EF4-FFF2-40B4-BE49-F238E27FC236}">
                <a16:creationId xmlns:a16="http://schemas.microsoft.com/office/drawing/2014/main" id="{50281392-BFE9-8BE0-7D09-649B90302069}"/>
              </a:ext>
            </a:extLst>
          </p:cNvPr>
          <p:cNvSpPr>
            <a:spLocks noGrp="1"/>
          </p:cNvSpPr>
          <p:nvPr>
            <p:ph type="sldNum" sz="quarter" idx="15"/>
          </p:nvPr>
        </p:nvSpPr>
        <p:spPr bwMode="invGray">
          <a:xfrm>
            <a:off x="11424592" y="6246836"/>
            <a:ext cx="288000" cy="288000"/>
          </a:xfrm>
        </p:spPr>
        <p:txBody>
          <a:bodyPr/>
          <a:lstStyle/>
          <a:p>
            <a:fld id="{8FF9B0DE-3FEB-4AA0-B465-B80EF7C1333D}" type="slidenum">
              <a:rPr lang="en-US" smtClean="0"/>
              <a:pPr/>
              <a:t>47</a:t>
            </a:fld>
            <a:endParaRPr lang="en-US" dirty="0"/>
          </a:p>
        </p:txBody>
      </p:sp>
      <p:cxnSp>
        <p:nvCxnSpPr>
          <p:cNvPr id="46" name="Gerader Verbinder 45">
            <a:extLst>
              <a:ext uri="{FF2B5EF4-FFF2-40B4-BE49-F238E27FC236}">
                <a16:creationId xmlns:a16="http://schemas.microsoft.com/office/drawing/2014/main" id="{1A220816-3B26-2B9D-F2FD-74656A547835}"/>
              </a:ext>
            </a:extLst>
          </p:cNvPr>
          <p:cNvCxnSpPr>
            <a:cxnSpLocks/>
          </p:cNvCxnSpPr>
          <p:nvPr/>
        </p:nvCxnSpPr>
        <p:spPr bwMode="invGray">
          <a:xfrm flipH="1">
            <a:off x="10236857" y="3376042"/>
            <a:ext cx="1476000"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9" name="Gerader Verbinder 48">
            <a:extLst>
              <a:ext uri="{FF2B5EF4-FFF2-40B4-BE49-F238E27FC236}">
                <a16:creationId xmlns:a16="http://schemas.microsoft.com/office/drawing/2014/main" id="{782A9F1E-3A6A-00B4-BE08-236F31C9F44F}"/>
              </a:ext>
            </a:extLst>
          </p:cNvPr>
          <p:cNvCxnSpPr>
            <a:cxnSpLocks/>
          </p:cNvCxnSpPr>
          <p:nvPr/>
        </p:nvCxnSpPr>
        <p:spPr bwMode="invGray">
          <a:xfrm flipH="1">
            <a:off x="8004610" y="1269170"/>
            <a:ext cx="1475717"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5" name="Gerader Verbinder 54">
            <a:extLst>
              <a:ext uri="{FF2B5EF4-FFF2-40B4-BE49-F238E27FC236}">
                <a16:creationId xmlns:a16="http://schemas.microsoft.com/office/drawing/2014/main" id="{DBFC9CAF-72EF-7991-4D69-3585FDFAA210}"/>
              </a:ext>
            </a:extLst>
          </p:cNvPr>
          <p:cNvCxnSpPr>
            <a:cxnSpLocks/>
          </p:cNvCxnSpPr>
          <p:nvPr/>
        </p:nvCxnSpPr>
        <p:spPr bwMode="invGray">
          <a:xfrm flipH="1">
            <a:off x="9336613" y="5013256"/>
            <a:ext cx="1476000"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61" name="Textplatzhalter 2">
            <a:extLst>
              <a:ext uri="{FF2B5EF4-FFF2-40B4-BE49-F238E27FC236}">
                <a16:creationId xmlns:a16="http://schemas.microsoft.com/office/drawing/2014/main" id="{0B0D5D77-08CA-D354-316D-FF600B8DD48A}"/>
              </a:ext>
            </a:extLst>
          </p:cNvPr>
          <p:cNvSpPr txBox="1">
            <a:spLocks/>
          </p:cNvSpPr>
          <p:nvPr/>
        </p:nvSpPr>
        <p:spPr bwMode="invGray">
          <a:xfrm>
            <a:off x="479425" y="2924175"/>
            <a:ext cx="5472065" cy="288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b="1" dirty="0"/>
              <a:t>Lorem ipsum</a:t>
            </a:r>
          </a:p>
          <a:p>
            <a:pPr marL="0" indent="0">
              <a:buNone/>
            </a:pPr>
            <a:r>
              <a:rPr lang="en-US" dirty="0"/>
              <a:t>Maecenas semper sem vel erat. Nam condimentum dui</a:t>
            </a:r>
            <a:br>
              <a:rPr lang="en-US" dirty="0"/>
            </a:br>
            <a:r>
              <a:rPr lang="en-US" dirty="0"/>
              <a:t>at ped. Proin et turpis. Praesent tortor, condimentum dui pede. Proin et turpis. Praesent tortor, viverra id, pharetra vel, cursus sed morbi tincidunt.</a:t>
            </a:r>
          </a:p>
        </p:txBody>
      </p:sp>
      <p:pic>
        <p:nvPicPr>
          <p:cNvPr id="62" name="Grafik 61">
            <a:extLst>
              <a:ext uri="{FF2B5EF4-FFF2-40B4-BE49-F238E27FC236}">
                <a16:creationId xmlns:a16="http://schemas.microsoft.com/office/drawing/2014/main" id="{2BD94BD5-79B5-B1E5-414E-7CE1FE52BDD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bwMode="invGray">
          <a:xfrm>
            <a:off x="6996100" y="3753300"/>
            <a:ext cx="2376000" cy="2376000"/>
          </a:xfrm>
          <a:prstGeom prst="rect">
            <a:avLst/>
          </a:prstGeom>
        </p:spPr>
      </p:pic>
      <p:pic>
        <p:nvPicPr>
          <p:cNvPr id="70" name="Grafik 69">
            <a:extLst>
              <a:ext uri="{FF2B5EF4-FFF2-40B4-BE49-F238E27FC236}">
                <a16:creationId xmlns:a16="http://schemas.microsoft.com/office/drawing/2014/main" id="{0AA5E343-2FA7-7636-07CA-0FFC997CFD7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bwMode="invGray">
          <a:xfrm>
            <a:off x="6276020" y="800708"/>
            <a:ext cx="2376000" cy="2376000"/>
          </a:xfrm>
          <a:prstGeom prst="rect">
            <a:avLst/>
          </a:prstGeom>
        </p:spPr>
      </p:pic>
      <p:sp>
        <p:nvSpPr>
          <p:cNvPr id="71" name="Textplatzhalter 2">
            <a:extLst>
              <a:ext uri="{FF2B5EF4-FFF2-40B4-BE49-F238E27FC236}">
                <a16:creationId xmlns:a16="http://schemas.microsoft.com/office/drawing/2014/main" id="{0B41DDAE-2659-DF3F-4D3C-2EF2710396D1}"/>
              </a:ext>
            </a:extLst>
          </p:cNvPr>
          <p:cNvSpPr txBox="1">
            <a:spLocks/>
          </p:cNvSpPr>
          <p:nvPr/>
        </p:nvSpPr>
        <p:spPr bwMode="invGray">
          <a:xfrm>
            <a:off x="8184327" y="1269250"/>
            <a:ext cx="1296000" cy="720000"/>
          </a:xfrm>
          <a:prstGeom prst="rect">
            <a:avLst/>
          </a:prstGeom>
        </p:spPr>
        <p:txBody>
          <a:bodyPr vert="horz" lIns="0" tIns="14400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lvl="4" indent="0" algn="r">
              <a:buNone/>
            </a:pPr>
            <a:r>
              <a:rPr lang="en-US" b="1" dirty="0"/>
              <a:t>Lorem ipsum</a:t>
            </a:r>
          </a:p>
        </p:txBody>
      </p:sp>
      <p:sp>
        <p:nvSpPr>
          <p:cNvPr id="72" name="Textplatzhalter 2">
            <a:extLst>
              <a:ext uri="{FF2B5EF4-FFF2-40B4-BE49-F238E27FC236}">
                <a16:creationId xmlns:a16="http://schemas.microsoft.com/office/drawing/2014/main" id="{4221BBEB-9E91-4C2F-FB79-89350AEC0656}"/>
              </a:ext>
            </a:extLst>
          </p:cNvPr>
          <p:cNvSpPr txBox="1">
            <a:spLocks/>
          </p:cNvSpPr>
          <p:nvPr/>
        </p:nvSpPr>
        <p:spPr bwMode="invGray">
          <a:xfrm>
            <a:off x="10416624" y="3376042"/>
            <a:ext cx="1296000" cy="720000"/>
          </a:xfrm>
          <a:prstGeom prst="rect">
            <a:avLst/>
          </a:prstGeom>
        </p:spPr>
        <p:txBody>
          <a:bodyPr vert="horz" lIns="0" tIns="14400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lvl="4" indent="0" algn="r">
              <a:buNone/>
            </a:pPr>
            <a:r>
              <a:rPr lang="en-US" b="1" dirty="0"/>
              <a:t>Lorem ipsum</a:t>
            </a:r>
          </a:p>
        </p:txBody>
      </p:sp>
      <p:sp>
        <p:nvSpPr>
          <p:cNvPr id="74" name="Textplatzhalter 2">
            <a:extLst>
              <a:ext uri="{FF2B5EF4-FFF2-40B4-BE49-F238E27FC236}">
                <a16:creationId xmlns:a16="http://schemas.microsoft.com/office/drawing/2014/main" id="{BF9AE5A4-CAB7-9826-915B-F95E5B33497B}"/>
              </a:ext>
            </a:extLst>
          </p:cNvPr>
          <p:cNvSpPr txBox="1">
            <a:spLocks/>
          </p:cNvSpPr>
          <p:nvPr/>
        </p:nvSpPr>
        <p:spPr bwMode="invGray">
          <a:xfrm>
            <a:off x="9516380" y="5013256"/>
            <a:ext cx="1296000" cy="720000"/>
          </a:xfrm>
          <a:prstGeom prst="rect">
            <a:avLst/>
          </a:prstGeom>
        </p:spPr>
        <p:txBody>
          <a:bodyPr vert="horz" lIns="0" tIns="14400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lvl="4" indent="0" algn="r">
              <a:buNone/>
            </a:pPr>
            <a:r>
              <a:rPr lang="en-US" b="1" dirty="0"/>
              <a:t>Lorem ipsum</a:t>
            </a:r>
          </a:p>
        </p:txBody>
      </p:sp>
      <p:sp>
        <p:nvSpPr>
          <p:cNvPr id="47" name="Ellipse 46">
            <a:extLst>
              <a:ext uri="{FF2B5EF4-FFF2-40B4-BE49-F238E27FC236}">
                <a16:creationId xmlns:a16="http://schemas.microsoft.com/office/drawing/2014/main" id="{CE090A35-89C9-E12A-6F45-CFFE8F4B1D38}"/>
              </a:ext>
            </a:extLst>
          </p:cNvPr>
          <p:cNvSpPr>
            <a:spLocks noChangeAspect="1"/>
          </p:cNvSpPr>
          <p:nvPr/>
        </p:nvSpPr>
        <p:spPr bwMode="invGray">
          <a:xfrm>
            <a:off x="10200456" y="3320988"/>
            <a:ext cx="108000" cy="108000"/>
          </a:xfrm>
          <a:prstGeom prst="ellipse">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50" name="Ellipse 49">
            <a:extLst>
              <a:ext uri="{FF2B5EF4-FFF2-40B4-BE49-F238E27FC236}">
                <a16:creationId xmlns:a16="http://schemas.microsoft.com/office/drawing/2014/main" id="{13C46507-5E44-09DF-3E12-0C01F9A0CDBB}"/>
              </a:ext>
            </a:extLst>
          </p:cNvPr>
          <p:cNvSpPr>
            <a:spLocks noChangeAspect="1"/>
          </p:cNvSpPr>
          <p:nvPr/>
        </p:nvSpPr>
        <p:spPr bwMode="invGray">
          <a:xfrm>
            <a:off x="7968208" y="1216226"/>
            <a:ext cx="108000" cy="108000"/>
          </a:xfrm>
          <a:prstGeom prst="ellipse">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56" name="Ellipse 55">
            <a:extLst>
              <a:ext uri="{FF2B5EF4-FFF2-40B4-BE49-F238E27FC236}">
                <a16:creationId xmlns:a16="http://schemas.microsoft.com/office/drawing/2014/main" id="{34B49D0C-5526-D086-E311-6E065B50ABF4}"/>
              </a:ext>
            </a:extLst>
          </p:cNvPr>
          <p:cNvSpPr>
            <a:spLocks noChangeAspect="1"/>
          </p:cNvSpPr>
          <p:nvPr/>
        </p:nvSpPr>
        <p:spPr bwMode="invGray">
          <a:xfrm>
            <a:off x="9309738" y="4958202"/>
            <a:ext cx="108000" cy="108000"/>
          </a:xfrm>
          <a:prstGeom prst="ellipse">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Tree>
    <p:extLst>
      <p:ext uri="{BB962C8B-B14F-4D97-AF65-F5344CB8AC3E}">
        <p14:creationId xmlns:p14="http://schemas.microsoft.com/office/powerpoint/2010/main" val="8794398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Rechteck 141">
            <a:extLst>
              <a:ext uri="{FF2B5EF4-FFF2-40B4-BE49-F238E27FC236}">
                <a16:creationId xmlns:a16="http://schemas.microsoft.com/office/drawing/2014/main" id="{42FA884B-0836-55BA-0C1B-DD80A20899C9}"/>
              </a:ext>
            </a:extLst>
          </p:cNvPr>
          <p:cNvSpPr/>
          <p:nvPr/>
        </p:nvSpPr>
        <p:spPr bwMode="ltGray">
          <a:xfrm>
            <a:off x="6096000" y="0"/>
            <a:ext cx="6095999"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grpSp>
        <p:nvGrpSpPr>
          <p:cNvPr id="48" name="Gruppieren 47">
            <a:extLst>
              <a:ext uri="{FF2B5EF4-FFF2-40B4-BE49-F238E27FC236}">
                <a16:creationId xmlns:a16="http://schemas.microsoft.com/office/drawing/2014/main" id="{3F3CDB33-5935-3B95-106C-53761A4F4051}"/>
              </a:ext>
            </a:extLst>
          </p:cNvPr>
          <p:cNvGrpSpPr/>
          <p:nvPr/>
        </p:nvGrpSpPr>
        <p:grpSpPr bwMode="invGray">
          <a:xfrm>
            <a:off x="6689932" y="1700808"/>
            <a:ext cx="5022643" cy="4249142"/>
            <a:chOff x="3503712" y="1700808"/>
            <a:chExt cx="5022643" cy="4249142"/>
          </a:xfrm>
        </p:grpSpPr>
        <p:sp>
          <p:nvSpPr>
            <p:cNvPr id="47" name="Freihandform: Form 46">
              <a:extLst>
                <a:ext uri="{FF2B5EF4-FFF2-40B4-BE49-F238E27FC236}">
                  <a16:creationId xmlns:a16="http://schemas.microsoft.com/office/drawing/2014/main" id="{AB6CE088-7017-9FA3-5BC5-27BAECDCCF69}"/>
                </a:ext>
              </a:extLst>
            </p:cNvPr>
            <p:cNvSpPr/>
            <p:nvPr/>
          </p:nvSpPr>
          <p:spPr bwMode="invGray">
            <a:xfrm>
              <a:off x="3503712" y="1923774"/>
              <a:ext cx="5022643" cy="1181190"/>
            </a:xfrm>
            <a:custGeom>
              <a:avLst/>
              <a:gdLst>
                <a:gd name="connsiteX0" fmla="*/ 17202 w 5022643"/>
                <a:gd name="connsiteY0" fmla="*/ 24837 h 1181190"/>
                <a:gd name="connsiteX1" fmla="*/ 51021 w 5022643"/>
                <a:gd name="connsiteY1" fmla="*/ 44478 h 1181190"/>
                <a:gd name="connsiteX2" fmla="*/ 2511322 w 5022643"/>
                <a:gd name="connsiteY2" fmla="*/ 222205 h 1181190"/>
                <a:gd name="connsiteX3" fmla="*/ 4971622 w 5022643"/>
                <a:gd name="connsiteY3" fmla="*/ 44478 h 1181190"/>
                <a:gd name="connsiteX4" fmla="*/ 5005442 w 5022643"/>
                <a:gd name="connsiteY4" fmla="*/ 24837 h 1181190"/>
                <a:gd name="connsiteX5" fmla="*/ 4204583 w 5022643"/>
                <a:gd name="connsiteY5" fmla="*/ 1181190 h 1181190"/>
                <a:gd name="connsiteX6" fmla="*/ 818061 w 5022643"/>
                <a:gd name="connsiteY6" fmla="*/ 1181190 h 1181190"/>
                <a:gd name="connsiteX7" fmla="*/ 5022426 w 5022643"/>
                <a:gd name="connsiteY7" fmla="*/ 0 h 1181190"/>
                <a:gd name="connsiteX8" fmla="*/ 5022643 w 5022643"/>
                <a:gd name="connsiteY8" fmla="*/ 0 h 1181190"/>
                <a:gd name="connsiteX9" fmla="*/ 5021419 w 5022643"/>
                <a:gd name="connsiteY9" fmla="*/ 1767 h 1181190"/>
                <a:gd name="connsiteX10" fmla="*/ 0 w 5022643"/>
                <a:gd name="connsiteY10" fmla="*/ 0 h 1181190"/>
                <a:gd name="connsiteX11" fmla="*/ 217 w 5022643"/>
                <a:gd name="connsiteY11" fmla="*/ 0 h 1181190"/>
                <a:gd name="connsiteX12" fmla="*/ 1224 w 5022643"/>
                <a:gd name="connsiteY12" fmla="*/ 1767 h 1181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022643" h="1181190">
                  <a:moveTo>
                    <a:pt x="17202" y="24837"/>
                  </a:moveTo>
                  <a:lnTo>
                    <a:pt x="51021" y="44478"/>
                  </a:lnTo>
                  <a:cubicBezTo>
                    <a:pt x="285193" y="145906"/>
                    <a:pt x="1297727" y="222205"/>
                    <a:pt x="2511322" y="222205"/>
                  </a:cubicBezTo>
                  <a:cubicBezTo>
                    <a:pt x="3724916" y="222205"/>
                    <a:pt x="4737451" y="145906"/>
                    <a:pt x="4971622" y="44478"/>
                  </a:cubicBezTo>
                  <a:lnTo>
                    <a:pt x="5005442" y="24837"/>
                  </a:lnTo>
                  <a:lnTo>
                    <a:pt x="4204583" y="1181190"/>
                  </a:lnTo>
                  <a:lnTo>
                    <a:pt x="818061" y="1181190"/>
                  </a:lnTo>
                  <a:close/>
                  <a:moveTo>
                    <a:pt x="5022426" y="0"/>
                  </a:moveTo>
                  <a:lnTo>
                    <a:pt x="5022643" y="0"/>
                  </a:lnTo>
                  <a:lnTo>
                    <a:pt x="5021419" y="1767"/>
                  </a:lnTo>
                  <a:close/>
                  <a:moveTo>
                    <a:pt x="0" y="0"/>
                  </a:moveTo>
                  <a:lnTo>
                    <a:pt x="217" y="0"/>
                  </a:lnTo>
                  <a:lnTo>
                    <a:pt x="1224" y="1767"/>
                  </a:lnTo>
                  <a:close/>
                </a:path>
              </a:pathLst>
            </a:custGeom>
            <a:solidFill>
              <a:schemeClr val="tx2"/>
            </a:solidFill>
            <a:ln w="19050" cap="rnd">
              <a:solidFill>
                <a:schemeClr val="tx2"/>
              </a:solidFill>
              <a:prstDash val="solid"/>
              <a:round/>
            </a:ln>
          </p:spPr>
          <p:txBody>
            <a:bodyPr rtlCol="0" anchor="ctr"/>
            <a:lstStyle/>
            <a:p>
              <a:endParaRPr lang="en-US" dirty="0"/>
            </a:p>
          </p:txBody>
        </p:sp>
        <p:sp>
          <p:nvSpPr>
            <p:cNvPr id="23" name="Freihandform: Form 22">
              <a:extLst>
                <a:ext uri="{FF2B5EF4-FFF2-40B4-BE49-F238E27FC236}">
                  <a16:creationId xmlns:a16="http://schemas.microsoft.com/office/drawing/2014/main" id="{168C03A3-C01F-6A99-06CA-B5C2AED92406}"/>
                </a:ext>
              </a:extLst>
            </p:cNvPr>
            <p:cNvSpPr/>
            <p:nvPr/>
          </p:nvSpPr>
          <p:spPr bwMode="invGray">
            <a:xfrm>
              <a:off x="3503712" y="1700808"/>
              <a:ext cx="5022643" cy="445170"/>
            </a:xfrm>
            <a:custGeom>
              <a:avLst/>
              <a:gdLst>
                <a:gd name="connsiteX0" fmla="*/ 3750564 w 3750564"/>
                <a:gd name="connsiteY0" fmla="*/ 166211 h 332422"/>
                <a:gd name="connsiteX1" fmla="*/ 1875282 w 3750564"/>
                <a:gd name="connsiteY1" fmla="*/ 332423 h 332422"/>
                <a:gd name="connsiteX2" fmla="*/ 0 w 3750564"/>
                <a:gd name="connsiteY2" fmla="*/ 166211 h 332422"/>
                <a:gd name="connsiteX3" fmla="*/ 1875282 w 3750564"/>
                <a:gd name="connsiteY3" fmla="*/ 0 h 332422"/>
                <a:gd name="connsiteX4" fmla="*/ 3750564 w 3750564"/>
                <a:gd name="connsiteY4" fmla="*/ 166211 h 332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0564" h="332422">
                  <a:moveTo>
                    <a:pt x="3750564" y="166211"/>
                  </a:moveTo>
                  <a:cubicBezTo>
                    <a:pt x="3750564" y="258007"/>
                    <a:pt x="2910972" y="332423"/>
                    <a:pt x="1875282" y="332423"/>
                  </a:cubicBezTo>
                  <a:cubicBezTo>
                    <a:pt x="839592" y="332423"/>
                    <a:pt x="0" y="258007"/>
                    <a:pt x="0" y="166211"/>
                  </a:cubicBezTo>
                  <a:cubicBezTo>
                    <a:pt x="0" y="74415"/>
                    <a:pt x="839592" y="0"/>
                    <a:pt x="1875282" y="0"/>
                  </a:cubicBezTo>
                  <a:cubicBezTo>
                    <a:pt x="2910972" y="0"/>
                    <a:pt x="3750564" y="74415"/>
                    <a:pt x="3750564" y="166211"/>
                  </a:cubicBezTo>
                  <a:close/>
                </a:path>
              </a:pathLst>
            </a:custGeom>
            <a:noFill/>
            <a:ln w="19050" cap="rnd">
              <a:solidFill>
                <a:schemeClr val="tx2"/>
              </a:solidFill>
              <a:prstDash val="solid"/>
              <a:round/>
            </a:ln>
          </p:spPr>
          <p:txBody>
            <a:bodyPr rtlCol="0" anchor="ctr"/>
            <a:lstStyle/>
            <a:p>
              <a:endParaRPr lang="en-US" dirty="0"/>
            </a:p>
          </p:txBody>
        </p:sp>
        <p:sp>
          <p:nvSpPr>
            <p:cNvPr id="32" name="Freihandform: Form 31">
              <a:extLst>
                <a:ext uri="{FF2B5EF4-FFF2-40B4-BE49-F238E27FC236}">
                  <a16:creationId xmlns:a16="http://schemas.microsoft.com/office/drawing/2014/main" id="{4E8B3436-0939-83B9-A1E8-B6B537BB4984}"/>
                </a:ext>
              </a:extLst>
            </p:cNvPr>
            <p:cNvSpPr/>
            <p:nvPr/>
          </p:nvSpPr>
          <p:spPr bwMode="invGray">
            <a:xfrm>
              <a:off x="5401681" y="4977172"/>
              <a:ext cx="1226705" cy="972778"/>
            </a:xfrm>
            <a:custGeom>
              <a:avLst/>
              <a:gdLst>
                <a:gd name="connsiteX0" fmla="*/ 0 w 1226705"/>
                <a:gd name="connsiteY0" fmla="*/ 0 h 972778"/>
                <a:gd name="connsiteX1" fmla="*/ 1226705 w 1226705"/>
                <a:gd name="connsiteY1" fmla="*/ 0 h 972778"/>
                <a:gd name="connsiteX2" fmla="*/ 1226705 w 1226705"/>
                <a:gd name="connsiteY2" fmla="*/ 972778 h 972778"/>
                <a:gd name="connsiteX3" fmla="*/ 0 w 1226705"/>
                <a:gd name="connsiteY3" fmla="*/ 972778 h 972778"/>
              </a:gdLst>
              <a:ahLst/>
              <a:cxnLst>
                <a:cxn ang="0">
                  <a:pos x="connsiteX0" y="connsiteY0"/>
                </a:cxn>
                <a:cxn ang="0">
                  <a:pos x="connsiteX1" y="connsiteY1"/>
                </a:cxn>
                <a:cxn ang="0">
                  <a:pos x="connsiteX2" y="connsiteY2"/>
                </a:cxn>
                <a:cxn ang="0">
                  <a:pos x="connsiteX3" y="connsiteY3"/>
                </a:cxn>
              </a:cxnLst>
              <a:rect l="l" t="t" r="r" b="b"/>
              <a:pathLst>
                <a:path w="1226705" h="972778">
                  <a:moveTo>
                    <a:pt x="0" y="0"/>
                  </a:moveTo>
                  <a:lnTo>
                    <a:pt x="1226705" y="0"/>
                  </a:lnTo>
                  <a:lnTo>
                    <a:pt x="1226705" y="972778"/>
                  </a:lnTo>
                  <a:lnTo>
                    <a:pt x="0" y="972778"/>
                  </a:lnTo>
                  <a:close/>
                </a:path>
              </a:pathLst>
            </a:custGeom>
            <a:noFill/>
            <a:ln w="19050" cap="rnd">
              <a:solidFill>
                <a:schemeClr val="tx2"/>
              </a:solidFill>
              <a:prstDash val="solid"/>
              <a:round/>
            </a:ln>
          </p:spPr>
          <p:txBody>
            <a:bodyPr rtlCol="0" anchor="ctr"/>
            <a:lstStyle/>
            <a:p>
              <a:endParaRPr lang="en-US" dirty="0"/>
            </a:p>
          </p:txBody>
        </p:sp>
        <p:sp>
          <p:nvSpPr>
            <p:cNvPr id="37" name="Freihandform: Form 36">
              <a:extLst>
                <a:ext uri="{FF2B5EF4-FFF2-40B4-BE49-F238E27FC236}">
                  <a16:creationId xmlns:a16="http://schemas.microsoft.com/office/drawing/2014/main" id="{DC78265D-3FFA-F8C0-C4D8-3199985D222D}"/>
                </a:ext>
              </a:extLst>
            </p:cNvPr>
            <p:cNvSpPr/>
            <p:nvPr/>
          </p:nvSpPr>
          <p:spPr bwMode="invGray">
            <a:xfrm>
              <a:off x="4970093" y="4041068"/>
              <a:ext cx="2089881" cy="936104"/>
            </a:xfrm>
            <a:custGeom>
              <a:avLst/>
              <a:gdLst>
                <a:gd name="connsiteX0" fmla="*/ 0 w 2089881"/>
                <a:gd name="connsiteY0" fmla="*/ 0 h 936104"/>
                <a:gd name="connsiteX1" fmla="*/ 2089881 w 2089881"/>
                <a:gd name="connsiteY1" fmla="*/ 0 h 936104"/>
                <a:gd name="connsiteX2" fmla="*/ 1658293 w 2089881"/>
                <a:gd name="connsiteY2" fmla="*/ 623165 h 936104"/>
                <a:gd name="connsiteX3" fmla="*/ 1658293 w 2089881"/>
                <a:gd name="connsiteY3" fmla="*/ 936104 h 936104"/>
                <a:gd name="connsiteX4" fmla="*/ 431588 w 2089881"/>
                <a:gd name="connsiteY4" fmla="*/ 936104 h 936104"/>
                <a:gd name="connsiteX5" fmla="*/ 431588 w 2089881"/>
                <a:gd name="connsiteY5" fmla="*/ 623166 h 936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89881" h="936104">
                  <a:moveTo>
                    <a:pt x="0" y="0"/>
                  </a:moveTo>
                  <a:lnTo>
                    <a:pt x="2089881" y="0"/>
                  </a:lnTo>
                  <a:lnTo>
                    <a:pt x="1658293" y="623165"/>
                  </a:lnTo>
                  <a:lnTo>
                    <a:pt x="1658293" y="936104"/>
                  </a:lnTo>
                  <a:lnTo>
                    <a:pt x="431588" y="936104"/>
                  </a:lnTo>
                  <a:lnTo>
                    <a:pt x="431588" y="623166"/>
                  </a:lnTo>
                  <a:close/>
                </a:path>
              </a:pathLst>
            </a:custGeom>
            <a:noFill/>
            <a:ln w="19050" cap="rnd">
              <a:solidFill>
                <a:schemeClr val="tx2"/>
              </a:solidFill>
              <a:prstDash val="solid"/>
              <a:round/>
            </a:ln>
          </p:spPr>
          <p:txBody>
            <a:bodyPr rtlCol="0" anchor="ctr"/>
            <a:lstStyle/>
            <a:p>
              <a:endParaRPr lang="en-US" dirty="0"/>
            </a:p>
          </p:txBody>
        </p:sp>
        <p:sp>
          <p:nvSpPr>
            <p:cNvPr id="43" name="Freihandform: Form 42">
              <a:extLst>
                <a:ext uri="{FF2B5EF4-FFF2-40B4-BE49-F238E27FC236}">
                  <a16:creationId xmlns:a16="http://schemas.microsoft.com/office/drawing/2014/main" id="{8AFB3AAD-ECF4-6C4D-D16C-D2AF373022C2}"/>
                </a:ext>
              </a:extLst>
            </p:cNvPr>
            <p:cNvSpPr/>
            <p:nvPr/>
          </p:nvSpPr>
          <p:spPr bwMode="invGray">
            <a:xfrm>
              <a:off x="4321773" y="3104964"/>
              <a:ext cx="3386521" cy="936104"/>
            </a:xfrm>
            <a:custGeom>
              <a:avLst/>
              <a:gdLst>
                <a:gd name="connsiteX0" fmla="*/ 0 w 3386521"/>
                <a:gd name="connsiteY0" fmla="*/ 0 h 936104"/>
                <a:gd name="connsiteX1" fmla="*/ 3386521 w 3386521"/>
                <a:gd name="connsiteY1" fmla="*/ 0 h 936104"/>
                <a:gd name="connsiteX2" fmla="*/ 2738201 w 3386521"/>
                <a:gd name="connsiteY2" fmla="*/ 936104 h 936104"/>
                <a:gd name="connsiteX3" fmla="*/ 648320 w 3386521"/>
                <a:gd name="connsiteY3" fmla="*/ 936104 h 936104"/>
              </a:gdLst>
              <a:ahLst/>
              <a:cxnLst>
                <a:cxn ang="0">
                  <a:pos x="connsiteX0" y="connsiteY0"/>
                </a:cxn>
                <a:cxn ang="0">
                  <a:pos x="connsiteX1" y="connsiteY1"/>
                </a:cxn>
                <a:cxn ang="0">
                  <a:pos x="connsiteX2" y="connsiteY2"/>
                </a:cxn>
                <a:cxn ang="0">
                  <a:pos x="connsiteX3" y="connsiteY3"/>
                </a:cxn>
              </a:cxnLst>
              <a:rect l="l" t="t" r="r" b="b"/>
              <a:pathLst>
                <a:path w="3386521" h="936104">
                  <a:moveTo>
                    <a:pt x="0" y="0"/>
                  </a:moveTo>
                  <a:lnTo>
                    <a:pt x="3386521" y="0"/>
                  </a:lnTo>
                  <a:lnTo>
                    <a:pt x="2738201" y="936104"/>
                  </a:lnTo>
                  <a:lnTo>
                    <a:pt x="648320" y="936104"/>
                  </a:lnTo>
                  <a:close/>
                </a:path>
              </a:pathLst>
            </a:custGeom>
            <a:noFill/>
            <a:ln w="19050" cap="rnd">
              <a:solidFill>
                <a:schemeClr val="tx2"/>
              </a:solidFill>
              <a:prstDash val="solid"/>
              <a:round/>
            </a:ln>
          </p:spPr>
          <p:txBody>
            <a:bodyPr rtlCol="0" anchor="ctr"/>
            <a:lstStyle/>
            <a:p>
              <a:endParaRPr lang="en-US" dirty="0"/>
            </a:p>
          </p:txBody>
        </p:sp>
      </p:grpSp>
      <p:graphicFrame>
        <p:nvGraphicFramePr>
          <p:cNvPr id="77" name="Objekt 76" hidden="1"/>
          <p:cNvGraphicFramePr>
            <a:graphicFrameLocks noChangeAspect="1"/>
          </p:cNvGraphicFramePr>
          <p:nvPr>
            <p:custDataLst>
              <p:tags r:id="rId1"/>
            </p:custDataLst>
          </p:nvPr>
        </p:nvGraphicFramePr>
        <p:xfrm>
          <a:off x="1525589" y="1589"/>
          <a:ext cx="1587" cy="1587"/>
        </p:xfrm>
        <a:graphic>
          <a:graphicData uri="http://schemas.openxmlformats.org/presentationml/2006/ole">
            <mc:AlternateContent xmlns:mc="http://schemas.openxmlformats.org/markup-compatibility/2006">
              <mc:Choice xmlns:v="urn:schemas-microsoft-com:vml" Requires="v">
                <p:oleObj name="think-cell Folie" r:id="rId4" imgW="360" imgH="360" progId="TCLayout.ActiveDocument.1">
                  <p:embed/>
                </p:oleObj>
              </mc:Choice>
              <mc:Fallback>
                <p:oleObj name="think-cell Folie" r:id="rId4" imgW="360" imgH="360" progId="TCLayout.ActiveDocument.1">
                  <p:embed/>
                  <p:pic>
                    <p:nvPicPr>
                      <p:cNvPr id="77" name="Objekt 76"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5589"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Titel 12">
            <a:extLst>
              <a:ext uri="{FF2B5EF4-FFF2-40B4-BE49-F238E27FC236}">
                <a16:creationId xmlns:a16="http://schemas.microsoft.com/office/drawing/2014/main" id="{FE1FEFF1-B55E-F92E-4830-B193042B0E37}"/>
              </a:ext>
            </a:extLst>
          </p:cNvPr>
          <p:cNvSpPr>
            <a:spLocks noGrp="1"/>
          </p:cNvSpPr>
          <p:nvPr>
            <p:ph type="title"/>
          </p:nvPr>
        </p:nvSpPr>
        <p:spPr bwMode="gray">
          <a:xfrm>
            <a:off x="479425" y="476250"/>
            <a:ext cx="5472000" cy="720725"/>
          </a:xfrm>
        </p:spPr>
        <p:txBody>
          <a:bodyPr/>
          <a:lstStyle/>
          <a:p>
            <a:r>
              <a:rPr lang="en-US" dirty="0"/>
              <a:t>Funnel</a:t>
            </a:r>
          </a:p>
        </p:txBody>
      </p:sp>
      <p:sp>
        <p:nvSpPr>
          <p:cNvPr id="16" name="Textplatzhalter 15">
            <a:extLst>
              <a:ext uri="{FF2B5EF4-FFF2-40B4-BE49-F238E27FC236}">
                <a16:creationId xmlns:a16="http://schemas.microsoft.com/office/drawing/2014/main" id="{93E765E3-9DB4-A9FF-6FB8-229127A72E65}"/>
              </a:ext>
            </a:extLst>
          </p:cNvPr>
          <p:cNvSpPr>
            <a:spLocks noGrp="1"/>
          </p:cNvSpPr>
          <p:nvPr>
            <p:ph type="body" sz="quarter" idx="13"/>
          </p:nvPr>
        </p:nvSpPr>
        <p:spPr bwMode="gray">
          <a:xfrm>
            <a:off x="479998" y="5805280"/>
            <a:ext cx="5328000" cy="144000"/>
          </a:xfrm>
        </p:spPr>
        <p:txBody>
          <a:bodyPr/>
          <a:lstStyle/>
          <a:p>
            <a:endParaRPr lang="en-US" dirty="0"/>
          </a:p>
        </p:txBody>
      </p:sp>
      <p:sp>
        <p:nvSpPr>
          <p:cNvPr id="5" name="Fußzeilenplatzhalter 4">
            <a:extLst>
              <a:ext uri="{FF2B5EF4-FFF2-40B4-BE49-F238E27FC236}">
                <a16:creationId xmlns:a16="http://schemas.microsoft.com/office/drawing/2014/main" id="{E2A8E526-B31D-8EA7-5ACD-A31F7EF37A64}"/>
              </a:ext>
            </a:extLst>
          </p:cNvPr>
          <p:cNvSpPr>
            <a:spLocks noGrp="1"/>
          </p:cNvSpPr>
          <p:nvPr>
            <p:ph type="ftr" sz="quarter" idx="10"/>
          </p:nvPr>
        </p:nvSpPr>
        <p:spPr bwMode="gray">
          <a:xfrm>
            <a:off x="6312024" y="6246836"/>
            <a:ext cx="5040560" cy="288000"/>
          </a:xfrm>
        </p:spPr>
        <p:txBody>
          <a:bodyPr/>
          <a:lstStyle/>
          <a:p>
            <a:r>
              <a:rPr lang="en-US" dirty="0">
                <a:solidFill>
                  <a:schemeClr val="bg1"/>
                </a:solidFill>
              </a:rPr>
              <a:t>Slide library    |     ONLY FOR INTERNAL USE</a:t>
            </a:r>
          </a:p>
        </p:txBody>
      </p:sp>
      <p:sp>
        <p:nvSpPr>
          <p:cNvPr id="10" name="Foliennummernplatzhalter 9">
            <a:extLst>
              <a:ext uri="{FF2B5EF4-FFF2-40B4-BE49-F238E27FC236}">
                <a16:creationId xmlns:a16="http://schemas.microsoft.com/office/drawing/2014/main" id="{9805747B-3A8E-F844-CB94-287A33EFE445}"/>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solidFill>
                  <a:schemeClr val="bg1"/>
                </a:solidFill>
              </a:rPr>
              <a:pPr/>
              <a:t>48</a:t>
            </a:fld>
            <a:endParaRPr lang="en-US" dirty="0">
              <a:solidFill>
                <a:schemeClr val="bg1"/>
              </a:solidFill>
            </a:endParaRPr>
          </a:p>
        </p:txBody>
      </p:sp>
      <p:sp>
        <p:nvSpPr>
          <p:cNvPr id="18" name="Textplatzhalter 2">
            <a:extLst>
              <a:ext uri="{FF2B5EF4-FFF2-40B4-BE49-F238E27FC236}">
                <a16:creationId xmlns:a16="http://schemas.microsoft.com/office/drawing/2014/main" id="{ED888EB0-2266-92BA-E81A-9B46AAB8D2D9}"/>
              </a:ext>
            </a:extLst>
          </p:cNvPr>
          <p:cNvSpPr txBox="1">
            <a:spLocks/>
          </p:cNvSpPr>
          <p:nvPr/>
        </p:nvSpPr>
        <p:spPr bwMode="gray">
          <a:xfrm>
            <a:off x="479474" y="2924174"/>
            <a:ext cx="3563889" cy="2881089"/>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Sed vitae arcu in condimentum blandit. Duis molestie et nisl nibh. Maecenas venenatis eget justo. Pellentesque convallis lorem pharetra venenatis, libero mi. Nam velit nisl, mattis ac, fermentum cum nec.</a:t>
            </a:r>
          </a:p>
        </p:txBody>
      </p:sp>
      <p:sp>
        <p:nvSpPr>
          <p:cNvPr id="143" name="Textplatzhalter 2">
            <a:extLst>
              <a:ext uri="{FF2B5EF4-FFF2-40B4-BE49-F238E27FC236}">
                <a16:creationId xmlns:a16="http://schemas.microsoft.com/office/drawing/2014/main" id="{AF3CD085-1410-44EF-9569-53C245D847E3}"/>
              </a:ext>
            </a:extLst>
          </p:cNvPr>
          <p:cNvSpPr txBox="1">
            <a:spLocks/>
          </p:cNvSpPr>
          <p:nvPr/>
        </p:nvSpPr>
        <p:spPr bwMode="invGray">
          <a:xfrm>
            <a:off x="7463724" y="2240916"/>
            <a:ext cx="3456812" cy="720032"/>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b="1" dirty="0">
                <a:solidFill>
                  <a:schemeClr val="bg2"/>
                </a:solidFill>
              </a:rPr>
              <a:t>Lorem ipsum</a:t>
            </a:r>
          </a:p>
        </p:txBody>
      </p:sp>
      <p:sp>
        <p:nvSpPr>
          <p:cNvPr id="7" name="Textplatzhalter 2">
            <a:extLst>
              <a:ext uri="{FF2B5EF4-FFF2-40B4-BE49-F238E27FC236}">
                <a16:creationId xmlns:a16="http://schemas.microsoft.com/office/drawing/2014/main" id="{57A11A9F-84B8-E743-EE88-C07788ACBBC4}"/>
              </a:ext>
            </a:extLst>
          </p:cNvPr>
          <p:cNvSpPr txBox="1">
            <a:spLocks/>
          </p:cNvSpPr>
          <p:nvPr/>
        </p:nvSpPr>
        <p:spPr bwMode="invGray">
          <a:xfrm>
            <a:off x="8219808" y="3213024"/>
            <a:ext cx="1944644" cy="720032"/>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dirty="0"/>
              <a:t>Lorem ipsum</a:t>
            </a:r>
          </a:p>
        </p:txBody>
      </p:sp>
      <p:sp>
        <p:nvSpPr>
          <p:cNvPr id="8" name="Textplatzhalter 2">
            <a:extLst>
              <a:ext uri="{FF2B5EF4-FFF2-40B4-BE49-F238E27FC236}">
                <a16:creationId xmlns:a16="http://schemas.microsoft.com/office/drawing/2014/main" id="{83CD9C54-6798-0899-AAAE-CAA808FEBEDD}"/>
              </a:ext>
            </a:extLst>
          </p:cNvPr>
          <p:cNvSpPr txBox="1">
            <a:spLocks/>
          </p:cNvSpPr>
          <p:nvPr/>
        </p:nvSpPr>
        <p:spPr bwMode="invGray">
          <a:xfrm>
            <a:off x="8651856" y="4149128"/>
            <a:ext cx="1080548" cy="720032"/>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dirty="0"/>
              <a:t>Lorem ipsum</a:t>
            </a:r>
          </a:p>
        </p:txBody>
      </p:sp>
      <p:sp>
        <p:nvSpPr>
          <p:cNvPr id="9" name="Textplatzhalter 2">
            <a:extLst>
              <a:ext uri="{FF2B5EF4-FFF2-40B4-BE49-F238E27FC236}">
                <a16:creationId xmlns:a16="http://schemas.microsoft.com/office/drawing/2014/main" id="{B8613B51-5CB8-1002-A310-3BCF17A5A99B}"/>
              </a:ext>
            </a:extLst>
          </p:cNvPr>
          <p:cNvSpPr txBox="1">
            <a:spLocks/>
          </p:cNvSpPr>
          <p:nvPr/>
        </p:nvSpPr>
        <p:spPr bwMode="invGray">
          <a:xfrm>
            <a:off x="8651856" y="5085184"/>
            <a:ext cx="1080548" cy="756000"/>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dirty="0"/>
              <a:t>Lorem ipsum</a:t>
            </a:r>
          </a:p>
        </p:txBody>
      </p:sp>
      <p:pic>
        <p:nvPicPr>
          <p:cNvPr id="2" name="Grafik 1">
            <a:extLst>
              <a:ext uri="{FF2B5EF4-FFF2-40B4-BE49-F238E27FC236}">
                <a16:creationId xmlns:a16="http://schemas.microsoft.com/office/drawing/2014/main" id="{9AF2A00D-F04C-1C2C-4528-B86B141E93D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bwMode="gray">
          <a:xfrm>
            <a:off x="479376" y="2204864"/>
            <a:ext cx="576000" cy="576000"/>
          </a:xfrm>
          <a:prstGeom prst="rect">
            <a:avLst/>
          </a:prstGeom>
        </p:spPr>
      </p:pic>
    </p:spTree>
    <p:extLst>
      <p:ext uri="{BB962C8B-B14F-4D97-AF65-F5344CB8AC3E}">
        <p14:creationId xmlns:p14="http://schemas.microsoft.com/office/powerpoint/2010/main" val="24634973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5" name="Object 74" hidden="1">
            <a:extLst>
              <a:ext uri="{FF2B5EF4-FFF2-40B4-BE49-F238E27FC236}">
                <a16:creationId xmlns:a16="http://schemas.microsoft.com/office/drawing/2014/main" id="{1B8F0D5C-D250-47DD-A521-2B8EAB938F2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6" imgW="306" imgH="306" progId="TCLayout.ActiveDocument.1">
                  <p:embed/>
                </p:oleObj>
              </mc:Choice>
              <mc:Fallback>
                <p:oleObj name="think-cell Folie" r:id="rId6" imgW="306" imgH="306" progId="TCLayout.ActiveDocument.1">
                  <p:embed/>
                  <p:pic>
                    <p:nvPicPr>
                      <p:cNvPr id="75" name="Object 74" hidden="1">
                        <a:extLst>
                          <a:ext uri="{FF2B5EF4-FFF2-40B4-BE49-F238E27FC236}">
                            <a16:creationId xmlns:a16="http://schemas.microsoft.com/office/drawing/2014/main" id="{1B8F0D5C-D250-47DD-A521-2B8EAB938F2F}"/>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61" name="Rectangle 60" hidden="1">
            <a:extLst>
              <a:ext uri="{FF2B5EF4-FFF2-40B4-BE49-F238E27FC236}">
                <a16:creationId xmlns:a16="http://schemas.microsoft.com/office/drawing/2014/main" id="{F667D79D-ED4C-4AC9-98C6-3C94315832C4}"/>
              </a:ext>
            </a:extLst>
          </p:cNvPr>
          <p:cNvSpPr/>
          <p:nvPr>
            <p:custDataLst>
              <p:tags r:id="rId2"/>
            </p:custDataLst>
          </p:nvPr>
        </p:nvSpPr>
        <p:spPr bwMode="gray">
          <a:xfrm>
            <a:off x="0" y="0"/>
            <a:ext cx="158750" cy="15875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dirty="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28" name="Titel 27">
            <a:extLst>
              <a:ext uri="{FF2B5EF4-FFF2-40B4-BE49-F238E27FC236}">
                <a16:creationId xmlns:a16="http://schemas.microsoft.com/office/drawing/2014/main" id="{3ADD9A45-596F-5EE3-A5C3-B7EA74239A85}"/>
              </a:ext>
            </a:extLst>
          </p:cNvPr>
          <p:cNvSpPr>
            <a:spLocks noGrp="1"/>
          </p:cNvSpPr>
          <p:nvPr>
            <p:ph type="title"/>
          </p:nvPr>
        </p:nvSpPr>
        <p:spPr bwMode="gray">
          <a:xfrm>
            <a:off x="479424" y="477000"/>
            <a:ext cx="11233151" cy="720000"/>
          </a:xfrm>
        </p:spPr>
        <p:txBody>
          <a:bodyPr/>
          <a:lstStyle/>
          <a:p>
            <a:r>
              <a:rPr lang="en-US" dirty="0"/>
              <a:t>Growth process</a:t>
            </a:r>
          </a:p>
        </p:txBody>
      </p:sp>
      <p:sp>
        <p:nvSpPr>
          <p:cNvPr id="9" name="Textplatzhalter 8">
            <a:extLst>
              <a:ext uri="{FF2B5EF4-FFF2-40B4-BE49-F238E27FC236}">
                <a16:creationId xmlns:a16="http://schemas.microsoft.com/office/drawing/2014/main" id="{5DCCB131-ACBE-9FBD-4664-E5EF9A4E203D}"/>
              </a:ext>
            </a:extLst>
          </p:cNvPr>
          <p:cNvSpPr>
            <a:spLocks noGrp="1"/>
          </p:cNvSpPr>
          <p:nvPr>
            <p:ph type="body" sz="quarter" idx="13"/>
          </p:nvPr>
        </p:nvSpPr>
        <p:spPr bwMode="gray"/>
        <p:txBody>
          <a:bodyPr/>
          <a:lstStyle/>
          <a:p>
            <a:endParaRPr lang="en-US" dirty="0"/>
          </a:p>
        </p:txBody>
      </p:sp>
      <p:sp>
        <p:nvSpPr>
          <p:cNvPr id="4" name="Fußzeilenplatzhalter 3">
            <a:extLst>
              <a:ext uri="{FF2B5EF4-FFF2-40B4-BE49-F238E27FC236}">
                <a16:creationId xmlns:a16="http://schemas.microsoft.com/office/drawing/2014/main" id="{B5404899-C688-D294-A86F-8CAD78E1EBBA}"/>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5" name="Foliennummernplatzhalter 4">
            <a:extLst>
              <a:ext uri="{FF2B5EF4-FFF2-40B4-BE49-F238E27FC236}">
                <a16:creationId xmlns:a16="http://schemas.microsoft.com/office/drawing/2014/main" id="{7824543E-63C7-8D60-2F95-0AA55EB505AA}"/>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49</a:t>
            </a:fld>
            <a:endParaRPr lang="en-US" dirty="0"/>
          </a:p>
        </p:txBody>
      </p:sp>
      <p:sp>
        <p:nvSpPr>
          <p:cNvPr id="30" name="Freihandform: Form 7">
            <a:extLst>
              <a:ext uri="{FF2B5EF4-FFF2-40B4-BE49-F238E27FC236}">
                <a16:creationId xmlns:a16="http://schemas.microsoft.com/office/drawing/2014/main" id="{9A53FFCD-7DEE-54EB-8056-34E842A3DDFC}"/>
              </a:ext>
            </a:extLst>
          </p:cNvPr>
          <p:cNvSpPr/>
          <p:nvPr>
            <p:custDataLst>
              <p:tags r:id="rId3"/>
            </p:custDataLst>
          </p:nvPr>
        </p:nvSpPr>
        <p:spPr bwMode="gray">
          <a:xfrm>
            <a:off x="911424" y="1412776"/>
            <a:ext cx="10801151" cy="3960000"/>
          </a:xfrm>
          <a:custGeom>
            <a:avLst/>
            <a:gdLst>
              <a:gd name="connsiteX0" fmla="*/ 0 w 1800225"/>
              <a:gd name="connsiteY0" fmla="*/ 0 h 1666875"/>
              <a:gd name="connsiteX1" fmla="*/ 0 w 1800225"/>
              <a:gd name="connsiteY1" fmla="*/ 1666875 h 1666875"/>
              <a:gd name="connsiteX2" fmla="*/ 1800225 w 1800225"/>
              <a:gd name="connsiteY2" fmla="*/ 1666875 h 1666875"/>
            </a:gdLst>
            <a:ahLst/>
            <a:cxnLst>
              <a:cxn ang="0">
                <a:pos x="connsiteX0" y="connsiteY0"/>
              </a:cxn>
              <a:cxn ang="0">
                <a:pos x="connsiteX1" y="connsiteY1"/>
              </a:cxn>
              <a:cxn ang="0">
                <a:pos x="connsiteX2" y="connsiteY2"/>
              </a:cxn>
            </a:cxnLst>
            <a:rect l="l" t="t" r="r" b="b"/>
            <a:pathLst>
              <a:path w="1800225" h="1666875">
                <a:moveTo>
                  <a:pt x="0" y="0"/>
                </a:moveTo>
                <a:lnTo>
                  <a:pt x="0" y="1666875"/>
                </a:lnTo>
                <a:lnTo>
                  <a:pt x="1800225" y="1666875"/>
                </a:lnTo>
              </a:path>
            </a:pathLst>
          </a:custGeom>
          <a:ln w="9525">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5" name="Textplatzhalter 2">
            <a:extLst>
              <a:ext uri="{FF2B5EF4-FFF2-40B4-BE49-F238E27FC236}">
                <a16:creationId xmlns:a16="http://schemas.microsoft.com/office/drawing/2014/main" id="{6DF26642-8D01-FACD-5EB3-AF08C715BE5F}"/>
              </a:ext>
            </a:extLst>
          </p:cNvPr>
          <p:cNvSpPr txBox="1">
            <a:spLocks/>
          </p:cNvSpPr>
          <p:nvPr/>
        </p:nvSpPr>
        <p:spPr bwMode="gray">
          <a:xfrm>
            <a:off x="1991552" y="3501008"/>
            <a:ext cx="2808000" cy="1872208"/>
          </a:xfrm>
          <a:prstGeom prst="rect">
            <a:avLst/>
          </a:prstGeom>
        </p:spPr>
        <p:txBody>
          <a:bodyPr vert="horz" lIns="144000" tIns="0" rIns="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r>
              <a:rPr lang="en-US" dirty="0"/>
              <a:t>Lorem ipsum</a:t>
            </a:r>
          </a:p>
          <a:p>
            <a:r>
              <a:rPr lang="en-US" dirty="0"/>
              <a:t>Lorem ipsum</a:t>
            </a:r>
          </a:p>
          <a:p>
            <a:r>
              <a:rPr lang="en-US" dirty="0"/>
              <a:t>Lorem ipsum</a:t>
            </a:r>
          </a:p>
        </p:txBody>
      </p:sp>
      <p:sp>
        <p:nvSpPr>
          <p:cNvPr id="36" name="Textplatzhalter 8">
            <a:extLst>
              <a:ext uri="{FF2B5EF4-FFF2-40B4-BE49-F238E27FC236}">
                <a16:creationId xmlns:a16="http://schemas.microsoft.com/office/drawing/2014/main" id="{15EF375F-0F37-3D47-20CB-46E660111EDD}"/>
              </a:ext>
            </a:extLst>
          </p:cNvPr>
          <p:cNvSpPr txBox="1">
            <a:spLocks/>
          </p:cNvSpPr>
          <p:nvPr/>
        </p:nvSpPr>
        <p:spPr bwMode="gray">
          <a:xfrm>
            <a:off x="1991656" y="2781336"/>
            <a:ext cx="2808000" cy="540000"/>
          </a:xfrm>
          <a:prstGeom prst="rect">
            <a:avLst/>
          </a:prstGeom>
          <a:noFill/>
          <a:effectLst/>
        </p:spPr>
        <p:txBody>
          <a:bodyPr wrap="none" lIns="14400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01</a:t>
            </a:r>
          </a:p>
        </p:txBody>
      </p:sp>
      <p:sp>
        <p:nvSpPr>
          <p:cNvPr id="37" name="Textplatzhalter 2">
            <a:extLst>
              <a:ext uri="{FF2B5EF4-FFF2-40B4-BE49-F238E27FC236}">
                <a16:creationId xmlns:a16="http://schemas.microsoft.com/office/drawing/2014/main" id="{C3189FDF-CD0F-C39D-371F-151EA8265CCE}"/>
              </a:ext>
            </a:extLst>
          </p:cNvPr>
          <p:cNvSpPr txBox="1">
            <a:spLocks/>
          </p:cNvSpPr>
          <p:nvPr/>
        </p:nvSpPr>
        <p:spPr bwMode="gray">
          <a:xfrm>
            <a:off x="911424" y="5373216"/>
            <a:ext cx="10801200" cy="432048"/>
          </a:xfrm>
          <a:prstGeom prst="rect">
            <a:avLst/>
          </a:prstGeom>
        </p:spPr>
        <p:txBody>
          <a:bodyPr vert="horz" lIns="0" tIns="7200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r">
              <a:buNone/>
            </a:pPr>
            <a:r>
              <a:rPr lang="en-US" dirty="0"/>
              <a:t>Lorem ipsum</a:t>
            </a:r>
          </a:p>
        </p:txBody>
      </p:sp>
      <p:sp>
        <p:nvSpPr>
          <p:cNvPr id="38" name="Textplatzhalter 2">
            <a:extLst>
              <a:ext uri="{FF2B5EF4-FFF2-40B4-BE49-F238E27FC236}">
                <a16:creationId xmlns:a16="http://schemas.microsoft.com/office/drawing/2014/main" id="{9E7B141B-9E02-AD6F-4E1F-53D3716D248B}"/>
              </a:ext>
            </a:extLst>
          </p:cNvPr>
          <p:cNvSpPr txBox="1">
            <a:spLocks/>
          </p:cNvSpPr>
          <p:nvPr/>
        </p:nvSpPr>
        <p:spPr bwMode="gray">
          <a:xfrm rot="16200000">
            <a:off x="-1284821" y="3176973"/>
            <a:ext cx="3960441" cy="432048"/>
          </a:xfrm>
          <a:prstGeom prst="rect">
            <a:avLst/>
          </a:prstGeom>
        </p:spPr>
        <p:txBody>
          <a:bodyPr vert="horz" lIns="0" tIns="0" rIns="0" bIns="72000" rtlCol="0" anchor="b"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r">
              <a:buNone/>
            </a:pPr>
            <a:r>
              <a:rPr lang="en-US" dirty="0"/>
              <a:t>Lorem ipsum</a:t>
            </a:r>
          </a:p>
        </p:txBody>
      </p:sp>
      <p:sp>
        <p:nvSpPr>
          <p:cNvPr id="39" name="Textplatzhalter 2">
            <a:extLst>
              <a:ext uri="{FF2B5EF4-FFF2-40B4-BE49-F238E27FC236}">
                <a16:creationId xmlns:a16="http://schemas.microsoft.com/office/drawing/2014/main" id="{A7F54901-A39A-23F9-4F2E-E4E16E448D34}"/>
              </a:ext>
            </a:extLst>
          </p:cNvPr>
          <p:cNvSpPr txBox="1">
            <a:spLocks/>
          </p:cNvSpPr>
          <p:nvPr/>
        </p:nvSpPr>
        <p:spPr bwMode="gray">
          <a:xfrm>
            <a:off x="5448136" y="2816932"/>
            <a:ext cx="2808000" cy="2556284"/>
          </a:xfrm>
          <a:prstGeom prst="rect">
            <a:avLst/>
          </a:prstGeom>
        </p:spPr>
        <p:txBody>
          <a:bodyPr vert="horz" lIns="144000" tIns="0" rIns="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r>
              <a:rPr lang="en-US" dirty="0"/>
              <a:t>Lorem ipsum</a:t>
            </a:r>
          </a:p>
          <a:p>
            <a:r>
              <a:rPr lang="en-US" dirty="0"/>
              <a:t>Lorem ipsum</a:t>
            </a:r>
          </a:p>
          <a:p>
            <a:r>
              <a:rPr lang="en-US" dirty="0"/>
              <a:t>Lorem ipsum</a:t>
            </a:r>
          </a:p>
        </p:txBody>
      </p:sp>
      <p:sp>
        <p:nvSpPr>
          <p:cNvPr id="40" name="Textplatzhalter 8">
            <a:extLst>
              <a:ext uri="{FF2B5EF4-FFF2-40B4-BE49-F238E27FC236}">
                <a16:creationId xmlns:a16="http://schemas.microsoft.com/office/drawing/2014/main" id="{7A6F60DF-9CD6-FDD9-08CB-B72A65F5D665}"/>
              </a:ext>
            </a:extLst>
          </p:cNvPr>
          <p:cNvSpPr txBox="1">
            <a:spLocks/>
          </p:cNvSpPr>
          <p:nvPr/>
        </p:nvSpPr>
        <p:spPr bwMode="gray">
          <a:xfrm>
            <a:off x="5447772" y="2097260"/>
            <a:ext cx="2808000" cy="540000"/>
          </a:xfrm>
          <a:prstGeom prst="rect">
            <a:avLst/>
          </a:prstGeom>
          <a:noFill/>
          <a:effectLst/>
        </p:spPr>
        <p:txBody>
          <a:bodyPr wrap="none" lIns="14400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02</a:t>
            </a:r>
          </a:p>
        </p:txBody>
      </p:sp>
      <p:sp>
        <p:nvSpPr>
          <p:cNvPr id="41" name="Textplatzhalter 2">
            <a:extLst>
              <a:ext uri="{FF2B5EF4-FFF2-40B4-BE49-F238E27FC236}">
                <a16:creationId xmlns:a16="http://schemas.microsoft.com/office/drawing/2014/main" id="{2AA9F179-D63E-26F8-8D99-090EBE502452}"/>
              </a:ext>
            </a:extLst>
          </p:cNvPr>
          <p:cNvSpPr txBox="1">
            <a:spLocks/>
          </p:cNvSpPr>
          <p:nvPr/>
        </p:nvSpPr>
        <p:spPr bwMode="gray">
          <a:xfrm>
            <a:off x="8904520" y="2132856"/>
            <a:ext cx="2808000" cy="3240360"/>
          </a:xfrm>
          <a:prstGeom prst="rect">
            <a:avLst/>
          </a:prstGeom>
        </p:spPr>
        <p:txBody>
          <a:bodyPr vert="horz" lIns="144000" tIns="0" rIns="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r>
              <a:rPr lang="en-US" dirty="0"/>
              <a:t>Lorem ipsum</a:t>
            </a:r>
          </a:p>
          <a:p>
            <a:r>
              <a:rPr lang="en-US" dirty="0"/>
              <a:t>Lorem ipsum</a:t>
            </a:r>
          </a:p>
          <a:p>
            <a:r>
              <a:rPr lang="en-US" dirty="0"/>
              <a:t>Lorem ipsum</a:t>
            </a:r>
          </a:p>
        </p:txBody>
      </p:sp>
      <p:sp>
        <p:nvSpPr>
          <p:cNvPr id="42" name="Textplatzhalter 8">
            <a:extLst>
              <a:ext uri="{FF2B5EF4-FFF2-40B4-BE49-F238E27FC236}">
                <a16:creationId xmlns:a16="http://schemas.microsoft.com/office/drawing/2014/main" id="{E615F7F4-29A1-5705-EE23-0296245AEA65}"/>
              </a:ext>
            </a:extLst>
          </p:cNvPr>
          <p:cNvSpPr txBox="1">
            <a:spLocks/>
          </p:cNvSpPr>
          <p:nvPr/>
        </p:nvSpPr>
        <p:spPr bwMode="gray">
          <a:xfrm>
            <a:off x="8904624" y="1413184"/>
            <a:ext cx="2808000" cy="540000"/>
          </a:xfrm>
          <a:prstGeom prst="rect">
            <a:avLst/>
          </a:prstGeom>
          <a:noFill/>
          <a:effectLst/>
        </p:spPr>
        <p:txBody>
          <a:bodyPr wrap="none" lIns="14400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03</a:t>
            </a:r>
          </a:p>
        </p:txBody>
      </p:sp>
      <p:cxnSp>
        <p:nvCxnSpPr>
          <p:cNvPr id="44" name="Gerader Verbinder 43">
            <a:extLst>
              <a:ext uri="{FF2B5EF4-FFF2-40B4-BE49-F238E27FC236}">
                <a16:creationId xmlns:a16="http://schemas.microsoft.com/office/drawing/2014/main" id="{6BF89AED-D1E0-F53A-9788-3915A338ADFC}"/>
              </a:ext>
            </a:extLst>
          </p:cNvPr>
          <p:cNvCxnSpPr>
            <a:cxnSpLocks/>
          </p:cNvCxnSpPr>
          <p:nvPr/>
        </p:nvCxnSpPr>
        <p:spPr bwMode="gray">
          <a:xfrm flipV="1">
            <a:off x="1991552" y="2780928"/>
            <a:ext cx="0" cy="2592189"/>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pic>
        <p:nvPicPr>
          <p:cNvPr id="31" name="Grafik 30">
            <a:extLst>
              <a:ext uri="{FF2B5EF4-FFF2-40B4-BE49-F238E27FC236}">
                <a16:creationId xmlns:a16="http://schemas.microsoft.com/office/drawing/2014/main" id="{46FE15FB-AB57-6B7A-41C0-2C2411B32B1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bwMode="gray">
          <a:xfrm>
            <a:off x="8035905" y="1412776"/>
            <a:ext cx="721127" cy="721128"/>
          </a:xfrm>
          <a:prstGeom prst="rect">
            <a:avLst/>
          </a:prstGeom>
        </p:spPr>
      </p:pic>
      <p:pic>
        <p:nvPicPr>
          <p:cNvPr id="33" name="Grafik 32">
            <a:extLst>
              <a:ext uri="{FF2B5EF4-FFF2-40B4-BE49-F238E27FC236}">
                <a16:creationId xmlns:a16="http://schemas.microsoft.com/office/drawing/2014/main" id="{38DF5A62-4D8B-A2C1-57C3-E3FFE090852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bwMode="gray">
          <a:xfrm>
            <a:off x="1127456" y="2993330"/>
            <a:ext cx="720185" cy="295276"/>
          </a:xfrm>
          <a:prstGeom prst="rect">
            <a:avLst/>
          </a:prstGeom>
        </p:spPr>
      </p:pic>
      <p:cxnSp>
        <p:nvCxnSpPr>
          <p:cNvPr id="58" name="Gerader Verbinder 57">
            <a:extLst>
              <a:ext uri="{FF2B5EF4-FFF2-40B4-BE49-F238E27FC236}">
                <a16:creationId xmlns:a16="http://schemas.microsoft.com/office/drawing/2014/main" id="{5794C047-F113-A50A-5CAD-930D8A4768AE}"/>
              </a:ext>
            </a:extLst>
          </p:cNvPr>
          <p:cNvCxnSpPr>
            <a:cxnSpLocks/>
          </p:cNvCxnSpPr>
          <p:nvPr/>
        </p:nvCxnSpPr>
        <p:spPr bwMode="gray">
          <a:xfrm flipV="1">
            <a:off x="5448072" y="2096852"/>
            <a:ext cx="0" cy="3276364"/>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59" name="Gerader Verbinder 58">
            <a:extLst>
              <a:ext uri="{FF2B5EF4-FFF2-40B4-BE49-F238E27FC236}">
                <a16:creationId xmlns:a16="http://schemas.microsoft.com/office/drawing/2014/main" id="{9DD50673-9CC7-0CF1-7F0A-593BE4C8846A}"/>
              </a:ext>
            </a:extLst>
          </p:cNvPr>
          <p:cNvCxnSpPr>
            <a:cxnSpLocks/>
          </p:cNvCxnSpPr>
          <p:nvPr/>
        </p:nvCxnSpPr>
        <p:spPr bwMode="gray">
          <a:xfrm flipV="1">
            <a:off x="8904520" y="1412776"/>
            <a:ext cx="0" cy="396044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pic>
        <p:nvPicPr>
          <p:cNvPr id="32" name="Grafik 31">
            <a:extLst>
              <a:ext uri="{FF2B5EF4-FFF2-40B4-BE49-F238E27FC236}">
                <a16:creationId xmlns:a16="http://schemas.microsoft.com/office/drawing/2014/main" id="{97CBD2E9-6088-C287-7873-D45CFB6740D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bwMode="gray">
          <a:xfrm>
            <a:off x="4583871" y="2255240"/>
            <a:ext cx="720185" cy="403304"/>
          </a:xfrm>
          <a:prstGeom prst="rect">
            <a:avLst/>
          </a:prstGeom>
        </p:spPr>
      </p:pic>
      <p:sp>
        <p:nvSpPr>
          <p:cNvPr id="69" name="Ellipse 68">
            <a:extLst>
              <a:ext uri="{FF2B5EF4-FFF2-40B4-BE49-F238E27FC236}">
                <a16:creationId xmlns:a16="http://schemas.microsoft.com/office/drawing/2014/main" id="{E52FEE48-A011-286D-5D36-123BA38B4322}"/>
              </a:ext>
            </a:extLst>
          </p:cNvPr>
          <p:cNvSpPr>
            <a:spLocks noChangeAspect="1"/>
          </p:cNvSpPr>
          <p:nvPr/>
        </p:nvSpPr>
        <p:spPr bwMode="gray">
          <a:xfrm>
            <a:off x="1938884" y="5320256"/>
            <a:ext cx="108000" cy="108000"/>
          </a:xfrm>
          <a:prstGeom prst="ellipse">
            <a:avLst/>
          </a:prstGeom>
          <a:solidFill>
            <a:schemeClr val="tx2"/>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70" name="Ellipse 69">
            <a:extLst>
              <a:ext uri="{FF2B5EF4-FFF2-40B4-BE49-F238E27FC236}">
                <a16:creationId xmlns:a16="http://schemas.microsoft.com/office/drawing/2014/main" id="{533966DA-48B9-34A3-E3E4-3CE3E6A315A2}"/>
              </a:ext>
            </a:extLst>
          </p:cNvPr>
          <p:cNvSpPr>
            <a:spLocks noChangeAspect="1"/>
          </p:cNvSpPr>
          <p:nvPr/>
        </p:nvSpPr>
        <p:spPr bwMode="gray">
          <a:xfrm>
            <a:off x="8849257" y="5320256"/>
            <a:ext cx="108000" cy="108000"/>
          </a:xfrm>
          <a:prstGeom prst="ellipse">
            <a:avLst/>
          </a:prstGeom>
          <a:solidFill>
            <a:schemeClr val="tx2"/>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71" name="Ellipse 70">
            <a:extLst>
              <a:ext uri="{FF2B5EF4-FFF2-40B4-BE49-F238E27FC236}">
                <a16:creationId xmlns:a16="http://schemas.microsoft.com/office/drawing/2014/main" id="{1820FB41-8D54-2797-D8A3-22DE0632BD33}"/>
              </a:ext>
            </a:extLst>
          </p:cNvPr>
          <p:cNvSpPr>
            <a:spLocks noChangeAspect="1"/>
          </p:cNvSpPr>
          <p:nvPr/>
        </p:nvSpPr>
        <p:spPr bwMode="gray">
          <a:xfrm>
            <a:off x="5394685" y="5320256"/>
            <a:ext cx="108000" cy="108000"/>
          </a:xfrm>
          <a:prstGeom prst="ellipse">
            <a:avLst/>
          </a:prstGeom>
          <a:solidFill>
            <a:schemeClr val="tx2"/>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Tree>
    <p:extLst>
      <p:ext uri="{BB962C8B-B14F-4D97-AF65-F5344CB8AC3E}">
        <p14:creationId xmlns:p14="http://schemas.microsoft.com/office/powerpoint/2010/main" val="1652611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platzhalter 6">
            <a:extLst>
              <a:ext uri="{FF2B5EF4-FFF2-40B4-BE49-F238E27FC236}">
                <a16:creationId xmlns:a16="http://schemas.microsoft.com/office/drawing/2014/main" id="{2EEAB030-A97E-C173-ADED-BAC4FB2C79E4}"/>
              </a:ext>
            </a:extLst>
          </p:cNvPr>
          <p:cNvSpPr>
            <a:spLocks noGrp="1"/>
          </p:cNvSpPr>
          <p:nvPr>
            <p:ph type="body" sz="quarter" idx="13"/>
          </p:nvPr>
        </p:nvSpPr>
        <p:spPr/>
        <p:txBody>
          <a:bodyPr/>
          <a:lstStyle/>
          <a:p>
            <a:endParaRPr lang="en-US" dirty="0"/>
          </a:p>
        </p:txBody>
      </p:sp>
      <p:sp>
        <p:nvSpPr>
          <p:cNvPr id="3" name="Fußzeilenplatzhalter 2">
            <a:extLst>
              <a:ext uri="{FF2B5EF4-FFF2-40B4-BE49-F238E27FC236}">
                <a16:creationId xmlns:a16="http://schemas.microsoft.com/office/drawing/2014/main" id="{C362CF01-D3F0-DD58-F640-11F5882A22F5}"/>
              </a:ext>
            </a:extLst>
          </p:cNvPr>
          <p:cNvSpPr>
            <a:spLocks noGrp="1"/>
          </p:cNvSpPr>
          <p:nvPr>
            <p:ph type="ftr" sz="quarter" idx="14"/>
          </p:nvPr>
        </p:nvSpPr>
        <p:spPr/>
        <p:txBody>
          <a:bodyPr/>
          <a:lstStyle/>
          <a:p>
            <a:r>
              <a:rPr lang="en-US" dirty="0"/>
              <a:t>Slide library    |     ONLY FOR INTERNAL USE</a:t>
            </a:r>
          </a:p>
        </p:txBody>
      </p:sp>
      <p:sp>
        <p:nvSpPr>
          <p:cNvPr id="4" name="Foliennummernplatzhalter 3">
            <a:extLst>
              <a:ext uri="{FF2B5EF4-FFF2-40B4-BE49-F238E27FC236}">
                <a16:creationId xmlns:a16="http://schemas.microsoft.com/office/drawing/2014/main" id="{805E20C9-6CDE-F9AE-72E4-7AF9823C07B1}"/>
              </a:ext>
            </a:extLst>
          </p:cNvPr>
          <p:cNvSpPr>
            <a:spLocks noGrp="1"/>
          </p:cNvSpPr>
          <p:nvPr>
            <p:ph type="sldNum" sz="quarter" idx="15"/>
          </p:nvPr>
        </p:nvSpPr>
        <p:spPr/>
        <p:txBody>
          <a:bodyPr/>
          <a:lstStyle/>
          <a:p>
            <a:fld id="{8FF9B0DE-3FEB-4AA0-B465-B80EF7C1333D}" type="slidenum">
              <a:rPr lang="en-US" smtClean="0"/>
              <a:pPr/>
              <a:t>50</a:t>
            </a:fld>
            <a:endParaRPr lang="en-US" dirty="0"/>
          </a:p>
        </p:txBody>
      </p:sp>
      <p:pic>
        <p:nvPicPr>
          <p:cNvPr id="8" name="Grafik 7">
            <a:extLst>
              <a:ext uri="{FF2B5EF4-FFF2-40B4-BE49-F238E27FC236}">
                <a16:creationId xmlns:a16="http://schemas.microsoft.com/office/drawing/2014/main" id="{4F913479-7145-0CBE-474B-82BF6A74E4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bwMode="gray">
          <a:xfrm>
            <a:off x="6888088" y="1773336"/>
            <a:ext cx="4680002" cy="4680000"/>
          </a:xfrm>
          <a:prstGeom prst="rect">
            <a:avLst/>
          </a:prstGeom>
        </p:spPr>
      </p:pic>
      <p:sp>
        <p:nvSpPr>
          <p:cNvPr id="9" name="Textplatzhalter 8">
            <a:extLst>
              <a:ext uri="{FF2B5EF4-FFF2-40B4-BE49-F238E27FC236}">
                <a16:creationId xmlns:a16="http://schemas.microsoft.com/office/drawing/2014/main" id="{7D04F508-B8AB-FB17-8A6F-A8298B48CBBE}"/>
              </a:ext>
            </a:extLst>
          </p:cNvPr>
          <p:cNvSpPr txBox="1">
            <a:spLocks/>
          </p:cNvSpPr>
          <p:nvPr/>
        </p:nvSpPr>
        <p:spPr bwMode="gray">
          <a:xfrm>
            <a:off x="479425" y="1412874"/>
            <a:ext cx="6192639" cy="4392390"/>
          </a:xfrm>
          <a:prstGeom prst="rect">
            <a:avLst/>
          </a:prstGeom>
          <a:noFill/>
          <a:effectLst/>
        </p:spPr>
        <p:txBody>
          <a:bodyPr wrap="square" lIns="0" tIns="0" rIns="0" bIns="0" anchor="t"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4000" dirty="0"/>
              <a:t>Licensed images, illustrations and Icons for usage are available here:</a:t>
            </a:r>
          </a:p>
          <a:p>
            <a:pPr>
              <a:lnSpc>
                <a:spcPct val="100000"/>
              </a:lnSpc>
              <a:spcBef>
                <a:spcPts val="4800"/>
              </a:spcBef>
              <a:spcAft>
                <a:spcPts val="0"/>
              </a:spcAft>
            </a:pPr>
            <a:r>
              <a:rPr lang="en-US" sz="2500" b="0" dirty="0">
                <a:solidFill>
                  <a:schemeClr val="bg1"/>
                </a:solidFill>
                <a:latin typeface="+mn-lt"/>
                <a:hlinkClick r:id="rId4">
                  <a:extLst>
                    <a:ext uri="{A12FA001-AC4F-418D-AE19-62706E023703}">
                      <ahyp:hlinkClr xmlns:ahyp="http://schemas.microsoft.com/office/drawing/2018/hyperlinkcolor" val="tx"/>
                    </a:ext>
                  </a:extLst>
                </a:hlinkClick>
              </a:rPr>
              <a:t>https://brand.boehringer-ingelheim.com</a:t>
            </a:r>
            <a:endParaRPr lang="en-US" sz="2500" b="0" dirty="0">
              <a:solidFill>
                <a:schemeClr val="bg1"/>
              </a:solidFill>
              <a:latin typeface="+mn-lt"/>
            </a:endParaRPr>
          </a:p>
          <a:p>
            <a:pPr>
              <a:lnSpc>
                <a:spcPct val="100000"/>
              </a:lnSpc>
              <a:spcBef>
                <a:spcPts val="1200"/>
              </a:spcBef>
              <a:spcAft>
                <a:spcPts val="0"/>
              </a:spcAft>
            </a:pPr>
            <a:r>
              <a:rPr lang="en-US" sz="2500" b="0" dirty="0">
                <a:solidFill>
                  <a:schemeClr val="bg1"/>
                </a:solidFill>
                <a:latin typeface="+mn-lt"/>
                <a:hlinkClick r:id="rId5">
                  <a:extLst>
                    <a:ext uri="{A12FA001-AC4F-418D-AE19-62706E023703}">
                      <ahyp:hlinkClr xmlns:ahyp="http://schemas.microsoft.com/office/drawing/2018/hyperlinkcolor" val="tx"/>
                    </a:ext>
                  </a:extLst>
                </a:hlinkClick>
              </a:rPr>
              <a:t>Images</a:t>
            </a:r>
            <a:r>
              <a:rPr lang="en-US" sz="2500" b="0" dirty="0">
                <a:solidFill>
                  <a:schemeClr val="bg1"/>
                </a:solidFill>
                <a:latin typeface="+mn-lt"/>
              </a:rPr>
              <a:t> | </a:t>
            </a:r>
            <a:r>
              <a:rPr lang="en-US" sz="2500" b="0" dirty="0">
                <a:solidFill>
                  <a:schemeClr val="bg1"/>
                </a:solidFill>
                <a:latin typeface="+mn-lt"/>
                <a:hlinkClick r:id="rId6">
                  <a:extLst>
                    <a:ext uri="{A12FA001-AC4F-418D-AE19-62706E023703}">
                      <ahyp:hlinkClr xmlns:ahyp="http://schemas.microsoft.com/office/drawing/2018/hyperlinkcolor" val="tx"/>
                    </a:ext>
                  </a:extLst>
                </a:hlinkClick>
              </a:rPr>
              <a:t>Illustrations</a:t>
            </a:r>
            <a:r>
              <a:rPr lang="en-US" sz="2500" b="0" dirty="0">
                <a:solidFill>
                  <a:schemeClr val="bg1"/>
                </a:solidFill>
                <a:latin typeface="+mn-lt"/>
              </a:rPr>
              <a:t> | </a:t>
            </a:r>
            <a:r>
              <a:rPr lang="en-US" sz="2500" b="0" dirty="0">
                <a:solidFill>
                  <a:schemeClr val="bg1"/>
                </a:solidFill>
                <a:latin typeface="+mn-lt"/>
                <a:hlinkClick r:id="rId7">
                  <a:extLst>
                    <a:ext uri="{A12FA001-AC4F-418D-AE19-62706E023703}">
                      <ahyp:hlinkClr xmlns:ahyp="http://schemas.microsoft.com/office/drawing/2018/hyperlinkcolor" val="tx"/>
                    </a:ext>
                  </a:extLst>
                </a:hlinkClick>
              </a:rPr>
              <a:t>Icons</a:t>
            </a:r>
            <a:endParaRPr lang="en-US" sz="2500" b="0" dirty="0">
              <a:solidFill>
                <a:schemeClr val="bg1"/>
              </a:solidFill>
              <a:latin typeface="+mn-lt"/>
            </a:endParaRPr>
          </a:p>
        </p:txBody>
      </p:sp>
    </p:spTree>
    <p:extLst>
      <p:ext uri="{BB962C8B-B14F-4D97-AF65-F5344CB8AC3E}">
        <p14:creationId xmlns:p14="http://schemas.microsoft.com/office/powerpoint/2010/main" val="2281862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65F324EC-A7A4-4682-A32A-EE0E6F2C60A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5" name="Objekt 4" hidden="1">
                        <a:extLst>
                          <a:ext uri="{FF2B5EF4-FFF2-40B4-BE49-F238E27FC236}">
                            <a16:creationId xmlns:a16="http://schemas.microsoft.com/office/drawing/2014/main" id="{65F324EC-A7A4-4682-A32A-EE0E6F2C60A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extplatzhalter 5">
            <a:extLst>
              <a:ext uri="{FF2B5EF4-FFF2-40B4-BE49-F238E27FC236}">
                <a16:creationId xmlns:a16="http://schemas.microsoft.com/office/drawing/2014/main" id="{FEF49448-1537-2164-8E32-3600C577DA29}"/>
              </a:ext>
            </a:extLst>
          </p:cNvPr>
          <p:cNvSpPr>
            <a:spLocks noGrp="1"/>
          </p:cNvSpPr>
          <p:nvPr>
            <p:ph type="body" sz="quarter" idx="13"/>
          </p:nvPr>
        </p:nvSpPr>
        <p:spPr bwMode="invGray"/>
        <p:txBody>
          <a:bodyPr/>
          <a:lstStyle/>
          <a:p>
            <a:endParaRPr lang="en-US" dirty="0"/>
          </a:p>
        </p:txBody>
      </p:sp>
      <p:sp>
        <p:nvSpPr>
          <p:cNvPr id="45" name="Textplatzhalter 8">
            <a:extLst>
              <a:ext uri="{FF2B5EF4-FFF2-40B4-BE49-F238E27FC236}">
                <a16:creationId xmlns:a16="http://schemas.microsoft.com/office/drawing/2014/main" id="{A069869E-6FDE-2D7E-9792-655F06459D52}"/>
              </a:ext>
            </a:extLst>
          </p:cNvPr>
          <p:cNvSpPr txBox="1">
            <a:spLocks/>
          </p:cNvSpPr>
          <p:nvPr/>
        </p:nvSpPr>
        <p:spPr bwMode="gray">
          <a:xfrm>
            <a:off x="479481" y="911078"/>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01</a:t>
            </a:r>
          </a:p>
        </p:txBody>
      </p:sp>
      <p:sp>
        <p:nvSpPr>
          <p:cNvPr id="46" name="Textplatzhalter 2">
            <a:extLst>
              <a:ext uri="{FF2B5EF4-FFF2-40B4-BE49-F238E27FC236}">
                <a16:creationId xmlns:a16="http://schemas.microsoft.com/office/drawing/2014/main" id="{2F732AC3-8F5E-AE00-6574-5FD8A1DE79C6}"/>
              </a:ext>
            </a:extLst>
          </p:cNvPr>
          <p:cNvSpPr txBox="1">
            <a:spLocks/>
          </p:cNvSpPr>
          <p:nvPr/>
        </p:nvSpPr>
        <p:spPr bwMode="invGray">
          <a:xfrm>
            <a:off x="479376" y="1630750"/>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高端 &gt;300元/3支</a:t>
            </a:r>
            <a:br>
              <a:rPr lang="en-US" dirty="0"/>
            </a:br>
            <a:r>
              <a:rPr lang="en-US" dirty="0"/>
              <a:t>维持溢价</a:t>
            </a:r>
          </a:p>
        </p:txBody>
      </p:sp>
      <p:sp>
        <p:nvSpPr>
          <p:cNvPr id="48" name="Textplatzhalter 8">
            <a:extLst>
              <a:ext uri="{FF2B5EF4-FFF2-40B4-BE49-F238E27FC236}">
                <a16:creationId xmlns:a16="http://schemas.microsoft.com/office/drawing/2014/main" id="{3EF0A0E8-FCB6-8DC7-4F79-E458E6DC8476}"/>
              </a:ext>
            </a:extLst>
          </p:cNvPr>
          <p:cNvSpPr txBox="1">
            <a:spLocks/>
          </p:cNvSpPr>
          <p:nvPr/>
        </p:nvSpPr>
        <p:spPr bwMode="gray">
          <a:xfrm>
            <a:off x="3035901" y="911078"/>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02</a:t>
            </a:r>
          </a:p>
        </p:txBody>
      </p:sp>
      <p:sp>
        <p:nvSpPr>
          <p:cNvPr id="115" name="Textplatzhalter 2">
            <a:extLst>
              <a:ext uri="{FF2B5EF4-FFF2-40B4-BE49-F238E27FC236}">
                <a16:creationId xmlns:a16="http://schemas.microsoft.com/office/drawing/2014/main" id="{A58764AA-FFA4-6FA8-CD48-AC515EB85392}"/>
              </a:ext>
            </a:extLst>
          </p:cNvPr>
          <p:cNvSpPr txBox="1">
            <a:spLocks/>
          </p:cNvSpPr>
          <p:nvPr/>
        </p:nvSpPr>
        <p:spPr bwMode="invGray">
          <a:xfrm>
            <a:off x="3035796" y="1630750"/>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中高端 200-300元/3支</a:t>
            </a:r>
            <a:br>
              <a:rPr lang="en-US" dirty="0"/>
            </a:br>
            <a:r>
              <a:rPr lang="en-US" dirty="0"/>
              <a:t>限时权益</a:t>
            </a:r>
          </a:p>
        </p:txBody>
      </p:sp>
      <p:sp>
        <p:nvSpPr>
          <p:cNvPr id="117" name="Textplatzhalter 8">
            <a:extLst>
              <a:ext uri="{FF2B5EF4-FFF2-40B4-BE49-F238E27FC236}">
                <a16:creationId xmlns:a16="http://schemas.microsoft.com/office/drawing/2014/main" id="{7B4AFC59-04D5-8AC6-B8E4-9DDE1527634F}"/>
              </a:ext>
            </a:extLst>
          </p:cNvPr>
          <p:cNvSpPr txBox="1">
            <a:spLocks/>
          </p:cNvSpPr>
          <p:nvPr/>
        </p:nvSpPr>
        <p:spPr bwMode="gray">
          <a:xfrm>
            <a:off x="5592197" y="911078"/>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03</a:t>
            </a:r>
          </a:p>
        </p:txBody>
      </p:sp>
      <p:sp>
        <p:nvSpPr>
          <p:cNvPr id="118" name="Textplatzhalter 2">
            <a:extLst>
              <a:ext uri="{FF2B5EF4-FFF2-40B4-BE49-F238E27FC236}">
                <a16:creationId xmlns:a16="http://schemas.microsoft.com/office/drawing/2014/main" id="{E5D5A12E-D991-EC97-838D-635EE558EF5D}"/>
              </a:ext>
            </a:extLst>
          </p:cNvPr>
          <p:cNvSpPr txBox="1">
            <a:spLocks/>
          </p:cNvSpPr>
          <p:nvPr/>
        </p:nvSpPr>
        <p:spPr bwMode="invGray">
          <a:xfrm>
            <a:off x="5592092" y="1630750"/>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中端 100-200元/3支</a:t>
            </a:r>
            <a:br>
              <a:rPr lang="en-US" dirty="0"/>
            </a:br>
            <a:r>
              <a:rPr lang="en-US" dirty="0"/>
              <a:t>首购体验</a:t>
            </a:r>
          </a:p>
        </p:txBody>
      </p:sp>
      <p:sp>
        <p:nvSpPr>
          <p:cNvPr id="138" name="Textplatzhalter 8">
            <a:extLst>
              <a:ext uri="{FF2B5EF4-FFF2-40B4-BE49-F238E27FC236}">
                <a16:creationId xmlns:a16="http://schemas.microsoft.com/office/drawing/2014/main" id="{B75B6B3A-9A6E-CE72-CC7A-448C1780E4B7}"/>
              </a:ext>
            </a:extLst>
          </p:cNvPr>
          <p:cNvSpPr txBox="1">
            <a:spLocks/>
          </p:cNvSpPr>
          <p:nvPr/>
        </p:nvSpPr>
        <p:spPr bwMode="gray">
          <a:xfrm>
            <a:off x="479481" y="2637888"/>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04</a:t>
            </a:r>
          </a:p>
        </p:txBody>
      </p:sp>
      <p:sp>
        <p:nvSpPr>
          <p:cNvPr id="139" name="Textplatzhalter 2">
            <a:extLst>
              <a:ext uri="{FF2B5EF4-FFF2-40B4-BE49-F238E27FC236}">
                <a16:creationId xmlns:a16="http://schemas.microsoft.com/office/drawing/2014/main" id="{633CC8B2-117E-D901-7684-DD7F291BAC63}"/>
              </a:ext>
            </a:extLst>
          </p:cNvPr>
          <p:cNvSpPr txBox="1">
            <a:spLocks/>
          </p:cNvSpPr>
          <p:nvPr/>
        </p:nvSpPr>
        <p:spPr bwMode="invGray">
          <a:xfrm>
            <a:off x="479376" y="3357560"/>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经济型 &lt;100元/3支</a:t>
            </a:r>
            <a:br>
              <a:rPr lang="en-US" dirty="0"/>
            </a:br>
            <a:r>
              <a:rPr lang="en-US" dirty="0"/>
              <a:t>价格监测</a:t>
            </a:r>
          </a:p>
        </p:txBody>
      </p:sp>
      <p:sp>
        <p:nvSpPr>
          <p:cNvPr id="141" name="Textplatzhalter 8">
            <a:extLst>
              <a:ext uri="{FF2B5EF4-FFF2-40B4-BE49-F238E27FC236}">
                <a16:creationId xmlns:a16="http://schemas.microsoft.com/office/drawing/2014/main" id="{8BFF8194-8303-CDC7-B996-DEE9BD08E1E4}"/>
              </a:ext>
            </a:extLst>
          </p:cNvPr>
          <p:cNvSpPr txBox="1">
            <a:spLocks/>
          </p:cNvSpPr>
          <p:nvPr/>
        </p:nvSpPr>
        <p:spPr bwMode="gray">
          <a:xfrm>
            <a:off x="3035901" y="2637888"/>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05</a:t>
            </a:r>
          </a:p>
        </p:txBody>
      </p:sp>
      <p:sp>
        <p:nvSpPr>
          <p:cNvPr id="142" name="Textplatzhalter 2">
            <a:extLst>
              <a:ext uri="{FF2B5EF4-FFF2-40B4-BE49-F238E27FC236}">
                <a16:creationId xmlns:a16="http://schemas.microsoft.com/office/drawing/2014/main" id="{9D5AAE7B-6F1F-2F5D-0102-9139872A7157}"/>
              </a:ext>
            </a:extLst>
          </p:cNvPr>
          <p:cNvSpPr txBox="1">
            <a:spLocks/>
          </p:cNvSpPr>
          <p:nvPr/>
        </p:nvSpPr>
        <p:spPr bwMode="invGray">
          <a:xfrm>
            <a:off x="3035796" y="3357560"/>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产品组合策略</a:t>
            </a:r>
            <a:br>
              <a:rPr lang="en-US" dirty="0"/>
            </a:br>
            <a:r>
              <a:rPr lang="en-US" dirty="0"/>
              <a:t>优先推动「内外同驱」</a:t>
            </a:r>
          </a:p>
        </p:txBody>
      </p:sp>
      <p:sp>
        <p:nvSpPr>
          <p:cNvPr id="144" name="Textplatzhalter 8">
            <a:extLst>
              <a:ext uri="{FF2B5EF4-FFF2-40B4-BE49-F238E27FC236}">
                <a16:creationId xmlns:a16="http://schemas.microsoft.com/office/drawing/2014/main" id="{86022F8F-7D20-A83F-4A6B-BD1D4315E019}"/>
              </a:ext>
            </a:extLst>
          </p:cNvPr>
          <p:cNvSpPr txBox="1">
            <a:spLocks/>
          </p:cNvSpPr>
          <p:nvPr/>
        </p:nvSpPr>
        <p:spPr bwMode="gray">
          <a:xfrm>
            <a:off x="5592197" y="2637888"/>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06</a:t>
            </a:r>
          </a:p>
        </p:txBody>
      </p:sp>
      <p:sp>
        <p:nvSpPr>
          <p:cNvPr id="145" name="Textplatzhalter 2">
            <a:extLst>
              <a:ext uri="{FF2B5EF4-FFF2-40B4-BE49-F238E27FC236}">
                <a16:creationId xmlns:a16="http://schemas.microsoft.com/office/drawing/2014/main" id="{578307A2-F0D2-BE41-7213-56C66FC45117}"/>
              </a:ext>
            </a:extLst>
          </p:cNvPr>
          <p:cNvSpPr txBox="1">
            <a:spLocks/>
          </p:cNvSpPr>
          <p:nvPr/>
        </p:nvSpPr>
        <p:spPr bwMode="invGray">
          <a:xfrm>
            <a:off x="5592092" y="3357560"/>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猫用滴剂突破口</a:t>
            </a:r>
            <a:br>
              <a:rPr lang="en-US" dirty="0"/>
            </a:br>
            <a:r>
              <a:rPr lang="en-US" dirty="0"/>
              <a:t>博来恩猫用滴剂</a:t>
            </a:r>
          </a:p>
        </p:txBody>
      </p:sp>
      <p:sp>
        <p:nvSpPr>
          <p:cNvPr id="146" name="Textplatzhalter 8">
            <a:extLst>
              <a:ext uri="{FF2B5EF4-FFF2-40B4-BE49-F238E27FC236}">
                <a16:creationId xmlns:a16="http://schemas.microsoft.com/office/drawing/2014/main" id="{A0548ADE-233E-96C6-FA1B-6037C726F119}"/>
              </a:ext>
            </a:extLst>
          </p:cNvPr>
          <p:cNvSpPr txBox="1">
            <a:spLocks/>
          </p:cNvSpPr>
          <p:nvPr/>
        </p:nvSpPr>
        <p:spPr bwMode="gray">
          <a:xfrm>
            <a:off x="479481" y="4365592"/>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07</a:t>
            </a:r>
          </a:p>
        </p:txBody>
      </p:sp>
      <p:sp>
        <p:nvSpPr>
          <p:cNvPr id="147" name="Textplatzhalter 2">
            <a:extLst>
              <a:ext uri="{FF2B5EF4-FFF2-40B4-BE49-F238E27FC236}">
                <a16:creationId xmlns:a16="http://schemas.microsoft.com/office/drawing/2014/main" id="{6D4613B2-D178-8F4F-B569-692CC3AA550D}"/>
              </a:ext>
            </a:extLst>
          </p:cNvPr>
          <p:cNvSpPr txBox="1">
            <a:spLocks/>
          </p:cNvSpPr>
          <p:nvPr/>
        </p:nvSpPr>
        <p:spPr bwMode="invGray">
          <a:xfrm>
            <a:off x="479376" y="5085264"/>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兽医端学术教育</a:t>
            </a:r>
            <a:br>
              <a:rPr lang="en-US" dirty="0"/>
            </a:br>
            <a:r>
              <a:rPr lang="en-US" dirty="0"/>
              <a:t>CVTD赞助×产品培训</a:t>
            </a:r>
          </a:p>
        </p:txBody>
      </p:sp>
      <p:sp>
        <p:nvSpPr>
          <p:cNvPr id="149" name="Textplatzhalter 8">
            <a:extLst>
              <a:ext uri="{FF2B5EF4-FFF2-40B4-BE49-F238E27FC236}">
                <a16:creationId xmlns:a16="http://schemas.microsoft.com/office/drawing/2014/main" id="{B32A643D-1381-0F5D-4E45-A74B153062C0}"/>
              </a:ext>
            </a:extLst>
          </p:cNvPr>
          <p:cNvSpPr txBox="1">
            <a:spLocks/>
          </p:cNvSpPr>
          <p:nvPr/>
        </p:nvSpPr>
        <p:spPr bwMode="gray">
          <a:xfrm>
            <a:off x="3035901" y="4365592"/>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08</a:t>
            </a:r>
          </a:p>
        </p:txBody>
      </p:sp>
      <p:sp>
        <p:nvSpPr>
          <p:cNvPr id="150" name="Textplatzhalter 2">
            <a:extLst>
              <a:ext uri="{FF2B5EF4-FFF2-40B4-BE49-F238E27FC236}">
                <a16:creationId xmlns:a16="http://schemas.microsoft.com/office/drawing/2014/main" id="{810B4B07-4F68-EED6-A936-CAD37844D6A0}"/>
              </a:ext>
            </a:extLst>
          </p:cNvPr>
          <p:cNvSpPr txBox="1">
            <a:spLocks/>
          </p:cNvSpPr>
          <p:nvPr/>
        </p:nvSpPr>
        <p:spPr bwMode="invGray">
          <a:xfrm>
            <a:off x="3035796" y="5085264"/>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消费者复购闭环</a:t>
            </a:r>
            <a:br>
              <a:rPr lang="en-US" dirty="0"/>
            </a:br>
            <a:r>
              <a:rPr lang="en-US" dirty="0"/>
              <a:t>小程序×电商会员</a:t>
            </a:r>
          </a:p>
        </p:txBody>
      </p:sp>
      <p:sp>
        <p:nvSpPr>
          <p:cNvPr id="151" name="Textplatzhalter 8">
            <a:extLst>
              <a:ext uri="{FF2B5EF4-FFF2-40B4-BE49-F238E27FC236}">
                <a16:creationId xmlns:a16="http://schemas.microsoft.com/office/drawing/2014/main" id="{7CA4837D-7DA9-84CF-1896-9332808C4272}"/>
              </a:ext>
            </a:extLst>
          </p:cNvPr>
          <p:cNvSpPr txBox="1">
            <a:spLocks/>
          </p:cNvSpPr>
          <p:nvPr/>
        </p:nvSpPr>
        <p:spPr bwMode="gray">
          <a:xfrm>
            <a:off x="5592197" y="4365592"/>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09</a:t>
            </a:r>
          </a:p>
        </p:txBody>
      </p:sp>
      <p:sp>
        <p:nvSpPr>
          <p:cNvPr id="152" name="Textplatzhalter 2">
            <a:extLst>
              <a:ext uri="{FF2B5EF4-FFF2-40B4-BE49-F238E27FC236}">
                <a16:creationId xmlns:a16="http://schemas.microsoft.com/office/drawing/2014/main" id="{E007CDD4-C4A9-3340-A096-92BFE5EED595}"/>
              </a:ext>
            </a:extLst>
          </p:cNvPr>
          <p:cNvSpPr txBox="1">
            <a:spLocks/>
          </p:cNvSpPr>
          <p:nvPr/>
        </p:nvSpPr>
        <p:spPr bwMode="invGray">
          <a:xfrm>
            <a:off x="5592092" y="5085264"/>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定价带布局总结</a:t>
            </a:r>
            <a:br>
              <a:rPr lang="en-US" dirty="0"/>
            </a:br>
            <a:r>
              <a:rPr lang="en-US" dirty="0"/>
              <a:t>防价格战，守高端</a:t>
            </a:r>
          </a:p>
        </p:txBody>
      </p:sp>
      <p:pic>
        <p:nvPicPr>
          <p:cNvPr id="3" name="Grafik 2">
            <a:extLst>
              <a:ext uri="{FF2B5EF4-FFF2-40B4-BE49-F238E27FC236}">
                <a16:creationId xmlns:a16="http://schemas.microsoft.com/office/drawing/2014/main" id="{8BAF75CE-8A7A-C7FA-566F-97A83B56F17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bwMode="gray">
          <a:xfrm>
            <a:off x="8652284" y="2780928"/>
            <a:ext cx="3168352" cy="3168352"/>
          </a:xfrm>
          <a:prstGeom prst="rect">
            <a:avLst/>
          </a:prstGeom>
        </p:spPr>
      </p:pic>
      <p:sp>
        <p:nvSpPr>
          <p:cNvPr id="9" name="Fußzeilenplatzhalter 8">
            <a:extLst>
              <a:ext uri="{FF2B5EF4-FFF2-40B4-BE49-F238E27FC236}">
                <a16:creationId xmlns:a16="http://schemas.microsoft.com/office/drawing/2014/main" id="{B517E76A-6995-B607-D498-BB77A1483377}"/>
              </a:ext>
            </a:extLst>
          </p:cNvPr>
          <p:cNvSpPr>
            <a:spLocks noGrp="1"/>
          </p:cNvSpPr>
          <p:nvPr>
            <p:ph type="ftr" sz="quarter" idx="14"/>
          </p:nvPr>
        </p:nvSpPr>
        <p:spPr bwMode="invGray"/>
        <p:txBody>
          <a:bodyPr/>
          <a:lstStyle/>
          <a:p>
            <a:r>
              <a:rPr lang="en-US" dirty="0"/>
              <a:t>数据来源：公开电商观察、公司公开资料、内部策略假设  |  Strategy view: May 2026</a:t>
            </a:r>
          </a:p>
        </p:txBody>
      </p:sp>
      <p:sp>
        <p:nvSpPr>
          <p:cNvPr id="10" name="Foliennummernplatzhalter 9">
            <a:extLst>
              <a:ext uri="{FF2B5EF4-FFF2-40B4-BE49-F238E27FC236}">
                <a16:creationId xmlns:a16="http://schemas.microsoft.com/office/drawing/2014/main" id="{1A7ED42A-B6BC-61A0-740A-F13FBAA45042}"/>
              </a:ext>
            </a:extLst>
          </p:cNvPr>
          <p:cNvSpPr>
            <a:spLocks noGrp="1"/>
          </p:cNvSpPr>
          <p:nvPr>
            <p:ph type="sldNum" sz="quarter" idx="15"/>
          </p:nvPr>
        </p:nvSpPr>
        <p:spPr bwMode="invGray"/>
        <p:txBody>
          <a:bodyPr/>
          <a:lstStyle/>
          <a:p>
            <a:fld id="{8FF9B0DE-3FEB-4AA0-B465-B80EF7C1333D}" type="slidenum">
              <a:rPr lang="en-US" smtClean="0"/>
              <a:pPr/>
              <a:t>7</a:t>
            </a:fld>
            <a:endParaRPr lang="en-US" dirty="0"/>
          </a:p>
        </p:txBody>
      </p:sp>
    </p:spTree>
    <p:extLst>
      <p:ext uri="{BB962C8B-B14F-4D97-AF65-F5344CB8AC3E}">
        <p14:creationId xmlns:p14="http://schemas.microsoft.com/office/powerpoint/2010/main" val="26636008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CA6854D-123E-FFCB-7D5C-E410F84E3FF7}"/>
              </a:ext>
            </a:extLst>
          </p:cNvPr>
          <p:cNvSpPr>
            <a:spLocks noGrp="1"/>
          </p:cNvSpPr>
          <p:nvPr>
            <p:ph type="title"/>
          </p:nvPr>
        </p:nvSpPr>
        <p:spPr bwMode="gray">
          <a:xfrm>
            <a:off x="479424" y="477000"/>
            <a:ext cx="11233151" cy="720000"/>
          </a:xfrm>
        </p:spPr>
        <p:txBody>
          <a:bodyPr/>
          <a:lstStyle/>
          <a:p>
            <a:r>
              <a:rPr lang="en-US" dirty="0"/>
              <a:t>风险矩阵 | Risk Matrix</a:t>
            </a:r>
          </a:p>
        </p:txBody>
      </p:sp>
      <p:graphicFrame>
        <p:nvGraphicFramePr>
          <p:cNvPr id="17" name="Inhaltsplatzhalter 11">
            <a:extLst>
              <a:ext uri="{FF2B5EF4-FFF2-40B4-BE49-F238E27FC236}">
                <a16:creationId xmlns:a16="http://schemas.microsoft.com/office/drawing/2014/main" id="{1018ABE7-8C71-5AAC-EE2B-25EF1FCD353E}"/>
              </a:ext>
            </a:extLst>
          </p:cNvPr>
          <p:cNvGraphicFramePr>
            <a:graphicFrameLocks noGrp="1"/>
          </p:cNvGraphicFramePr>
          <p:nvPr>
            <p:ph idx="1"/>
          </p:nvPr>
        </p:nvGraphicFramePr>
        <p:xfrm>
          <a:off x="479425" y="1412875"/>
          <a:ext cx="11233150" cy="3818736"/>
        </p:xfrm>
        <a:graphic>
          <a:graphicData uri="http://schemas.openxmlformats.org/drawingml/2006/table">
            <a:tbl>
              <a:tblPr firstRow="1" bandRow="1">
                <a:tableStyleId>{5C22544A-7EE6-4342-B048-85BDC9FD1C3A}</a:tableStyleId>
              </a:tblPr>
              <a:tblGrid>
                <a:gridCol w="2246630">
                  <a:extLst>
                    <a:ext uri="{9D8B030D-6E8A-4147-A177-3AD203B41FA5}">
                      <a16:colId xmlns:a16="http://schemas.microsoft.com/office/drawing/2014/main" val="2389719309"/>
                    </a:ext>
                  </a:extLst>
                </a:gridCol>
                <a:gridCol w="2246630">
                  <a:extLst>
                    <a:ext uri="{9D8B030D-6E8A-4147-A177-3AD203B41FA5}">
                      <a16:colId xmlns:a16="http://schemas.microsoft.com/office/drawing/2014/main" val="2275645487"/>
                    </a:ext>
                  </a:extLst>
                </a:gridCol>
                <a:gridCol w="2246630">
                  <a:extLst>
                    <a:ext uri="{9D8B030D-6E8A-4147-A177-3AD203B41FA5}">
                      <a16:colId xmlns:a16="http://schemas.microsoft.com/office/drawing/2014/main" val="418550560"/>
                    </a:ext>
                  </a:extLst>
                </a:gridCol>
                <a:gridCol w="2246630">
                  <a:extLst>
                    <a:ext uri="{9D8B030D-6E8A-4147-A177-3AD203B41FA5}">
                      <a16:colId xmlns:a16="http://schemas.microsoft.com/office/drawing/2014/main" val="3293208662"/>
                    </a:ext>
                  </a:extLst>
                </a:gridCol>
                <a:gridCol w="2246630">
                  <a:extLst>
                    <a:ext uri="{9D8B030D-6E8A-4147-A177-3AD203B41FA5}">
                      <a16:colId xmlns:a16="http://schemas.microsoft.com/office/drawing/2014/main" val="558019939"/>
                    </a:ext>
                  </a:extLst>
                </a:gridCol>
              </a:tblGrid>
              <a:tr h="477342">
                <a:tc>
                  <a:txBody>
                    <a:bodyPr/>
                    <a:lstStyle/>
                    <a:p>
                      <a:r>
                        <a:rPr lang="en-US" sz="1600" b="1" cap="none" baseline="0" noProof="0" dirty="0">
                          <a:solidFill>
                            <a:schemeClr val="tx1"/>
                          </a:solidFill>
                          <a:latin typeface="+mn-lt"/>
                        </a:rPr>
                        <a:t>本土品牌低价抢占下沉市场</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600" b="1" i="0" u="none" strike="noStrike" kern="1200" cap="none" spc="0" normalizeH="0" baseline="0" noProof="0" dirty="0">
                          <a:ln>
                            <a:noFill/>
                          </a:ln>
                          <a:solidFill>
                            <a:schemeClr val="tx1"/>
                          </a:solidFill>
                          <a:effectLst/>
                          <a:uLnTx/>
                          <a:uFillTx/>
                          <a:latin typeface="+mn-lt"/>
                          <a:ea typeface="+mn-ea"/>
                          <a:cs typeface="+mn-cs"/>
                        </a:rPr>
                        <a:t>消费者价格敏感度上升</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600" b="1" i="0" u="none" strike="noStrike" kern="1200" cap="none" spc="0" normalizeH="0" baseline="0" noProof="0" dirty="0">
                          <a:ln>
                            <a:noFill/>
                          </a:ln>
                          <a:solidFill>
                            <a:schemeClr val="tx1"/>
                          </a:solidFill>
                          <a:effectLst/>
                          <a:uLnTx/>
                          <a:uFillTx/>
                          <a:latin typeface="+mn-lt"/>
                          <a:ea typeface="+mn-ea"/>
                          <a:cs typeface="+mn-cs"/>
                        </a:rPr>
                        <a:t>兽医渠道话语权下降</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600" b="1" i="0" u="none" strike="noStrike" kern="1200" cap="none" spc="0" normalizeH="0" baseline="0" noProof="0" dirty="0">
                          <a:ln>
                            <a:noFill/>
                          </a:ln>
                          <a:solidFill>
                            <a:schemeClr val="tx1"/>
                          </a:solidFill>
                          <a:effectLst/>
                          <a:uLnTx/>
                          <a:uFillTx/>
                          <a:latin typeface="+mn-lt"/>
                          <a:ea typeface="+mn-ea"/>
                          <a:cs typeface="+mn-cs"/>
                        </a:rPr>
                        <a:t>电商平台流量成本持续上涨</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600" b="1" i="0" u="none" strike="noStrike" kern="1200" cap="none" spc="0" normalizeH="0" baseline="0" noProof="0" dirty="0">
                          <a:ln>
                            <a:noFill/>
                          </a:ln>
                          <a:solidFill>
                            <a:schemeClr val="tx1"/>
                          </a:solidFill>
                          <a:effectLst/>
                          <a:uLnTx/>
                          <a:uFillTx/>
                          <a:latin typeface="+mn-lt"/>
                          <a:ea typeface="+mn-ea"/>
                          <a:cs typeface="+mn-cs"/>
                        </a:rPr>
                        <a:t>AI问答和内容合规边界</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1012171"/>
                  </a:ext>
                </a:extLst>
              </a:tr>
              <a:tr h="477342">
                <a:tc>
                  <a:txBody>
                    <a:bodyPr/>
                    <a:lstStyle/>
                    <a:p>
                      <a:r>
                        <a:rPr lang="en-US" sz="1600" noProof="0" dirty="0">
                          <a:solidFill>
                            <a:schemeClr val="tx1"/>
                          </a:solidFill>
                          <a:latin typeface="+mn-lt"/>
                        </a:rPr>
                        <a:t>可能性高 / 影响中
用品质、专业教育和小规格体验；下沉渠道用SKU隔离</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noProof="0" dirty="0">
                          <a:solidFill>
                            <a:schemeClr val="tx1"/>
                          </a:solidFill>
                          <a:latin typeface="+mn-lt"/>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5372541"/>
                  </a:ext>
                </a:extLst>
              </a:tr>
              <a:tr h="477342">
                <a:tc>
                  <a:txBody>
                    <a:bodyPr/>
                    <a:lstStyle/>
                    <a:p>
                      <a:r>
                        <a:rPr lang="en-US" sz="1600" noProof="0" dirty="0">
                          <a:solidFill>
                            <a:schemeClr val="tx1"/>
                          </a:solidFill>
                          <a:latin typeface="+mn-lt"/>
                        </a:rPr>
                        <a:t>可能性中 / 影响高
会员权益、周期装和首购体验降低门槛，避免破坏高端价盘</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2231323"/>
                  </a:ext>
                </a:extLst>
              </a:tr>
              <a:tr h="477342">
                <a:tc>
                  <a:txBody>
                    <a:bodyPr/>
                    <a:lstStyle/>
                    <a:p>
                      <a:r>
                        <a:rPr lang="en-US" sz="1600" noProof="0" dirty="0">
                          <a:solidFill>
                            <a:schemeClr val="tx1"/>
                          </a:solidFill>
                          <a:latin typeface="+mn-lt"/>
                        </a:rPr>
                        <a:t>可能性中 / 影响中
强化兽医专业教育价值，同时用私域和AI科普承接院外触达</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2221996"/>
                  </a:ext>
                </a:extLst>
              </a:tr>
              <a:tr h="477342">
                <a:tc>
                  <a:txBody>
                    <a:bodyPr/>
                    <a:lstStyle/>
                    <a:p>
                      <a:r>
                        <a:rPr lang="en-US" sz="1600" noProof="0" dirty="0">
                          <a:solidFill>
                            <a:schemeClr val="tx1"/>
                          </a:solidFill>
                          <a:latin typeface="+mn-lt"/>
                        </a:rPr>
                        <a:t>可能性高 / 影响中
发展微信小程序、会员体系和Pet GPT内容入口，降低对付费流量依赖</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noProof="0" dirty="0">
                          <a:solidFill>
                            <a:schemeClr val="tx1"/>
                          </a:solidFill>
                          <a:latin typeface="+mn-lt"/>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2966573"/>
                  </a:ext>
                </a:extLst>
              </a:tr>
              <a:tr h="477342">
                <a:tc>
                  <a:txBody>
                    <a:bodyPr/>
                    <a:lstStyle/>
                    <a:p>
                      <a:r>
                        <a:rPr lang="en-US" sz="1600" noProof="0" dirty="0">
                          <a:solidFill>
                            <a:schemeClr val="tx1"/>
                          </a:solidFill>
                          <a:latin typeface="+mn-lt"/>
                        </a:rPr>
                        <a:t>可能性中 / 影响中
建立合规话术库、医学审核流程和导流兽医机制，避免诊疗承诺风险</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0223165"/>
                  </a:ext>
                </a:extLst>
              </a:tr>
              <a:tr h="477342">
                <a:tc>
                  <a:txBody>
                    <a:bodyPr/>
                    <a:lstStyle/>
                    <a:p>
                      <a:r>
                        <a:rPr lang="en-US" sz="1600" noProof="0" dirty="0">
                          <a:solidFill>
                            <a:schemeClr val="tx1"/>
                          </a:solidFill>
                          <a:latin typeface="+mn-lt"/>
                        </a:rPr>
                        <a:t>可能性中 / 影响高
一物一码追踪、渠道分级授权、异常价监测和返利挂钩机制</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9419355"/>
                  </a:ext>
                </a:extLst>
              </a:tr>
              <a:tr h="477342">
                <a:tc>
                  <a:txBody>
                    <a:bodyPr/>
                    <a:lstStyle/>
                    <a:p>
                      <a:r>
                        <a:rPr lang="en-US" sz="1600" b="1" cap="none" baseline="0" noProof="0" dirty="0">
                          <a:solidFill>
                            <a:schemeClr val="tx1"/>
                          </a:solidFill>
                          <a:latin typeface="+mn-lt"/>
                        </a:rPr>
                        <a:t>经销商窜货/电商乱价</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mn-lt"/>
                          <a:ea typeface="+mn-ea"/>
                          <a:cs typeface="+mn-cs"/>
                        </a:rPr>
                        <a:t>6,000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mn-lt"/>
                          <a:ea typeface="+mn-ea"/>
                          <a:cs typeface="+mn-cs"/>
                        </a:rPr>
                        <a:t>6,000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mn-lt"/>
                          <a:ea typeface="+mn-ea"/>
                          <a:cs typeface="+mn-cs"/>
                        </a:rPr>
                        <a:t>6,000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mn-lt"/>
                          <a:ea typeface="+mn-ea"/>
                          <a:cs typeface="+mn-cs"/>
                        </a:rPr>
                        <a:t>6,000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9180450"/>
                  </a:ext>
                </a:extLst>
              </a:tr>
            </a:tbl>
          </a:graphicData>
        </a:graphic>
      </p:graphicFrame>
      <p:sp>
        <p:nvSpPr>
          <p:cNvPr id="10" name="Textplatzhalter 9">
            <a:extLst>
              <a:ext uri="{FF2B5EF4-FFF2-40B4-BE49-F238E27FC236}">
                <a16:creationId xmlns:a16="http://schemas.microsoft.com/office/drawing/2014/main" id="{428227CA-F22A-6228-7BB3-ACCCB52C2B58}"/>
              </a:ext>
            </a:extLst>
          </p:cNvPr>
          <p:cNvSpPr>
            <a:spLocks noGrp="1"/>
          </p:cNvSpPr>
          <p:nvPr>
            <p:ph type="body" sz="quarter" idx="13"/>
          </p:nvPr>
        </p:nvSpPr>
        <p:spPr bwMode="gray"/>
        <p:txBody>
          <a:bodyPr/>
          <a:lstStyle/>
          <a:p>
            <a:endParaRPr lang="en-US" dirty="0"/>
          </a:p>
        </p:txBody>
      </p:sp>
      <p:sp>
        <p:nvSpPr>
          <p:cNvPr id="4" name="Fußzeilenplatzhalter 3">
            <a:extLst>
              <a:ext uri="{FF2B5EF4-FFF2-40B4-BE49-F238E27FC236}">
                <a16:creationId xmlns:a16="http://schemas.microsoft.com/office/drawing/2014/main" id="{F19DA9D2-0441-B989-B68D-4CF907FE9978}"/>
              </a:ext>
            </a:extLst>
          </p:cNvPr>
          <p:cNvSpPr>
            <a:spLocks noGrp="1"/>
          </p:cNvSpPr>
          <p:nvPr>
            <p:ph type="ftr" sz="quarter" idx="19"/>
          </p:nvPr>
        </p:nvSpPr>
        <p:spPr bwMode="gray">
          <a:xfrm>
            <a:off x="6312024" y="6246836"/>
            <a:ext cx="5040560" cy="288000"/>
          </a:xfrm>
        </p:spPr>
        <p:txBody>
          <a:bodyPr/>
          <a:lstStyle/>
          <a:p>
            <a:r>
              <a:rPr lang="en-US" dirty="0"/>
              <a:t>数据来源：公开市场观察、公司公开资料、内部渠道管理经验  |  Strategy view: May 2026</a:t>
            </a:r>
          </a:p>
        </p:txBody>
      </p:sp>
      <p:sp>
        <p:nvSpPr>
          <p:cNvPr id="5" name="Foliennummernplatzhalter 4">
            <a:extLst>
              <a:ext uri="{FF2B5EF4-FFF2-40B4-BE49-F238E27FC236}">
                <a16:creationId xmlns:a16="http://schemas.microsoft.com/office/drawing/2014/main" id="{AFD8D75F-27A6-B26C-9E9E-BA0CB0500135}"/>
              </a:ext>
            </a:extLst>
          </p:cNvPr>
          <p:cNvSpPr>
            <a:spLocks noGrp="1"/>
          </p:cNvSpPr>
          <p:nvPr>
            <p:ph type="sldNum" sz="quarter" idx="20"/>
          </p:nvPr>
        </p:nvSpPr>
        <p:spPr bwMode="gray">
          <a:xfrm>
            <a:off x="11424592" y="6246836"/>
            <a:ext cx="288000" cy="288000"/>
          </a:xfrm>
        </p:spPr>
        <p:txBody>
          <a:bodyPr/>
          <a:lstStyle/>
          <a:p>
            <a:fld id="{DF4E8F9F-5B1F-4F5B-BE49-3245D8C18D9F}" type="slidenum">
              <a:rPr lang="en-US" smtClean="0"/>
              <a:pPr/>
              <a:t>34</a:t>
            </a:fld>
            <a:endParaRPr lang="en-US" dirty="0"/>
          </a:p>
        </p:txBody>
      </p:sp>
    </p:spTree>
    <p:extLst>
      <p:ext uri="{BB962C8B-B14F-4D97-AF65-F5344CB8AC3E}">
        <p14:creationId xmlns:p14="http://schemas.microsoft.com/office/powerpoint/2010/main" val="9306875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platzhalter 2">
            <a:extLst>
              <a:ext uri="{FF2B5EF4-FFF2-40B4-BE49-F238E27FC236}">
                <a16:creationId xmlns:a16="http://schemas.microsoft.com/office/drawing/2014/main" id="{DFC6DCB7-0319-02AB-A9FB-4C76C779C334}"/>
              </a:ext>
            </a:extLst>
          </p:cNvPr>
          <p:cNvSpPr txBox="1">
            <a:spLocks/>
          </p:cNvSpPr>
          <p:nvPr/>
        </p:nvSpPr>
        <p:spPr bwMode="gray">
          <a:xfrm>
            <a:off x="4332288" y="2132856"/>
            <a:ext cx="3527908" cy="3672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 驱虫药市场挑战</a:t>
            </a:r>
          </a:p>
          <a:p>
            <a:pPr marL="0" indent="0">
              <a:buNone/>
            </a:pPr>
            <a:r>
              <a:rPr lang="en-US" dirty="0"/>
              <a:t>* 寄生虫风险地图 Risk Map + Reminder</a:t>
            </a:r>
          </a:p>
          <a:p>
            <a:r>
              <a:rPr lang="en-US" dirty="0"/>
              <a:t>按城市/季节/犬猫/生活方式分层风险，生成个性化驱虫周期提醒
南方蜱虫季、户外犬、多猫家庭重点教育</a:t>
            </a:r>
          </a:p>
        </p:txBody>
      </p:sp>
      <p:sp>
        <p:nvSpPr>
          <p:cNvPr id="5" name="Textplatzhalter 2">
            <a:extLst>
              <a:ext uri="{FF2B5EF4-FFF2-40B4-BE49-F238E27FC236}">
                <a16:creationId xmlns:a16="http://schemas.microsoft.com/office/drawing/2014/main" id="{AB80CFFF-C73F-1EB0-5866-0C6A6C1AA31E}"/>
              </a:ext>
            </a:extLst>
          </p:cNvPr>
          <p:cNvSpPr txBox="1">
            <a:spLocks/>
          </p:cNvSpPr>
          <p:nvPr/>
        </p:nvSpPr>
        <p:spPr bwMode="gray">
          <a:xfrm>
            <a:off x="479473" y="2132856"/>
            <a:ext cx="3564299" cy="3672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利润预警：宠主削减开支、减少就诊，高端宠物护理承压
中国驱虫药市场国产品牌性价比优势持续蚕食外资份额</a:t>
            </a:r>
          </a:p>
          <a:p>
            <a:pPr marL="0" indent="0">
              <a:buNone/>
            </a:pPr>
            <a:r>
              <a:rPr lang="en-US" dirty="0"/>
              <a:t>提醒后承接医院咨询或电商复购，形成完整闭环</a:t>
            </a:r>
          </a:p>
          <a:p>
            <a:r>
              <a:rPr lang="en-US" dirty="0"/>
              <a:t>* 兽医KOC内容矩阵 Vet KOC Content Engine</a:t>
            </a:r>
          </a:p>
        </p:txBody>
      </p:sp>
      <p:graphicFrame>
        <p:nvGraphicFramePr>
          <p:cNvPr id="19458" name="Rectangle 2" hidden="1"/>
          <p:cNvGraphicFramePr>
            <a:graphicFrameLocks/>
          </p:cNvGraphicFramePr>
          <p:nvPr>
            <p:custDataLst>
              <p:tags r:id="rId1"/>
            </p:custDataLst>
          </p:nvPr>
        </p:nvGraphicFramePr>
        <p:xfrm>
          <a:off x="1524000" y="0"/>
          <a:ext cx="158750" cy="158750"/>
        </p:xfrm>
        <a:graphic>
          <a:graphicData uri="http://schemas.openxmlformats.org/presentationml/2006/ole">
            <mc:AlternateContent xmlns:mc="http://schemas.openxmlformats.org/markup-compatibility/2006">
              <mc:Choice xmlns:v="urn:schemas-microsoft-com:vml" Requires="v">
                <p:oleObj name="think-cell Folie" r:id="rId5" imgW="0" imgH="0" progId="TCLayout.ActiveDocument.1">
                  <p:embed/>
                </p:oleObj>
              </mc:Choice>
              <mc:Fallback>
                <p:oleObj name="think-cell Folie" r:id="rId5" imgW="0" imgH="0" progId="TCLayout.ActiveDocument.1">
                  <p:embed/>
                  <p:pic>
                    <p:nvPicPr>
                      <p:cNvPr id="19458" name="Rectangle 2"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52400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2" name="Rectangle 17" hidden="1"/>
          <p:cNvSpPr>
            <a:spLocks noChangeArrowheads="1"/>
          </p:cNvSpPr>
          <p:nvPr>
            <p:custDataLst>
              <p:tags r:id="rId2"/>
            </p:custDataLst>
          </p:nvPr>
        </p:nvSpPr>
        <p:spPr bwMode="gray">
          <a:xfrm>
            <a:off x="1524000" y="0"/>
            <a:ext cx="158750" cy="158750"/>
          </a:xfrm>
          <a:prstGeom prst="rect">
            <a:avLst/>
          </a:prstGeom>
          <a:solidFill>
            <a:schemeClr val="bg2"/>
          </a:solidFill>
          <a:ln w="12700" algn="ctr">
            <a:solidFill>
              <a:schemeClr val="tx1"/>
            </a:solidFill>
            <a:miter lim="800000"/>
            <a:headEnd/>
            <a:tailEnd/>
          </a:ln>
        </p:spPr>
        <p:txBody>
          <a:bodyPr wrap="none" lIns="0" tIns="0" rIns="0" bIns="0" anchor="ctr"/>
          <a:lstStyle/>
          <a:p>
            <a:pPr algn="ctr">
              <a:lnSpc>
                <a:spcPct val="100000"/>
              </a:lnSpc>
              <a:buClrTx/>
              <a:buSzTx/>
              <a:buFontTx/>
              <a:buNone/>
            </a:pPr>
            <a:r>
              <a:rPr lang="en-US" sz="2200" dirty="0">
                <a:latin typeface="Arial" pitchFamily="34" charset="0"/>
              </a:rPr>
              <a:t> </a:t>
            </a:r>
          </a:p>
        </p:txBody>
      </p:sp>
      <p:sp>
        <p:nvSpPr>
          <p:cNvPr id="10" name="Titel 9">
            <a:extLst>
              <a:ext uri="{FF2B5EF4-FFF2-40B4-BE49-F238E27FC236}">
                <a16:creationId xmlns:a16="http://schemas.microsoft.com/office/drawing/2014/main" id="{15C1856A-879E-64FA-6FFF-369CD3759927}"/>
              </a:ext>
            </a:extLst>
          </p:cNvPr>
          <p:cNvSpPr>
            <a:spLocks noGrp="1"/>
          </p:cNvSpPr>
          <p:nvPr>
            <p:ph type="title"/>
          </p:nvPr>
        </p:nvSpPr>
        <p:spPr bwMode="gray">
          <a:xfrm>
            <a:off x="479424" y="477000"/>
            <a:ext cx="11233151" cy="720000"/>
          </a:xfrm>
        </p:spPr>
        <p:txBody>
          <a:bodyPr vert="horz"/>
          <a:lstStyle/>
          <a:p>
            <a:r>
              <a:rPr lang="en-US" dirty="0"/>
              <a:t>竞品分析：硕腾 Zoetis 驱虫药 | Zoetis Parasiticide Portfolio</a:t>
            </a:r>
          </a:p>
        </p:txBody>
      </p:sp>
      <p:sp>
        <p:nvSpPr>
          <p:cNvPr id="19" name="Textplatzhalter 18">
            <a:extLst>
              <a:ext uri="{FF2B5EF4-FFF2-40B4-BE49-F238E27FC236}">
                <a16:creationId xmlns:a16="http://schemas.microsoft.com/office/drawing/2014/main" id="{B893B8E4-F62E-9D2E-ED32-EDA82EF518F8}"/>
              </a:ext>
            </a:extLst>
          </p:cNvPr>
          <p:cNvSpPr>
            <a:spLocks noGrp="1"/>
          </p:cNvSpPr>
          <p:nvPr>
            <p:ph type="body" sz="quarter" idx="13"/>
          </p:nvPr>
        </p:nvSpPr>
        <p:spPr bwMode="gray"/>
        <p:txBody>
          <a:bodyPr/>
          <a:lstStyle/>
          <a:p>
            <a:endParaRPr lang="en-US" dirty="0"/>
          </a:p>
        </p:txBody>
      </p:sp>
      <p:sp>
        <p:nvSpPr>
          <p:cNvPr id="14" name="Fußzeilenplatzhalter 13">
            <a:extLst>
              <a:ext uri="{FF2B5EF4-FFF2-40B4-BE49-F238E27FC236}">
                <a16:creationId xmlns:a16="http://schemas.microsoft.com/office/drawing/2014/main" id="{2D0D66A2-ECA7-02B9-88CD-3E372DB91827}"/>
              </a:ext>
            </a:extLst>
          </p:cNvPr>
          <p:cNvSpPr>
            <a:spLocks noGrp="1"/>
          </p:cNvSpPr>
          <p:nvPr>
            <p:ph type="ftr" sz="quarter" idx="10"/>
          </p:nvPr>
        </p:nvSpPr>
        <p:spPr bwMode="gray">
          <a:xfrm>
            <a:off x="6312024" y="6246836"/>
            <a:ext cx="5040560" cy="288000"/>
          </a:xfrm>
        </p:spPr>
        <p:txBody>
          <a:bodyPr/>
          <a:lstStyle/>
          <a:p>
            <a:r>
              <a:rPr lang="en-US" dirty="0"/>
              <a:t>数据来源：Zoetis Q1 2026官方财报、Zoetis中国大宠爱/妙宠爱公开资料  |  Data: May 2026</a:t>
            </a:r>
          </a:p>
        </p:txBody>
      </p:sp>
      <p:sp>
        <p:nvSpPr>
          <p:cNvPr id="15" name="Foliennummernplatzhalter 14">
            <a:extLst>
              <a:ext uri="{FF2B5EF4-FFF2-40B4-BE49-F238E27FC236}">
                <a16:creationId xmlns:a16="http://schemas.microsoft.com/office/drawing/2014/main" id="{128DF07C-F7C2-4E13-43FC-822690645555}"/>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8</a:t>
            </a:fld>
            <a:endParaRPr lang="en-US" dirty="0"/>
          </a:p>
        </p:txBody>
      </p:sp>
      <p:pic>
        <p:nvPicPr>
          <p:cNvPr id="4" name="Grafik 3">
            <a:extLst>
              <a:ext uri="{FF2B5EF4-FFF2-40B4-BE49-F238E27FC236}">
                <a16:creationId xmlns:a16="http://schemas.microsoft.com/office/drawing/2014/main" id="{5653DC92-710B-1DB8-3D1B-5F6DB7FF911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bwMode="gray">
          <a:xfrm>
            <a:off x="479376" y="1412776"/>
            <a:ext cx="576000" cy="576000"/>
          </a:xfrm>
          <a:prstGeom prst="rect">
            <a:avLst/>
          </a:prstGeom>
        </p:spPr>
      </p:pic>
      <p:sp>
        <p:nvSpPr>
          <p:cNvPr id="7" name="Textplatzhalter 2">
            <a:extLst>
              <a:ext uri="{FF2B5EF4-FFF2-40B4-BE49-F238E27FC236}">
                <a16:creationId xmlns:a16="http://schemas.microsoft.com/office/drawing/2014/main" id="{9791EEE0-4B83-12A9-CD3B-43BD159B3E5D}"/>
              </a:ext>
            </a:extLst>
          </p:cNvPr>
          <p:cNvSpPr txBox="1">
            <a:spLocks/>
          </p:cNvSpPr>
          <p:nvPr/>
        </p:nvSpPr>
        <p:spPr bwMode="gray">
          <a:xfrm>
            <a:off x="8148325" y="2132856"/>
            <a:ext cx="3564299" cy="3672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大宠爱/妙宠爱在中国核心是犬猫滴剂心智</a:t>
            </a:r>
          </a:p>
          <a:p>
            <a:pPr marL="0" indent="0">
              <a:buNone/>
            </a:pPr>
            <a:r>
              <a:rPr lang="en-US" dirty="0"/>
              <a:t>医生短视频模板与合规话术库
小红书/抖音/视频号场景化科普</a:t>
            </a:r>
          </a:p>
          <a:p>
            <a:r>
              <a:rPr lang="en-US" dirty="0"/>
              <a:t>围绕竞品对比词、症状词和场景词做搜索防守，从内容引导到医院问诊</a:t>
            </a:r>
          </a:p>
        </p:txBody>
      </p:sp>
      <p:pic>
        <p:nvPicPr>
          <p:cNvPr id="11" name="Grafik 10">
            <a:extLst>
              <a:ext uri="{FF2B5EF4-FFF2-40B4-BE49-F238E27FC236}">
                <a16:creationId xmlns:a16="http://schemas.microsoft.com/office/drawing/2014/main" id="{93D518F1-7A1C-460A-C9B4-C7BD3907C16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31804" y="1412776"/>
            <a:ext cx="576000" cy="576000"/>
          </a:xfrm>
          <a:prstGeom prst="rect">
            <a:avLst/>
          </a:prstGeom>
        </p:spPr>
      </p:pic>
      <p:pic>
        <p:nvPicPr>
          <p:cNvPr id="16" name="Grafik 15">
            <a:extLst>
              <a:ext uri="{FF2B5EF4-FFF2-40B4-BE49-F238E27FC236}">
                <a16:creationId xmlns:a16="http://schemas.microsoft.com/office/drawing/2014/main" id="{8A93AA28-13D5-2665-6FB4-B3C8CB1F3C3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48228" y="1412352"/>
            <a:ext cx="576000" cy="576000"/>
          </a:xfrm>
          <a:prstGeom prst="rect">
            <a:avLst/>
          </a:prstGeom>
        </p:spPr>
      </p:pic>
    </p:spTree>
    <p:extLst>
      <p:ext uri="{BB962C8B-B14F-4D97-AF65-F5344CB8AC3E}">
        <p14:creationId xmlns:p14="http://schemas.microsoft.com/office/powerpoint/2010/main" val="384901714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VCT_SHOW_CA" val="False"/>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9.tATmsjDEGS6Mapvj6Df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9.tATmsjDEGS6Mapvj6Df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WSBa8xu1NUqcabs4SMZh0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7m_mBEvkxIaSTQUqJjSPI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juSYF2c9MP4BVGWmDjjY5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juSYF2c9MP4BVGWmDjjY5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juSYF2c9MP4BVGWmDjjY5w"/>
</p:tagLst>
</file>

<file path=ppt/tags/tag18.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19.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20.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TN8I5BFu8hEI_72NbulMQQ"/>
</p:tagLst>
</file>

<file path=ppt/tags/tag23.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24.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25.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26.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27.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30.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31.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32.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33.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pOkZI2FGkz0oSgE4stYLk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rPhdLRV8wozFTvJc2kvpZg"/>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JiQUpzvXKgBMhuj6DCsgOA"/>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4ulQxcgXD_90gAN0CCirEw"/>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7.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8.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9.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0.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1.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2.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3.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6.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7.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6u4x0liXcLhaK95D2Y7wYA"/>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nOJG3140FWS4E55TUIhgOQ"/>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Cchw1TjTftauxybUwb1A6Q"/>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Cchw1TjTftauxybUwb1A6Q"/>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Cchw1TjTftauxybUwb1A6Q"/>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NWZDUXpt9Tdaw6Xyoj3fhg"/>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lW9BaXDz6hjoVYYyQohUug"/>
</p:tagLst>
</file>

<file path=ppt/tags/tag73.xml><?xml version="1.0" encoding="utf-8"?>
<p:tagLst xmlns:a="http://schemas.openxmlformats.org/drawingml/2006/main" xmlns:r="http://schemas.openxmlformats.org/officeDocument/2006/relationships" xmlns:p="http://schemas.openxmlformats.org/presentationml/2006/main">
  <p:tag name="VCTCREATESHAPEHANDLED" val="0"/>
</p:tagLst>
</file>

<file path=ppt/theme/theme1.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ecura_PPT_Master.pptx  -  Read-Only" id="{8D30E083-86E8-444C-8436-DBDDC476F724}" vid="{AA4C5CF5-5FFC-4EA8-8CB8-C3B850DDEEDF}"/>
    </a:ext>
  </a:extLst>
</a:theme>
</file>

<file path=ppt/theme/theme2.xml><?xml version="1.0" encoding="utf-8"?>
<a:theme xmlns:a="http://schemas.openxmlformats.org/drawingml/2006/main" name="Office Theme">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I_neu">
      <a:majorFont>
        <a:latin typeface="Boehringer Headline"/>
        <a:ea typeface=""/>
        <a:cs typeface=""/>
      </a:majorFont>
      <a:minorFont>
        <a:latin typeface="Boehringer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I_neu">
      <a:majorFont>
        <a:latin typeface="Boehringer Headline"/>
        <a:ea typeface=""/>
        <a:cs typeface=""/>
      </a:majorFont>
      <a:minorFont>
        <a:latin typeface="Boehringer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F4201B242ED634390BBB938A6A9DF54" ma:contentTypeVersion="6" ma:contentTypeDescription="Create a new document." ma:contentTypeScope="" ma:versionID="8f96b1384c65364ab6e7b0ee30e034cd">
  <xsd:schema xmlns:xsd="http://www.w3.org/2001/XMLSchema" xmlns:xs="http://www.w3.org/2001/XMLSchema" xmlns:p="http://schemas.microsoft.com/office/2006/metadata/properties" xmlns:ns2="59851ce9-ae5d-4a68-a538-90ff58fa3e09" xmlns:ns3="83594577-a257-40e9-801f-0c2062171c97" targetNamespace="http://schemas.microsoft.com/office/2006/metadata/properties" ma:root="true" ma:fieldsID="c399c46b8c2ee481bb509aa60f387a03" ns2:_="" ns3:_="">
    <xsd:import namespace="59851ce9-ae5d-4a68-a538-90ff58fa3e09"/>
    <xsd:import namespace="83594577-a257-40e9-801f-0c2062171c97"/>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9851ce9-ae5d-4a68-a538-90ff58fa3e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3594577-a257-40e9-801f-0c2062171c97"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BF86845-451D-46F1-ABFC-05821ABAEA3D}">
  <ds:schemaRefs>
    <ds:schemaRef ds:uri="http://schemas.microsoft.com/office/2006/metadata/properties"/>
    <ds:schemaRef ds:uri="http://schemas.microsoft.com/office/infopath/2007/PartnerControls"/>
    <ds:schemaRef ds:uri="http://schemas.microsoft.com/sharepoint/v3"/>
    <ds:schemaRef ds:uri="1f2c9d72-829a-4835-914e-940679e127c2"/>
    <ds:schemaRef ds:uri="e47812bf-c8f0-415c-9dc6-756594725798"/>
  </ds:schemaRefs>
</ds:datastoreItem>
</file>

<file path=customXml/itemProps2.xml><?xml version="1.0" encoding="utf-8"?>
<ds:datastoreItem xmlns:ds="http://schemas.openxmlformats.org/officeDocument/2006/customXml" ds:itemID="{69CF82C2-E9E2-4B97-B64A-BCC7B085E7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9851ce9-ae5d-4a68-a538-90ff58fa3e09"/>
    <ds:schemaRef ds:uri="83594577-a257-40e9-801f-0c2062171c9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7C2C1D0-137A-4458-A65B-99BF1AC4E9C2}">
  <ds:schemaRefs>
    <ds:schemaRef ds:uri="http://schemas.microsoft.com/sharepoint/v3/contenttype/forms"/>
  </ds:schemaRefs>
</ds:datastoreItem>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Template>Boehringer_Ingelheim_Secura_PPT_Master</Template>
  <TotalTime>0</TotalTime>
  <Words>3888</Words>
  <Application>Microsoft Office PowerPoint</Application>
  <PresentationFormat>宽屏</PresentationFormat>
  <Paragraphs>713</Paragraphs>
  <Slides>50</Slides>
  <Notes>50</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50</vt:i4>
      </vt:variant>
    </vt:vector>
  </HeadingPairs>
  <TitlesOfParts>
    <vt:vector size="57" baseType="lpstr">
      <vt:lpstr>Arial</vt:lpstr>
      <vt:lpstr>Boehringer Forward Head Md</vt:lpstr>
      <vt:lpstr>Boehringer Forward Head</vt:lpstr>
      <vt:lpstr>Boehringer Forward Text</vt:lpstr>
      <vt:lpstr>Open Sans Extrabold</vt:lpstr>
      <vt:lpstr>Boehringer Ingelheim 16:9</vt:lpstr>
      <vt:lpstr>think-cell Folie</vt:lpstr>
      <vt:lpstr>PPT Master</vt:lpstr>
      <vt:lpstr>Title</vt:lpstr>
      <vt:lpstr>Title</vt:lpstr>
      <vt:lpstr>Links to sections</vt:lpstr>
      <vt:lpstr>Name of the current chapter</vt:lpstr>
      <vt:lpstr>This is a specific  section in 2 lines</vt:lpstr>
      <vt:lpstr>PowerPoint 演示文稿</vt:lpstr>
      <vt:lpstr>Texts with icons</vt:lpstr>
      <vt:lpstr>Texts with illustrations</vt:lpstr>
      <vt:lpstr>Topic with 5 texts and icons</vt:lpstr>
      <vt:lpstr>Three textboxes with conclusion</vt:lpstr>
      <vt:lpstr>Three numbered facts</vt:lpstr>
      <vt:lpstr>Three numbered facts</vt:lpstr>
      <vt:lpstr>Text box listings</vt:lpstr>
      <vt:lpstr>Three quotations</vt:lpstr>
      <vt:lpstr>Three quotations</vt:lpstr>
      <vt:lpstr>Three quotations</vt:lpstr>
      <vt:lpstr>PowerPoint 演示文稿</vt:lpstr>
      <vt:lpstr>PowerPoint 演示文稿</vt:lpstr>
      <vt:lpstr>Picture and text</vt:lpstr>
      <vt:lpstr>PowerPoint 演示文稿</vt:lpstr>
      <vt:lpstr>PowerPoint 演示文稿</vt:lpstr>
      <vt:lpstr>Textboxes with photo in register order</vt:lpstr>
      <vt:lpstr>PowerPoint 演示文稿</vt:lpstr>
      <vt:lpstr>Collage of images with text</vt:lpstr>
      <vt:lpstr>Laptop screen</vt:lpstr>
      <vt:lpstr>Four phases with conclusion</vt:lpstr>
      <vt:lpstr>Trend with description</vt:lpstr>
      <vt:lpstr>Timeline</vt:lpstr>
      <vt:lpstr>Project plan in months</vt:lpstr>
      <vt:lpstr>Three-levelled horizontal organization chart</vt:lpstr>
      <vt:lpstr>Pyramid with text</vt:lpstr>
      <vt:lpstr>Personal portrait with picture</vt:lpstr>
      <vt:lpstr>Number table</vt:lpstr>
      <vt:lpstr>Comparison of offers</vt:lpstr>
      <vt:lpstr>Bar chart</vt:lpstr>
      <vt:lpstr>Stacked 100% bar chart</vt:lpstr>
      <vt:lpstr>Bubble chart</vt:lpstr>
      <vt:lpstr>Pie chart</vt:lpstr>
      <vt:lpstr>Relative comparison</vt:lpstr>
      <vt:lpstr>Survey evaluation</vt:lpstr>
      <vt:lpstr>Intersection of two circles</vt:lpstr>
      <vt:lpstr>Intersection of three circles</vt:lpstr>
      <vt:lpstr>Honeycombs with text</vt:lpstr>
      <vt:lpstr>Honeycombs with text</vt:lpstr>
      <vt:lpstr>Honeycombs with text</vt:lpstr>
      <vt:lpstr>Smart home</vt:lpstr>
      <vt:lpstr>Funnel</vt:lpstr>
      <vt:lpstr>Growth process</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Zhao,Omi (IT INF) BII-CN-S</dc:creator>
  <dc:description>Optimized for Office 365</dc:description>
  <cp:lastModifiedBy>Zhao,Omi (IT INF) BII-CN-S</cp:lastModifiedBy>
  <cp:revision>1</cp:revision>
  <dcterms:created xsi:type="dcterms:W3CDTF">2026-05-26T09:49:04Z</dcterms:created>
  <dcterms:modified xsi:type="dcterms:W3CDTF">2026-05-26T09:49:37Z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0x010100DF4201B242ED634390BBB938A6A9DF54</vt:lpwstr>
  </property>
  <property fmtid="{D5CDD505-2E9C-101B-9397-08002B2CF9AE}" pid="3" name="MediaServiceImageTags">
    <vt:lpwstr/>
  </property>
</Properties>
</file>